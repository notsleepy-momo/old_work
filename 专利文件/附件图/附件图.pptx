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7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258" r:id="rId5"/>
    <p:sldId id="257" r:id="rId6"/>
    <p:sldId id="259" r:id="rId7"/>
    <p:sldId id="260" r:id="rId8"/>
    <p:sldId id="261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ustomXml" Target="../customXml/item1.xml"/><Relationship Id="rId14" Type="http://schemas.openxmlformats.org/officeDocument/2006/relationships/customXmlProps" Target="../customXml/itemProps7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4.png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27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26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25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52780" y="276225"/>
            <a:ext cx="10083800" cy="6272530"/>
            <a:chOff x="1028" y="435"/>
            <a:chExt cx="15880" cy="9878"/>
          </a:xfrm>
        </p:grpSpPr>
        <p:grpSp>
          <p:nvGrpSpPr>
            <p:cNvPr id="136" name="组合 135"/>
            <p:cNvGrpSpPr/>
            <p:nvPr/>
          </p:nvGrpSpPr>
          <p:grpSpPr>
            <a:xfrm rot="0">
              <a:off x="1028" y="435"/>
              <a:ext cx="3968" cy="9878"/>
              <a:chOff x="1028" y="426"/>
              <a:chExt cx="3968" cy="9878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028" y="426"/>
                <a:ext cx="3969" cy="987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>
                        <a:lumMod val="50000"/>
                        <a:lumOff val="50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1028" y="426"/>
                <a:ext cx="3969" cy="848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</a:rPr>
                  <a:t>多模态输入</a:t>
                </a:r>
                <a:endParaRPr lang="zh-CN" altLang="en-US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142" y="1362"/>
                <a:ext cx="3742" cy="2860"/>
                <a:chOff x="1111" y="1362"/>
                <a:chExt cx="3742" cy="2860"/>
              </a:xfrm>
            </p:grpSpPr>
            <p:sp>
              <p:nvSpPr>
                <p:cNvPr id="18" name="圆角矩形 17"/>
                <p:cNvSpPr/>
                <p:nvPr/>
              </p:nvSpPr>
              <p:spPr>
                <a:xfrm>
                  <a:off x="1111" y="1362"/>
                  <a:ext cx="3742" cy="2860"/>
                </a:xfrm>
                <a:prstGeom prst="roundRect">
                  <a:avLst>
                    <a:gd name="adj" fmla="val 9172"/>
                  </a:avLst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pic>
              <p:nvPicPr>
                <p:cNvPr id="10" name="图片 9"/>
                <p:cNvPicPr>
                  <a:picLocks noChangeAspect="1"/>
                </p:cNvPicPr>
                <p:nvPr/>
              </p:nvPicPr>
              <p:blipFill>
                <a:blip r:embed="rId1"/>
                <a:srcRect t="2846"/>
                <a:stretch>
                  <a:fillRect/>
                </a:stretch>
              </p:blipFill>
              <p:spPr>
                <a:xfrm>
                  <a:off x="1675" y="1407"/>
                  <a:ext cx="2614" cy="2381"/>
                </a:xfrm>
                <a:prstGeom prst="rect">
                  <a:avLst/>
                </a:prstGeom>
              </p:spPr>
            </p:pic>
            <p:sp>
              <p:nvSpPr>
                <p:cNvPr id="14" name="文本框 13"/>
                <p:cNvSpPr txBox="1"/>
                <p:nvPr/>
              </p:nvSpPr>
              <p:spPr>
                <a:xfrm>
                  <a:off x="1747" y="3788"/>
                  <a:ext cx="2470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zh-CN" altLang="en-US" sz="1200" b="1">
                      <a:latin typeface="微软雅黑" panose="020B0503020204020204" charset="-122"/>
                      <a:ea typeface="微软雅黑" panose="020B0503020204020204" charset="-122"/>
                    </a:rPr>
                    <a:t>弱观测家庭轮廓图</a:t>
                  </a:r>
                  <a:endParaRPr lang="zh-CN" altLang="en-US" sz="12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42" y="4336"/>
                <a:ext cx="3742" cy="2860"/>
                <a:chOff x="1087" y="4310"/>
                <a:chExt cx="3742" cy="2860"/>
              </a:xfrm>
            </p:grpSpPr>
            <p:pic>
              <p:nvPicPr>
                <p:cNvPr id="12" name="图片 11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183" y="4626"/>
                  <a:ext cx="3551" cy="2010"/>
                </a:xfrm>
                <a:prstGeom prst="rect">
                  <a:avLst/>
                </a:prstGeom>
              </p:spPr>
            </p:pic>
            <p:sp>
              <p:nvSpPr>
                <p:cNvPr id="19" name="圆角矩形 18"/>
                <p:cNvSpPr/>
                <p:nvPr/>
              </p:nvSpPr>
              <p:spPr>
                <a:xfrm>
                  <a:off x="1087" y="4310"/>
                  <a:ext cx="3742" cy="2860"/>
                </a:xfrm>
                <a:prstGeom prst="roundRect">
                  <a:avLst>
                    <a:gd name="adj" fmla="val 9172"/>
                  </a:avLst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" name="文本框 19"/>
                <p:cNvSpPr txBox="1"/>
                <p:nvPr/>
              </p:nvSpPr>
              <p:spPr>
                <a:xfrm>
                  <a:off x="1723" y="6736"/>
                  <a:ext cx="2470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zh-CN" altLang="en-US" sz="1200" b="1"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人员位置轨迹数据</a:t>
                  </a:r>
                  <a:endParaRPr lang="zh-CN" altLang="en-US" sz="1200" b="1"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</p:grpSp>
          <p:grpSp>
            <p:nvGrpSpPr>
              <p:cNvPr id="27" name="组合 26"/>
              <p:cNvGrpSpPr/>
              <p:nvPr/>
            </p:nvGrpSpPr>
            <p:grpSpPr>
              <a:xfrm>
                <a:off x="1142" y="7310"/>
                <a:ext cx="3742" cy="2860"/>
                <a:chOff x="1090" y="7309"/>
                <a:chExt cx="3742" cy="2860"/>
              </a:xfrm>
            </p:grpSpPr>
            <p:sp>
              <p:nvSpPr>
                <p:cNvPr id="22" name="圆角矩形 21"/>
                <p:cNvSpPr/>
                <p:nvPr/>
              </p:nvSpPr>
              <p:spPr>
                <a:xfrm>
                  <a:off x="1090" y="7309"/>
                  <a:ext cx="3742" cy="2860"/>
                </a:xfrm>
                <a:prstGeom prst="roundRect">
                  <a:avLst>
                    <a:gd name="adj" fmla="val 9172"/>
                  </a:avLst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1726" y="9735"/>
                  <a:ext cx="2470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zh-CN" altLang="en-US" sz="1200" b="1"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具名智能设备锚点</a:t>
                  </a:r>
                  <a:endParaRPr lang="zh-CN" altLang="en-US" sz="1200" b="1"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  <p:pic>
              <p:nvPicPr>
                <p:cNvPr id="24" name="图片 23"/>
                <p:cNvPicPr>
                  <a:picLocks noChangeAspect="1"/>
                </p:cNvPicPr>
                <p:nvPr/>
              </p:nvPicPr>
              <p:blipFill>
                <a:blip r:embed="rId3"/>
                <a:srcRect l="3801" r="3725"/>
                <a:stretch>
                  <a:fillRect/>
                </a:stretch>
              </p:blipFill>
              <p:spPr>
                <a:xfrm>
                  <a:off x="1251" y="7634"/>
                  <a:ext cx="3420" cy="2086"/>
                </a:xfrm>
                <a:prstGeom prst="rect">
                  <a:avLst/>
                </a:prstGeom>
              </p:spPr>
            </p:pic>
          </p:grpSp>
          <p:sp>
            <p:nvSpPr>
              <p:cNvPr id="28" name="文本框 27"/>
              <p:cNvSpPr txBox="1"/>
              <p:nvPr/>
            </p:nvSpPr>
            <p:spPr>
              <a:xfrm>
                <a:off x="1187" y="8160"/>
                <a:ext cx="3652" cy="3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冰箱</a:t>
                </a:r>
                <a:r>
                  <a:rPr lang="en-US" altLang="zh-CN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  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洗衣机</a:t>
                </a:r>
                <a:r>
                  <a:rPr lang="en-US" altLang="zh-CN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  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电视</a:t>
                </a:r>
                <a:r>
                  <a:rPr lang="en-US" altLang="zh-CN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    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烤箱</a:t>
                </a:r>
                <a:r>
                  <a:rPr lang="en-US" altLang="zh-CN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   </a:t>
                </a:r>
                <a:r>
                  <a:rPr lang="zh-CN" altLang="en-US" sz="1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灶具</a:t>
                </a:r>
                <a:endPara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37" name="组合 136"/>
            <p:cNvGrpSpPr/>
            <p:nvPr/>
          </p:nvGrpSpPr>
          <p:grpSpPr>
            <a:xfrm rot="0">
              <a:off x="5284" y="435"/>
              <a:ext cx="7368" cy="9878"/>
              <a:chOff x="5296" y="426"/>
              <a:chExt cx="7368" cy="9878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5296" y="426"/>
                <a:ext cx="7368" cy="987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>
                        <a:lumMod val="50000"/>
                        <a:lumOff val="50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5296" y="426"/>
                <a:ext cx="7368" cy="848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b="1">
                    <a:latin typeface="微软雅黑" panose="020B0503020204020204" charset="-122"/>
                    <a:ea typeface="微软雅黑" panose="020B0503020204020204" charset="-122"/>
                  </a:rPr>
                  <a:t>家庭空间布局语义重建方法</a:t>
                </a:r>
                <a:endParaRPr lang="zh-CN" altLang="en-US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119" name="组合 118"/>
              <p:cNvGrpSpPr/>
              <p:nvPr/>
            </p:nvGrpSpPr>
            <p:grpSpPr>
              <a:xfrm>
                <a:off x="5473" y="1517"/>
                <a:ext cx="7014" cy="2270"/>
                <a:chOff x="5487" y="1517"/>
                <a:chExt cx="7014" cy="2270"/>
              </a:xfrm>
            </p:grpSpPr>
            <p:grpSp>
              <p:nvGrpSpPr>
                <p:cNvPr id="31" name="组合 30"/>
                <p:cNvGrpSpPr/>
                <p:nvPr/>
              </p:nvGrpSpPr>
              <p:grpSpPr>
                <a:xfrm>
                  <a:off x="5487" y="1517"/>
                  <a:ext cx="7015" cy="2271"/>
                  <a:chOff x="1111" y="1362"/>
                  <a:chExt cx="3742" cy="2860"/>
                </a:xfrm>
              </p:grpSpPr>
              <p:sp>
                <p:nvSpPr>
                  <p:cNvPr id="32" name="圆角矩形 31"/>
                  <p:cNvSpPr/>
                  <p:nvPr/>
                </p:nvSpPr>
                <p:spPr>
                  <a:xfrm>
                    <a:off x="1111" y="1362"/>
                    <a:ext cx="3742" cy="2860"/>
                  </a:xfrm>
                  <a:prstGeom prst="roundRect">
                    <a:avLst>
                      <a:gd name="adj" fmla="val 9172"/>
                    </a:avLst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4" name="文本框 33"/>
                  <p:cNvSpPr txBox="1"/>
                  <p:nvPr/>
                </p:nvSpPr>
                <p:spPr>
                  <a:xfrm>
                    <a:off x="1747" y="1408"/>
                    <a:ext cx="2470" cy="6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zh-CN" altLang="en-US" sz="1600" b="1">
                        <a:latin typeface="微软雅黑" panose="020B0503020204020204" charset="-122"/>
                        <a:ea typeface="微软雅黑" panose="020B0503020204020204" charset="-122"/>
                      </a:rPr>
                      <a:t>结构解析</a:t>
                    </a:r>
                    <a:endParaRPr lang="zh-CN" altLang="en-US" sz="1600" b="1"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</p:grpSp>
            <p:pic>
              <p:nvPicPr>
                <p:cNvPr id="35" name="图片 34"/>
                <p:cNvPicPr>
                  <a:picLocks noChangeAspect="1"/>
                </p:cNvPicPr>
                <p:nvPr/>
              </p:nvPicPr>
              <p:blipFill>
                <a:blip r:embed="rId4"/>
                <a:srcRect t="7451"/>
                <a:stretch>
                  <a:fillRect/>
                </a:stretch>
              </p:blipFill>
              <p:spPr>
                <a:xfrm>
                  <a:off x="6737" y="2080"/>
                  <a:ext cx="4515" cy="1635"/>
                </a:xfrm>
                <a:prstGeom prst="rect">
                  <a:avLst/>
                </a:prstGeom>
              </p:spPr>
            </p:pic>
          </p:grpSp>
          <p:grpSp>
            <p:nvGrpSpPr>
              <p:cNvPr id="86" name="组合 85"/>
              <p:cNvGrpSpPr/>
              <p:nvPr/>
            </p:nvGrpSpPr>
            <p:grpSpPr>
              <a:xfrm>
                <a:off x="5473" y="3954"/>
                <a:ext cx="7015" cy="2271"/>
                <a:chOff x="5487" y="4031"/>
                <a:chExt cx="7015" cy="2271"/>
              </a:xfrm>
            </p:grpSpPr>
            <p:sp>
              <p:nvSpPr>
                <p:cNvPr id="42" name="圆角矩形 41"/>
                <p:cNvSpPr/>
                <p:nvPr/>
              </p:nvSpPr>
              <p:spPr>
                <a:xfrm>
                  <a:off x="5487" y="4031"/>
                  <a:ext cx="7015" cy="2271"/>
                </a:xfrm>
                <a:prstGeom prst="roundRect">
                  <a:avLst>
                    <a:gd name="adj" fmla="val 9172"/>
                  </a:avLst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pic>
              <p:nvPicPr>
                <p:cNvPr id="75" name="图片 74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11" y="4629"/>
                  <a:ext cx="1945" cy="1531"/>
                </a:xfrm>
                <a:prstGeom prst="rect">
                  <a:avLst/>
                </a:prstGeom>
              </p:spPr>
            </p:pic>
            <p:pic>
              <p:nvPicPr>
                <p:cNvPr id="76" name="图片 75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07" y="4629"/>
                  <a:ext cx="1945" cy="1531"/>
                </a:xfrm>
                <a:prstGeom prst="rect">
                  <a:avLst/>
                </a:prstGeom>
              </p:spPr>
            </p:pic>
            <p:pic>
              <p:nvPicPr>
                <p:cNvPr id="77" name="图片 76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427" y="4629"/>
                  <a:ext cx="1944" cy="1531"/>
                </a:xfrm>
                <a:prstGeom prst="rect">
                  <a:avLst/>
                </a:prstGeom>
              </p:spPr>
            </p:pic>
            <p:sp>
              <p:nvSpPr>
                <p:cNvPr id="78" name="右箭头 77"/>
                <p:cNvSpPr/>
                <p:nvPr/>
              </p:nvSpPr>
              <p:spPr>
                <a:xfrm>
                  <a:off x="9452" y="5253"/>
                  <a:ext cx="976" cy="283"/>
                </a:xfrm>
                <a:prstGeom prst="rightArrow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9" name="文本框 78"/>
                <p:cNvSpPr txBox="1"/>
                <p:nvPr/>
              </p:nvSpPr>
              <p:spPr>
                <a:xfrm>
                  <a:off x="6206" y="4117"/>
                  <a:ext cx="5578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zh-CN" altLang="en-US" sz="1600" b="1">
                      <a:latin typeface="微软雅黑" panose="020B0503020204020204" charset="-122"/>
                      <a:ea typeface="微软雅黑" panose="020B0503020204020204" charset="-122"/>
                    </a:rPr>
                    <a:t>双源家具候选生成与受限动作</a:t>
                  </a:r>
                  <a:r>
                    <a:rPr lang="zh-CN" altLang="en-US" sz="1600" b="1">
                      <a:latin typeface="微软雅黑" panose="020B0503020204020204" charset="-122"/>
                      <a:ea typeface="微软雅黑" panose="020B0503020204020204" charset="-122"/>
                    </a:rPr>
                    <a:t>校正</a:t>
                  </a:r>
                  <a:endParaRPr lang="zh-CN" altLang="en-US" sz="16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00" name="组合 99"/>
              <p:cNvGrpSpPr/>
              <p:nvPr/>
            </p:nvGrpSpPr>
            <p:grpSpPr>
              <a:xfrm>
                <a:off x="5448" y="6391"/>
                <a:ext cx="7066" cy="2298"/>
                <a:chOff x="5487" y="6540"/>
                <a:chExt cx="7066" cy="2298"/>
              </a:xfrm>
            </p:grpSpPr>
            <p:pic>
              <p:nvPicPr>
                <p:cNvPr id="89" name="图片 88"/>
                <p:cNvPicPr>
                  <a:picLocks noChangeAspect="1"/>
                </p:cNvPicPr>
                <p:nvPr/>
              </p:nvPicPr>
              <p:blipFill>
                <a:blip r:embed="rId8"/>
                <a:srcRect l="25675" t="5791" r="51101"/>
                <a:stretch>
                  <a:fillRect/>
                </a:stretch>
              </p:blipFill>
              <p:spPr>
                <a:xfrm>
                  <a:off x="5512" y="7170"/>
                  <a:ext cx="1592" cy="846"/>
                </a:xfrm>
                <a:prstGeom prst="rect">
                  <a:avLst/>
                </a:prstGeom>
              </p:spPr>
            </p:pic>
            <p:pic>
              <p:nvPicPr>
                <p:cNvPr id="90" name="图片 89"/>
                <p:cNvPicPr>
                  <a:picLocks noChangeAspect="1"/>
                </p:cNvPicPr>
                <p:nvPr/>
              </p:nvPicPr>
              <p:blipFill>
                <a:blip r:embed="rId8"/>
                <a:srcRect l="51437" t="1114" r="25485"/>
                <a:stretch>
                  <a:fillRect/>
                </a:stretch>
              </p:blipFill>
              <p:spPr>
                <a:xfrm>
                  <a:off x="8217" y="7149"/>
                  <a:ext cx="1582" cy="888"/>
                </a:xfrm>
                <a:prstGeom prst="rect">
                  <a:avLst/>
                </a:prstGeom>
              </p:spPr>
            </p:pic>
            <p:pic>
              <p:nvPicPr>
                <p:cNvPr id="92" name="图片 91"/>
                <p:cNvPicPr>
                  <a:picLocks noChangeAspect="1"/>
                </p:cNvPicPr>
                <p:nvPr/>
              </p:nvPicPr>
              <p:blipFill>
                <a:blip r:embed="rId8"/>
                <a:srcRect l="77249" t="-8872"/>
                <a:stretch>
                  <a:fillRect/>
                </a:stretch>
              </p:blipFill>
              <p:spPr>
                <a:xfrm>
                  <a:off x="10912" y="7096"/>
                  <a:ext cx="1596" cy="994"/>
                </a:xfrm>
                <a:prstGeom prst="rect">
                  <a:avLst/>
                </a:prstGeom>
              </p:spPr>
            </p:pic>
            <p:sp>
              <p:nvSpPr>
                <p:cNvPr id="80" name="圆角矩形 79"/>
                <p:cNvSpPr/>
                <p:nvPr/>
              </p:nvSpPr>
              <p:spPr>
                <a:xfrm>
                  <a:off x="5487" y="6540"/>
                  <a:ext cx="7015" cy="2271"/>
                </a:xfrm>
                <a:prstGeom prst="roundRect">
                  <a:avLst>
                    <a:gd name="adj" fmla="val 9172"/>
                  </a:avLst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5" name="文本框 84"/>
                <p:cNvSpPr txBox="1"/>
                <p:nvPr/>
              </p:nvSpPr>
              <p:spPr>
                <a:xfrm>
                  <a:off x="6564" y="6626"/>
                  <a:ext cx="4630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zh-CN" sz="1600" b="1">
                      <a:latin typeface="微软雅黑" panose="020B0503020204020204" charset="-122"/>
                      <a:ea typeface="微软雅黑" panose="020B0503020204020204" charset="-122"/>
                    </a:rPr>
                    <a:t>三类专用智能体</a:t>
                  </a:r>
                  <a:endParaRPr lang="zh-CN" sz="16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93" name="右箭头 92"/>
                <p:cNvSpPr/>
                <p:nvPr/>
              </p:nvSpPr>
              <p:spPr>
                <a:xfrm>
                  <a:off x="7434" y="7384"/>
                  <a:ext cx="453" cy="418"/>
                </a:xfrm>
                <a:prstGeom prst="rightArrow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4" name="右箭头 93"/>
                <p:cNvSpPr/>
                <p:nvPr/>
              </p:nvSpPr>
              <p:spPr>
                <a:xfrm>
                  <a:off x="10129" y="7384"/>
                  <a:ext cx="453" cy="418"/>
                </a:xfrm>
                <a:prstGeom prst="rightArrow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7" name="文本框 96"/>
                <p:cNvSpPr txBox="1"/>
                <p:nvPr/>
              </p:nvSpPr>
              <p:spPr>
                <a:xfrm>
                  <a:off x="5601" y="7989"/>
                  <a:ext cx="1773" cy="822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/>
                  <a:r>
                    <a:rPr lang="zh-CN" sz="140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房间语义</a:t>
                  </a:r>
                  <a:endParaRPr lang="zh-CN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  <a:p>
                  <a:pPr algn="ctr"/>
                  <a:r>
                    <a:rPr lang="zh-CN" sz="140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智能体</a:t>
                  </a:r>
                  <a:endParaRPr lang="zh-CN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98" name="文本框 97"/>
                <p:cNvSpPr txBox="1"/>
                <p:nvPr/>
              </p:nvSpPr>
              <p:spPr>
                <a:xfrm>
                  <a:off x="8026" y="8016"/>
                  <a:ext cx="1773" cy="822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/>
                  <a:r>
                    <a:rPr lang="zh-CN" sz="140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行为模式</a:t>
                  </a:r>
                  <a:endParaRPr lang="zh-CN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  <a:p>
                  <a:pPr algn="ctr"/>
                  <a:r>
                    <a:rPr lang="zh-CN" sz="140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智能体</a:t>
                  </a:r>
                  <a:endParaRPr lang="zh-CN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  <p:sp>
              <p:nvSpPr>
                <p:cNvPr id="99" name="文本框 98"/>
                <p:cNvSpPr txBox="1"/>
                <p:nvPr/>
              </p:nvSpPr>
              <p:spPr>
                <a:xfrm>
                  <a:off x="10780" y="8002"/>
                  <a:ext cx="1773" cy="822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/>
                  <a:r>
                    <a:rPr lang="zh-CN" sz="140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家具命名</a:t>
                  </a:r>
                  <a:endParaRPr lang="zh-CN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  <a:p>
                  <a:pPr algn="ctr"/>
                  <a:r>
                    <a:rPr lang="zh-CN" sz="140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智能体</a:t>
                  </a:r>
                  <a:endParaRPr lang="zh-CN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endParaRPr>
                </a:p>
              </p:txBody>
            </p:sp>
          </p:grpSp>
          <p:grpSp>
            <p:nvGrpSpPr>
              <p:cNvPr id="120" name="组合 119"/>
              <p:cNvGrpSpPr/>
              <p:nvPr/>
            </p:nvGrpSpPr>
            <p:grpSpPr>
              <a:xfrm>
                <a:off x="5438" y="8842"/>
                <a:ext cx="7084" cy="1462"/>
                <a:chOff x="5506" y="8842"/>
                <a:chExt cx="7084" cy="1462"/>
              </a:xfrm>
            </p:grpSpPr>
            <p:grpSp>
              <p:nvGrpSpPr>
                <p:cNvPr id="118" name="组合 117"/>
                <p:cNvGrpSpPr/>
                <p:nvPr/>
              </p:nvGrpSpPr>
              <p:grpSpPr>
                <a:xfrm>
                  <a:off x="5630" y="9459"/>
                  <a:ext cx="6961" cy="711"/>
                  <a:chOff x="5601" y="9459"/>
                  <a:chExt cx="7061" cy="711"/>
                </a:xfrm>
              </p:grpSpPr>
              <p:pic>
                <p:nvPicPr>
                  <p:cNvPr id="115" name="图片 114"/>
                  <p:cNvPicPr>
                    <a:picLocks noChangeAspect="1"/>
                  </p:cNvPicPr>
                  <p:nvPr/>
                </p:nvPicPr>
                <p:blipFill>
                  <a:blip r:embed="rId9"/>
                  <a:srcRect l="2278" t="11365" r="49" b="17885"/>
                  <a:stretch>
                    <a:fillRect/>
                  </a:stretch>
                </p:blipFill>
                <p:spPr>
                  <a:xfrm>
                    <a:off x="5601" y="9459"/>
                    <a:ext cx="6776" cy="711"/>
                  </a:xfrm>
                  <a:prstGeom prst="rect">
                    <a:avLst/>
                  </a:prstGeom>
                </p:spPr>
              </p:pic>
              <p:sp>
                <p:nvSpPr>
                  <p:cNvPr id="111" name="文本框 110"/>
                  <p:cNvSpPr txBox="1"/>
                  <p:nvPr/>
                </p:nvSpPr>
                <p:spPr>
                  <a:xfrm>
                    <a:off x="6026" y="9573"/>
                    <a:ext cx="1508" cy="483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t">
                    <a:spAutoFit/>
                  </a:bodyPr>
                  <a:p>
                    <a:pPr algn="ctr"/>
                    <a:r>
                      <a:rPr 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证据支持</a:t>
                    </a:r>
                    <a:endParaRPr lang="zh-CN" sz="140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116" name="文本框 115"/>
                  <p:cNvSpPr txBox="1"/>
                  <p:nvPr/>
                </p:nvSpPr>
                <p:spPr>
                  <a:xfrm>
                    <a:off x="8508" y="9573"/>
                    <a:ext cx="1508" cy="483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t">
                    <a:spAutoFit/>
                  </a:bodyPr>
                  <a:p>
                    <a:pPr algn="ctr"/>
                    <a:r>
                      <a:rPr 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约束检查</a:t>
                    </a:r>
                    <a:endParaRPr lang="zh-CN" sz="140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</p:txBody>
              </p:sp>
              <p:sp>
                <p:nvSpPr>
                  <p:cNvPr id="117" name="文本框 116"/>
                  <p:cNvSpPr txBox="1"/>
                  <p:nvPr/>
                </p:nvSpPr>
                <p:spPr>
                  <a:xfrm>
                    <a:off x="10869" y="9573"/>
                    <a:ext cx="1793" cy="483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 anchor="t">
                    <a:spAutoFit/>
                  </a:bodyPr>
                  <a:p>
                    <a:pPr algn="ctr"/>
                    <a:r>
                      <a:rPr lang="zh-CN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rPr>
                      <a:t>可输出结果</a:t>
                    </a:r>
                    <a:endParaRPr lang="zh-CN" sz="140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endParaRPr>
                  </a:p>
                </p:txBody>
              </p:sp>
            </p:grpSp>
            <p:sp>
              <p:nvSpPr>
                <p:cNvPr id="106" name="圆角矩形 105"/>
                <p:cNvSpPr/>
                <p:nvPr/>
              </p:nvSpPr>
              <p:spPr>
                <a:xfrm>
                  <a:off x="5506" y="8842"/>
                  <a:ext cx="7015" cy="1462"/>
                </a:xfrm>
                <a:prstGeom prst="roundRect">
                  <a:avLst>
                    <a:gd name="adj" fmla="val 9172"/>
                  </a:avLst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8" name="文本框 107"/>
                <p:cNvSpPr txBox="1"/>
                <p:nvPr/>
              </p:nvSpPr>
              <p:spPr>
                <a:xfrm>
                  <a:off x="6699" y="8928"/>
                  <a:ext cx="4630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zh-CN" sz="1600" b="1">
                      <a:latin typeface="微软雅黑" panose="020B0503020204020204" charset="-122"/>
                      <a:ea typeface="微软雅黑" panose="020B0503020204020204" charset="-122"/>
                    </a:rPr>
                    <a:t>状态转换与输出决策</a:t>
                  </a:r>
                  <a:endParaRPr lang="zh-CN" sz="16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121" name="矩形 120"/>
            <p:cNvSpPr/>
            <p:nvPr/>
          </p:nvSpPr>
          <p:spPr>
            <a:xfrm>
              <a:off x="12940" y="435"/>
              <a:ext cx="3969" cy="98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>
                      <a:lumMod val="50000"/>
                      <a:lumOff val="5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12940" y="435"/>
              <a:ext cx="3969" cy="848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>
                  <a:latin typeface="微软雅黑" panose="020B0503020204020204" charset="-122"/>
                  <a:ea typeface="微软雅黑" panose="020B0503020204020204" charset="-122"/>
                </a:rPr>
                <a:t>输出</a:t>
              </a:r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40" name="组合 139"/>
            <p:cNvGrpSpPr/>
            <p:nvPr/>
          </p:nvGrpSpPr>
          <p:grpSpPr>
            <a:xfrm rot="0">
              <a:off x="13054" y="1713"/>
              <a:ext cx="3742" cy="3574"/>
              <a:chOff x="13051" y="1380"/>
              <a:chExt cx="3742" cy="3574"/>
            </a:xfrm>
          </p:grpSpPr>
          <p:pic>
            <p:nvPicPr>
              <p:cNvPr id="138" name="图片 137"/>
              <p:cNvPicPr>
                <a:picLocks noChangeAspect="1"/>
              </p:cNvPicPr>
              <p:nvPr/>
            </p:nvPicPr>
            <p:blipFill>
              <a:blip r:embed="rId10">
                <a:grayscl/>
              </a:blip>
              <a:stretch>
                <a:fillRect/>
              </a:stretch>
            </p:blipFill>
            <p:spPr>
              <a:xfrm>
                <a:off x="13206" y="1554"/>
                <a:ext cx="3542" cy="3217"/>
              </a:xfrm>
              <a:prstGeom prst="rect">
                <a:avLst/>
              </a:prstGeom>
            </p:spPr>
          </p:pic>
          <p:grpSp>
            <p:nvGrpSpPr>
              <p:cNvPr id="123" name="组合 122"/>
              <p:cNvGrpSpPr/>
              <p:nvPr/>
            </p:nvGrpSpPr>
            <p:grpSpPr>
              <a:xfrm>
                <a:off x="13051" y="1380"/>
                <a:ext cx="3742" cy="3574"/>
                <a:chOff x="1111" y="1362"/>
                <a:chExt cx="3742" cy="4846"/>
              </a:xfrm>
            </p:grpSpPr>
            <p:sp>
              <p:nvSpPr>
                <p:cNvPr id="124" name="圆角矩形 123"/>
                <p:cNvSpPr/>
                <p:nvPr/>
              </p:nvSpPr>
              <p:spPr>
                <a:xfrm>
                  <a:off x="1111" y="1362"/>
                  <a:ext cx="3742" cy="4846"/>
                </a:xfrm>
                <a:prstGeom prst="roundRect">
                  <a:avLst>
                    <a:gd name="adj" fmla="val 9172"/>
                  </a:avLst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6" name="文本框 125"/>
                <p:cNvSpPr txBox="1"/>
                <p:nvPr/>
              </p:nvSpPr>
              <p:spPr>
                <a:xfrm>
                  <a:off x="1999" y="1572"/>
                  <a:ext cx="2470" cy="58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zh-CN" altLang="en-US" sz="1200" b="1">
                      <a:latin typeface="微软雅黑" panose="020B0503020204020204" charset="-122"/>
                      <a:ea typeface="微软雅黑" panose="020B0503020204020204" charset="-122"/>
                    </a:rPr>
                    <a:t>结构化布局</a:t>
                  </a:r>
                  <a:r>
                    <a:rPr lang="en-US" altLang="zh-CN" sz="1200" b="1">
                      <a:latin typeface="微软雅黑" panose="020B0503020204020204" charset="-122"/>
                      <a:ea typeface="微软雅黑" panose="020B0503020204020204" charset="-122"/>
                    </a:rPr>
                    <a:t>YAML</a:t>
                  </a:r>
                  <a:endParaRPr lang="en-US" altLang="zh-CN" sz="12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141" name="组合 140"/>
            <p:cNvGrpSpPr/>
            <p:nvPr/>
          </p:nvGrpSpPr>
          <p:grpSpPr>
            <a:xfrm rot="0">
              <a:off x="13054" y="5910"/>
              <a:ext cx="3742" cy="3978"/>
              <a:chOff x="13051" y="6225"/>
              <a:chExt cx="3742" cy="3978"/>
            </a:xfrm>
          </p:grpSpPr>
          <p:grpSp>
            <p:nvGrpSpPr>
              <p:cNvPr id="131" name="组合 130"/>
              <p:cNvGrpSpPr/>
              <p:nvPr/>
            </p:nvGrpSpPr>
            <p:grpSpPr>
              <a:xfrm>
                <a:off x="13051" y="6225"/>
                <a:ext cx="3742" cy="3978"/>
                <a:chOff x="1090" y="6191"/>
                <a:chExt cx="3742" cy="3978"/>
              </a:xfrm>
            </p:grpSpPr>
            <p:sp>
              <p:nvSpPr>
                <p:cNvPr id="132" name="圆角矩形 131"/>
                <p:cNvSpPr/>
                <p:nvPr/>
              </p:nvSpPr>
              <p:spPr>
                <a:xfrm>
                  <a:off x="1090" y="6191"/>
                  <a:ext cx="3742" cy="3978"/>
                </a:xfrm>
                <a:prstGeom prst="roundRect">
                  <a:avLst>
                    <a:gd name="adj" fmla="val 9172"/>
                  </a:avLst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3" name="文本框 132"/>
                <p:cNvSpPr txBox="1"/>
                <p:nvPr/>
              </p:nvSpPr>
              <p:spPr>
                <a:xfrm>
                  <a:off x="1726" y="6353"/>
                  <a:ext cx="2470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zh-CN" altLang="en-US" sz="1200" b="1"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二维户型平面图</a:t>
                  </a:r>
                  <a:endParaRPr lang="zh-CN" altLang="en-US" sz="1200" b="1">
                    <a:latin typeface="微软雅黑" panose="020B0503020204020204" charset="-122"/>
                    <a:ea typeface="微软雅黑" panose="020B0503020204020204" charset="-122"/>
                    <a:sym typeface="+mn-ea"/>
                  </a:endParaRPr>
                </a:p>
              </p:txBody>
            </p:sp>
          </p:grpSp>
          <p:pic>
            <p:nvPicPr>
              <p:cNvPr id="139" name="图片 138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146" y="6947"/>
                <a:ext cx="3552" cy="2998"/>
              </a:xfrm>
              <a:prstGeom prst="rect">
                <a:avLst/>
              </a:prstGeom>
            </p:spPr>
          </p:pic>
        </p:grpSp>
        <p:sp>
          <p:nvSpPr>
            <p:cNvPr id="142" name="右箭头 141"/>
            <p:cNvSpPr/>
            <p:nvPr/>
          </p:nvSpPr>
          <p:spPr>
            <a:xfrm>
              <a:off x="4858" y="5011"/>
              <a:ext cx="564" cy="72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3" name="右箭头 142"/>
            <p:cNvSpPr/>
            <p:nvPr/>
          </p:nvSpPr>
          <p:spPr>
            <a:xfrm>
              <a:off x="12514" y="5011"/>
              <a:ext cx="564" cy="72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8"/>
            <a:srcRect l="5865" t="9466" r="82261" b="21656"/>
            <a:stretch>
              <a:fillRect/>
            </a:stretch>
          </p:blipFill>
          <p:spPr>
            <a:xfrm>
              <a:off x="9554" y="4692"/>
              <a:ext cx="648" cy="493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9040" y="5412"/>
              <a:ext cx="1773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受约束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LLM</a:t>
              </a:r>
              <a:endPara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ctr"/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动作修正</a:t>
              </a:r>
              <a:endPara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1043940" y="412750"/>
            <a:ext cx="10104120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export_178910587928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2905" y="-1197610"/>
            <a:ext cx="15047595" cy="847153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52859" y="270510"/>
            <a:ext cx="2520315" cy="62725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50000"/>
                    <a:lumOff val="5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53017" y="270510"/>
            <a:ext cx="2520000" cy="5384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多模态输入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24932" y="864870"/>
            <a:ext cx="2376170" cy="1816100"/>
            <a:chOff x="1111" y="1362"/>
            <a:chExt cx="3742" cy="2860"/>
          </a:xfrm>
        </p:grpSpPr>
        <p:sp>
          <p:nvSpPr>
            <p:cNvPr id="18" name="圆角矩形 17"/>
            <p:cNvSpPr/>
            <p:nvPr/>
          </p:nvSpPr>
          <p:spPr>
            <a:xfrm>
              <a:off x="1111" y="1362"/>
              <a:ext cx="3742" cy="2860"/>
            </a:xfrm>
            <a:prstGeom prst="roundRect">
              <a:avLst>
                <a:gd name="adj" fmla="val 9172"/>
              </a:avLst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/>
            <a:srcRect t="2846"/>
            <a:stretch>
              <a:fillRect/>
            </a:stretch>
          </p:blipFill>
          <p:spPr>
            <a:xfrm>
              <a:off x="1675" y="1407"/>
              <a:ext cx="2614" cy="2381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1747" y="3788"/>
              <a:ext cx="247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弱观测家庭轮廓图</a:t>
              </a:r>
              <a:endParaRPr lang="zh-CN" altLang="en-US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24932" y="2753360"/>
            <a:ext cx="2376170" cy="1816100"/>
            <a:chOff x="1087" y="4310"/>
            <a:chExt cx="3742" cy="286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3" y="4626"/>
              <a:ext cx="3551" cy="2010"/>
            </a:xfrm>
            <a:prstGeom prst="rect">
              <a:avLst/>
            </a:prstGeom>
          </p:spPr>
        </p:pic>
        <p:sp>
          <p:nvSpPr>
            <p:cNvPr id="19" name="圆角矩形 18"/>
            <p:cNvSpPr/>
            <p:nvPr/>
          </p:nvSpPr>
          <p:spPr>
            <a:xfrm>
              <a:off x="1087" y="4310"/>
              <a:ext cx="3742" cy="2860"/>
            </a:xfrm>
            <a:prstGeom prst="roundRect">
              <a:avLst>
                <a:gd name="adj" fmla="val 9172"/>
              </a:avLst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723" y="6736"/>
              <a:ext cx="247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人员位置轨迹数据</a:t>
              </a:r>
              <a:endParaRPr lang="zh-CN" altLang="en-US" sz="12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24932" y="4641850"/>
            <a:ext cx="2376170" cy="1816100"/>
            <a:chOff x="1090" y="7309"/>
            <a:chExt cx="3742" cy="2860"/>
          </a:xfrm>
        </p:grpSpPr>
        <p:sp>
          <p:nvSpPr>
            <p:cNvPr id="22" name="圆角矩形 21"/>
            <p:cNvSpPr/>
            <p:nvPr/>
          </p:nvSpPr>
          <p:spPr>
            <a:xfrm>
              <a:off x="1090" y="7309"/>
              <a:ext cx="3742" cy="2860"/>
            </a:xfrm>
            <a:prstGeom prst="roundRect">
              <a:avLst>
                <a:gd name="adj" fmla="val 9172"/>
              </a:avLst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726" y="9735"/>
              <a:ext cx="247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具名智能设备锚点</a:t>
              </a:r>
              <a:endParaRPr lang="zh-CN" altLang="en-US" sz="12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4"/>
            <a:srcRect l="3801" r="3725"/>
            <a:stretch>
              <a:fillRect/>
            </a:stretch>
          </p:blipFill>
          <p:spPr>
            <a:xfrm>
              <a:off x="1251" y="7634"/>
              <a:ext cx="3420" cy="2086"/>
            </a:xfrm>
            <a:prstGeom prst="rect">
              <a:avLst/>
            </a:prstGeom>
          </p:spPr>
        </p:pic>
      </p:grpSp>
      <p:sp>
        <p:nvSpPr>
          <p:cNvPr id="28" name="文本框 27"/>
          <p:cNvSpPr txBox="1"/>
          <p:nvPr/>
        </p:nvSpPr>
        <p:spPr>
          <a:xfrm>
            <a:off x="753507" y="5181600"/>
            <a:ext cx="2319020" cy="229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冰箱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洗衣机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电视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烤箱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灶具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362960" y="270510"/>
            <a:ext cx="4678680" cy="62725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50000"/>
                    <a:lumOff val="5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3362960" y="270510"/>
            <a:ext cx="4678680" cy="5384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家庭空间布局语义重建方法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484245" y="963295"/>
            <a:ext cx="4454525" cy="1442085"/>
            <a:chOff x="1111" y="1362"/>
            <a:chExt cx="3742" cy="2860"/>
          </a:xfrm>
        </p:grpSpPr>
        <p:sp>
          <p:nvSpPr>
            <p:cNvPr id="32" name="圆角矩形 31"/>
            <p:cNvSpPr/>
            <p:nvPr/>
          </p:nvSpPr>
          <p:spPr>
            <a:xfrm>
              <a:off x="1111" y="1362"/>
              <a:ext cx="3742" cy="2860"/>
            </a:xfrm>
            <a:prstGeom prst="roundRect">
              <a:avLst>
                <a:gd name="adj" fmla="val 9172"/>
              </a:avLst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747" y="1362"/>
              <a:ext cx="2470" cy="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结构解析</a:t>
              </a:r>
              <a:endParaRPr lang="zh-CN" altLang="en-US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7180" y="1178560"/>
            <a:ext cx="3005455" cy="1176020"/>
          </a:xfrm>
          <a:prstGeom prst="rect">
            <a:avLst/>
          </a:prstGeom>
        </p:spPr>
      </p:pic>
      <p:sp>
        <p:nvSpPr>
          <p:cNvPr id="42" name="圆角矩形 41"/>
          <p:cNvSpPr/>
          <p:nvPr/>
        </p:nvSpPr>
        <p:spPr>
          <a:xfrm>
            <a:off x="3484245" y="2559685"/>
            <a:ext cx="4454525" cy="1442085"/>
          </a:xfrm>
          <a:prstGeom prst="roundRect">
            <a:avLst>
              <a:gd name="adj" fmla="val 9172"/>
            </a:avLst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4857750" y="4256405"/>
            <a:ext cx="2324100" cy="1828800"/>
            <a:chOff x="7650" y="6703"/>
            <a:chExt cx="3660" cy="2880"/>
          </a:xfrm>
        </p:grpSpPr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50" y="6703"/>
              <a:ext cx="3660" cy="2880"/>
            </a:xfrm>
            <a:prstGeom prst="rect">
              <a:avLst/>
            </a:prstGeom>
          </p:spPr>
        </p:pic>
        <p:sp>
          <p:nvSpPr>
            <p:cNvPr id="44" name="矩形 43"/>
            <p:cNvSpPr/>
            <p:nvPr/>
          </p:nvSpPr>
          <p:spPr>
            <a:xfrm>
              <a:off x="7890" y="7011"/>
              <a:ext cx="982" cy="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CC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7890" y="8792"/>
              <a:ext cx="564" cy="6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CC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10472" y="8792"/>
              <a:ext cx="564" cy="6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CC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10508" y="6998"/>
              <a:ext cx="564" cy="6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CC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9762" y="7633"/>
              <a:ext cx="419" cy="52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CC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10508" y="7811"/>
              <a:ext cx="382" cy="58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CC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8289290" y="4353560"/>
            <a:ext cx="2324100" cy="1828800"/>
            <a:chOff x="13054" y="6856"/>
            <a:chExt cx="3660" cy="2880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054" y="6856"/>
              <a:ext cx="3660" cy="2880"/>
            </a:xfrm>
            <a:prstGeom prst="rect">
              <a:avLst/>
            </a:prstGeom>
          </p:spPr>
        </p:pic>
        <p:sp>
          <p:nvSpPr>
            <p:cNvPr id="53" name="矩形 52"/>
            <p:cNvSpPr/>
            <p:nvPr/>
          </p:nvSpPr>
          <p:spPr>
            <a:xfrm>
              <a:off x="13294" y="7164"/>
              <a:ext cx="982" cy="99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15876" y="9254"/>
              <a:ext cx="564" cy="3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15767" y="7151"/>
              <a:ext cx="709" cy="66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15166" y="7786"/>
              <a:ext cx="419" cy="5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15166" y="8731"/>
              <a:ext cx="419" cy="52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8568690" y="1796415"/>
            <a:ext cx="2324100" cy="1828800"/>
            <a:chOff x="13494" y="2829"/>
            <a:chExt cx="3660" cy="2880"/>
          </a:xfrm>
        </p:grpSpPr>
        <p:grpSp>
          <p:nvGrpSpPr>
            <p:cNvPr id="61" name="组合 60"/>
            <p:cNvGrpSpPr/>
            <p:nvPr/>
          </p:nvGrpSpPr>
          <p:grpSpPr>
            <a:xfrm>
              <a:off x="13494" y="2829"/>
              <a:ext cx="3660" cy="2880"/>
              <a:chOff x="13054" y="6856"/>
              <a:chExt cx="3660" cy="2880"/>
            </a:xfrm>
          </p:grpSpPr>
          <p:pic>
            <p:nvPicPr>
              <p:cNvPr id="62" name="图片 6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054" y="6856"/>
                <a:ext cx="3660" cy="2880"/>
              </a:xfrm>
              <a:prstGeom prst="rect">
                <a:avLst/>
              </a:prstGeom>
            </p:spPr>
          </p:pic>
          <p:sp>
            <p:nvSpPr>
              <p:cNvPr id="63" name="矩形 62"/>
              <p:cNvSpPr/>
              <p:nvPr/>
            </p:nvSpPr>
            <p:spPr>
              <a:xfrm>
                <a:off x="13294" y="7164"/>
                <a:ext cx="982" cy="99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4" name="矩形 63"/>
              <p:cNvSpPr/>
              <p:nvPr/>
            </p:nvSpPr>
            <p:spPr>
              <a:xfrm>
                <a:off x="15876" y="9254"/>
                <a:ext cx="564" cy="32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15767" y="7151"/>
                <a:ext cx="709" cy="66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15166" y="7786"/>
                <a:ext cx="419" cy="52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" name="矩形 66"/>
              <p:cNvSpPr/>
              <p:nvPr/>
            </p:nvSpPr>
            <p:spPr>
              <a:xfrm>
                <a:off x="15166" y="8731"/>
                <a:ext cx="419" cy="52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69" name="矩形 68"/>
            <p:cNvSpPr/>
            <p:nvPr/>
          </p:nvSpPr>
          <p:spPr>
            <a:xfrm>
              <a:off x="13734" y="4918"/>
              <a:ext cx="564" cy="6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CC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2" name="矩形 71"/>
            <p:cNvSpPr/>
            <p:nvPr/>
          </p:nvSpPr>
          <p:spPr>
            <a:xfrm>
              <a:off x="15606" y="3759"/>
              <a:ext cx="419" cy="52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CC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all_furniture_over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500" y="-281305"/>
            <a:ext cx="3429000" cy="6858000"/>
          </a:xfrm>
          <a:prstGeom prst="rect">
            <a:avLst/>
          </a:prstGeom>
        </p:spPr>
      </p:pic>
      <p:pic>
        <p:nvPicPr>
          <p:cNvPr id="5" name="图片 4" descr="greyro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480" y="128270"/>
            <a:ext cx="3429000" cy="6858000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635" y="-19685"/>
            <a:ext cx="3434080" cy="6859270"/>
            <a:chOff x="1" y="-31"/>
            <a:chExt cx="5408" cy="10802"/>
          </a:xfrm>
        </p:grpSpPr>
        <p:sp>
          <p:nvSpPr>
            <p:cNvPr id="15" name="矩形 14"/>
            <p:cNvSpPr/>
            <p:nvPr/>
          </p:nvSpPr>
          <p:spPr>
            <a:xfrm>
              <a:off x="1" y="-31"/>
              <a:ext cx="5409" cy="10802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354" y="202"/>
              <a:ext cx="4747" cy="9900"/>
              <a:chOff x="5630" y="202"/>
              <a:chExt cx="4747" cy="9900"/>
            </a:xfrm>
            <a:solidFill>
              <a:srgbClr val="7F7F7F"/>
            </a:solidFill>
          </p:grpSpPr>
          <p:pic>
            <p:nvPicPr>
              <p:cNvPr id="6" name="图片 5" descr="room1_final_candidates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23" y="202"/>
                <a:ext cx="1541" cy="1143"/>
              </a:xfrm>
              <a:prstGeom prst="rect">
                <a:avLst/>
              </a:prstGeom>
              <a:grpFill/>
            </p:spPr>
          </p:pic>
          <p:pic>
            <p:nvPicPr>
              <p:cNvPr id="7" name="图片 6" descr="room3_final_candidates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23" y="1269"/>
                <a:ext cx="1555" cy="3180"/>
              </a:xfrm>
              <a:prstGeom prst="rect">
                <a:avLst/>
              </a:prstGeom>
              <a:grpFill/>
            </p:spPr>
          </p:pic>
          <p:pic>
            <p:nvPicPr>
              <p:cNvPr id="8" name="图片 7" descr="room2_final_candidates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62" y="1269"/>
                <a:ext cx="2472" cy="4615"/>
              </a:xfrm>
              <a:prstGeom prst="rect">
                <a:avLst/>
              </a:prstGeom>
              <a:grpFill/>
            </p:spPr>
          </p:pic>
          <p:pic>
            <p:nvPicPr>
              <p:cNvPr id="9" name="图片 8" descr="room4_final_candidates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23" y="4445"/>
                <a:ext cx="1541" cy="1485"/>
              </a:xfrm>
              <a:prstGeom prst="rect">
                <a:avLst/>
              </a:prstGeom>
              <a:grpFill/>
            </p:spPr>
          </p:pic>
          <p:pic>
            <p:nvPicPr>
              <p:cNvPr id="10" name="图片 9" descr="room5_final_candidates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30" y="5884"/>
                <a:ext cx="2286" cy="3120"/>
              </a:xfrm>
              <a:prstGeom prst="rect">
                <a:avLst/>
              </a:prstGeom>
              <a:grpFill/>
            </p:spPr>
          </p:pic>
          <p:pic>
            <p:nvPicPr>
              <p:cNvPr id="11" name="图片 10" descr="room6_final_candidates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916" y="5884"/>
                <a:ext cx="2447" cy="3120"/>
              </a:xfrm>
              <a:prstGeom prst="rect">
                <a:avLst/>
              </a:prstGeom>
              <a:grpFill/>
            </p:spPr>
          </p:pic>
          <p:pic>
            <p:nvPicPr>
              <p:cNvPr id="12" name="图片 11" descr="room7_final_candidates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30" y="9004"/>
                <a:ext cx="2287" cy="1098"/>
              </a:xfrm>
              <a:prstGeom prst="rect">
                <a:avLst/>
              </a:prstGeom>
              <a:grpFill/>
            </p:spPr>
          </p:pic>
        </p:grp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7690" y="-3810"/>
            <a:ext cx="3436620" cy="6865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91515" y="594043"/>
            <a:ext cx="3887470" cy="4446905"/>
          </a:xfrm>
          <a:prstGeom prst="rect">
            <a:avLst/>
          </a:prstGeom>
        </p:spPr>
      </p:pic>
      <p:grpSp>
        <p:nvGrpSpPr>
          <p:cNvPr id="19" name="组合 18"/>
          <p:cNvGrpSpPr/>
          <p:nvPr>
            <p:custDataLst>
              <p:tags r:id="rId3"/>
            </p:custDataLst>
          </p:nvPr>
        </p:nvGrpSpPr>
        <p:grpSpPr>
          <a:xfrm>
            <a:off x="5153660" y="1731010"/>
            <a:ext cx="3479800" cy="3401060"/>
            <a:chOff x="8944" y="2526"/>
            <a:chExt cx="5480" cy="5356"/>
          </a:xfrm>
        </p:grpSpPr>
        <p:pic>
          <p:nvPicPr>
            <p:cNvPr id="3" name="ECB019B1-382A-4266-B25C-5B523AA43C14-1" descr="C:/Users/ASUS/AppData/Local/Temp/wpp.QONYwmwpp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8944" y="2526"/>
              <a:ext cx="3958" cy="5356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>
              <p:custDataLst>
                <p:tags r:id="rId6"/>
              </p:custDataLst>
            </p:nvPr>
          </p:nvSpPr>
          <p:spPr>
            <a:xfrm>
              <a:off x="12304" y="2830"/>
              <a:ext cx="2120" cy="4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置信度</a:t>
              </a:r>
              <a:r>
                <a:rPr lang="en-US" altLang="zh-CN" sz="1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0.8</a:t>
              </a:r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zh-CN" altLang="en-US" sz="1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置信度</a:t>
              </a:r>
              <a:r>
                <a:rPr lang="en-US" altLang="zh-CN" sz="1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0.9</a:t>
              </a:r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r>
                <a:rPr lang="zh-CN" altLang="en-US" sz="1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置信度</a:t>
              </a:r>
              <a:r>
                <a:rPr lang="en-US" altLang="zh-CN" sz="1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0.4-0.7</a:t>
              </a:r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r>
                <a:rPr lang="zh-CN" altLang="en-US" sz="1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置信度</a:t>
              </a:r>
              <a:r>
                <a:rPr lang="en-US" altLang="zh-CN" sz="1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0.7-0.9</a:t>
              </a:r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r>
                <a:rPr lang="zh-CN" altLang="en-US" sz="1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置信度</a:t>
              </a:r>
              <a:r>
                <a:rPr lang="en-US" altLang="zh-CN" sz="1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0.4-0.7</a:t>
              </a:r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r>
                <a:rPr lang="zh-CN" altLang="en-US" sz="1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置信度</a:t>
              </a:r>
              <a:r>
                <a:rPr lang="en-US" altLang="zh-CN" sz="1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0.5-0.6</a:t>
              </a:r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  <a:p>
              <a:r>
                <a:rPr lang="zh-CN" altLang="en-US" sz="1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置信度</a:t>
              </a:r>
              <a:r>
                <a:rPr lang="en-US" altLang="zh-CN" sz="1000" b="1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+mn-ea"/>
                </a:rPr>
                <a:t> 0.5-0.8</a:t>
              </a:r>
              <a:endPara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5" name="ECB019B1-382A-4266-B25C-5B523AA43C14-2" descr="wpp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179560" y="1239520"/>
            <a:ext cx="2513330" cy="438404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11313160" y="1924050"/>
            <a:ext cx="1346200" cy="3014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置信度</a:t>
            </a:r>
            <a:r>
              <a: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0.8</a:t>
            </a:r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置信度</a:t>
            </a:r>
            <a:r>
              <a: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0.9</a:t>
            </a:r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置信度</a:t>
            </a:r>
            <a:r>
              <a: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0.4-0.7</a:t>
            </a:r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置信度</a:t>
            </a:r>
            <a:r>
              <a: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0.7-0.9</a:t>
            </a:r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置信度</a:t>
            </a:r>
            <a:r>
              <a: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0.4-0.7</a:t>
            </a:r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置信度</a:t>
            </a:r>
            <a:r>
              <a: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0.5-0.6</a:t>
            </a:r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置信度</a:t>
            </a:r>
            <a:r>
              <a:rPr lang="en-US" altLang="zh-CN" sz="1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0.5-0.8</a:t>
            </a:r>
            <a:endParaRPr lang="en-US" altLang="zh-CN" sz="1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278" y="1206183"/>
            <a:ext cx="5399405" cy="4059555"/>
          </a:xfrm>
          <a:prstGeom prst="rect">
            <a:avLst/>
          </a:prstGeom>
        </p:spPr>
      </p:pic>
      <p:pic>
        <p:nvPicPr>
          <p:cNvPr id="9" name="ECB019B1-382A-4266-B25C-5B523AA43C14-3" descr="C:/Users/ASUS/AppData/Local/Temp/wpp.sPaUdZw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988" y="653415"/>
            <a:ext cx="2982595" cy="59505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7003,&quot;width&quot;:6122}"/>
</p:tagLst>
</file>

<file path=ppt/tags/tag2.xml><?xml version="1.0" encoding="utf-8"?>
<p:tagLst xmlns:p="http://schemas.openxmlformats.org/presentationml/2006/main">
  <p:tag name="KSO_WM_DIAGRAM_VIRTUALLY_FRAME" val="{&quot;height&quot;:362,&quot;left&quot;:405.8,&quot;top&quot;:87.6,&quot;width&quot;:591}"/>
</p:tagLst>
</file>

<file path=ppt/tags/tag3.xml><?xml version="1.0" encoding="utf-8"?>
<p:tagLst xmlns:p="http://schemas.openxmlformats.org/presentationml/2006/main">
  <p:tag name="KSO_WM_DIAGRAM_VIRTUALLY_FRAME" val="{&quot;height&quot;:362,&quot;left&quot;:405.8,&quot;top&quot;:87.6,&quot;width&quot;:591}"/>
</p:tagLst>
</file>

<file path=ppt/tags/tag4.xml><?xml version="1.0" encoding="utf-8"?>
<p:tagLst xmlns:p="http://schemas.openxmlformats.org/presentationml/2006/main">
  <p:tag name="KSO_WM_DIAGRAM_VIRTUALLY_FRAME" val="{&quot;height&quot;:362,&quot;left&quot;:405.8,&quot;top&quot;:87.6,&quot;width&quot;:591}"/>
</p:tagLst>
</file>

<file path=ppt/tags/tag5.xml><?xml version="1.0" encoding="utf-8"?>
<p:tagLst xmlns:p="http://schemas.openxmlformats.org/presentationml/2006/main">
  <p:tag name="KSO_WM_DIAGRAM_VIRTUALLY_FRAME" val="{&quot;height&quot;:362,&quot;left&quot;:405.8,&quot;top&quot;:87.6,&quot;width&quot;:591}"/>
</p:tagLst>
</file>

<file path=ppt/tags/tag6.xml><?xml version="1.0" encoding="utf-8"?>
<p:tagLst xmlns:p="http://schemas.openxmlformats.org/presentationml/2006/main">
  <p:tag name="KSO_WM_DIAGRAM_VIRTUALLY_FRAME" val="{&quot;height&quot;:362,&quot;left&quot;:405.8,&quot;top&quot;:87.6,&quot;width&quot;:591}"/>
</p:tagLst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NTYyNTk0MjE3OTMyIiwKCSJHcm91cElkIiA6ICIzMDU1Njc1NjU5IiwKCSJJbWFnZSIgOiAiaVZCT1J3MEtHZ29BQUFBTlNVaEVVZ0FBQW9VQUFBUmxDQUlBQUFCQTN5bzdBQUFBQVhOU1IwSUFyczRjNlFBQUlBQkpSRUZVZUp6czNXZGNGRmZBTnZ5ekJaYmVPd2dDOW9haVlNVVdZeGRGRXpYMlhvTWdRWTBhUmNXS1dJaTlLeWF4QnJDTEphaUlCYXdnaXFJMEZ3UnAwbUhyOCtHODkvejJYWXFveU56TGZmMC9MVFBEek5sRjk1cFRoeU9YeXdrQUFBQ3dpc3QyQVFBQUFBQjVEQUFBOEw4QThoZ0FBSUI5eUdNQUFBRDJJWThCQUFEWWh6d0dBQUJnSC9JWUFBQ0FmY2hqQUFBQTlpR1BBUUFBMkljOEJnQUFZQi95R0FBQWdIM0lZd0FBQVBZaGp3RUFBTmlIUEFZQUFHQWY4aGdBQUlCOXlHTUFBQUQySVk4QkFBRFloendHQUFCZ0gvSVlBQUNBZmNoakFBQUE5aUdQQVFBQTJJYzhCZ0FBWUIveUdBQUFnSDNJWXdBQUFQWWhqd0VBQU5pSFBBWUFBR0FmOGhnQUFJQjl5R01BQUFEMklZOEJBQURZaHp3R0FBQmdIL0lZQUFDQWZjaGpBQUFBOWlHUEFRQUEySWM4QmdBQVlCL3lHQUFBZ0gxOHRpNWNXRmlZbEpLVzhlSERodzlaeFNVbGJCVURBQUNBRU1MaEVDTkRRMHRMQ3l0TEMzczdXdzBOalhvdUFBdDVMSlBKN3R5OXQyUHZnUThmTWt2THlzckt5c1JpU2YwWEF3QUFRSkZBSU5EUzFOVFUxT3pnMU5abndUejd4bmIxZVhXT1hDNnZ6K3RKcGRMQTdUc1BIajB1bFVycjg3b0FBQUMxcDY2dXZtYmxzcDg5M0RrY1R2MWNzYjd6K01MbDhJV0xsOGxrTWtLSWpyYTJVOXZXVmxZV3VqbzY5VmtHQUFBQUpYSzV2S3lzdkxDbzZINzBvL3o4VDRRUVV4T1RJL3QydEdyWm9uNEtVSy90MWVrWkgvWWVQRUxEdUlOVDIvbXpwMXRhbUd0cGFxcXBxZFZuTVFBQUFKVEk1WEtwVkNvV2kwZWtwbTNjOG1kU2NrcHVYdDdwa0hOTGZPdzBOVFhyb1FEMU9yNzZlZHlMOUl3TVFvaSt2dDZDdVROYk5HdXFyNmVITUFZQUFOWnhPQncrbjYrcHFkbXllYk5SdzRjS0JBS1pUQmJ6K0VsZS9xZjZLVUM5NW5GQlFhRklKQ2FFZEd6dlpHbGhYcCtYQmdBQXFBME9oOVBlcWEyUm9RRWhwS0N3U0N3VzE4OTE2emVQQ3d0RkloRWh4TnpjVEtOZXF2OEFBQUJmeXNqQVFGMWRuUkJTV0ZEWU1QTzRva0pFTzQ4MU5RUjhIcTgrTHcwQUFGQkxtcG9hTktUS3lzdnJiVFlRMXVjQ0FBQmdIL0lZQUFDQWZjaGpBQUFBOWlHUEFRQUEySWM4QmdBQVlCL3lHQUFBZ0gzSVl3QUFBUFloandFQUFOaUhQQVlBQUdBZjhoZ0FBSUI5eUdNQUFBRDJJWThCQUFEWWh6d0dBQUJnSC9JWUFBQ0FmY2hqQUFBQTlpR1BBUUFBMkljOEJnQUFZQi95R0FBQWdIM0lZd0FBQVBZaGp3RUFBTmlIUEFaMmxKV1ZzVjBFQUlEL1JaREg4TDJjUDM4K0xDeE1JcEZVdVhmbHlwVmJ0MjdOeTh1cjkzS3B0dVBIajErNmRLbTh2UHlMZmlzMk5yYXdzUEI3bEVjc0Z1L2J0eThwS1VseFkwbEp5ZGVkcmNwL0xVRkJRUWtKQ2JVOHc1TW5UNktqbytWeStkY1ZvRXJQbno4L2Z2eDRSVVZGSFo0VG9ETGtNWHd2RHg4K1BIVG9rS2VuNTRzWEw1UjJ2WDM3TmlFaElTSWlZdDY4ZWZIeDhiVTVXM2w1K2RhdFcwTkNRcjVUcnFpSzVPVGt2WHYzenB3NU16bzZ1cGEvSWhLSk5tM2FOSC8rL0NkUG50VCtWNnJjbnAyZHZXWExGc1YwVkZOVHUzbnpwcGVYbDdlMzk0MGJOK2pHTFZ1MjdOaXhvN3Bic2VwRVIwZlBtemN2TXpOVGFYdGNYTnlpUll1V0wxOWVlVmRsbVptWi92NytzMmZQdm5UcDBsZWtjbUppWWt4TWpOTEd1M2Z2bmo1OWV1N2N1ZmZ1M2Z2U0V3TFVIcC90QWtEREpCYUw2YmUybnA2ZXJhMnQwdDZ3c0RENndzaklxR1hMbHA4OW0xd3VEd2dJb0YrVUowNmM4UER3R0QxNk5KL2Y4UC8xbmp4NWNzQ0FBWWFHaHN5V0pVdVcrUHI2cHFTa2JOdTI3Y1NKRTh4MnFWUWFFUkhSdDI5ZkxsZjVKbHRkWFgzcTFLbEJRVUdyVnEyYU0yZk9Eei84VVBORm82T2pqeDA3NXUvdmIybHBxYlNyc0xEdzBhTkh0MjdkY25KeW1qbHpwcDJkSFNGRVMwdXJyS3hNS3BXMmFOR0MxaWJwWHlvek0zUHAwcVU2T2pyTXIzLzgrSEhyMXEzVjFaNkZRcUZFSWxtMmJObjY5ZXN6TWpKYXQyNHRFQWdJSVJvYUdvUVFYVjFkTXpPenlyOFZGaGFXbjU4L1pzd1lMUzB0K21ZSklSOCtmSkRKWkJ3T3A0YTNHUjhmWHpsZm82S2k4dlB6WjgyYU5XVElFTHBGS3BVK2VQQ0Ezb3ZVYmJVYlFFbkQvMFlEVnJ4NTg0YldzZWJQbjYrbnAzZnAwaVVIQndjYXZRa0pDYmR2MzZiZjQrL2Z2dzhORFIwMWFsVE5aK053T0w2K3ZnOGZQZ3dQRDQrUGp6OXg0c1R6NTgvOS9mM3BsMjhEZHUvZXZiQ3dzRzdkdXZGNFBHWWpiVGd0TGk3ZXRXc1hzekVqSXlNMk52YkpreWMrUGo2S2R5bzNiOTVzMTY1ZHYzNzl3c1BERXhJUzl1M2JGeFVWRlJzYis5bExMMTI2ZE9QR2pSWVdGb29iSFIwZDE2eFpzM3o1OHVmUG4vLzIyMi9yMXExcjNydzUzVFZnd0FBYkd4dXhXSHp3NEVGQ0NJL0hVMU5UaTQrUDc5eTVNL1ByWm1abVU2Wk0yYng1czZHaFlVWkdSbEZSa1ltSmlZV0ZSWEp5Y2tsSmlibTV1YW1wS1NIa24zLytlZjc4ZVhsNWVaY3VYVWFNR0VIZlRwczJiU3JmYWhCQ25qNTkrdVRKazF1M2JrMmVQTGxQbno3MGcrSnl1Y09HRGF2NURiWnMyVEk4UER3aUlxTHlyb2lJaUo0OWUrcnE2aEpDN3R5NTgrblRKN3I5UzdzSkFMNEk4aGpxakZRcVBYdjJMRzFQVGtsSklZUUlCSUx3OFBDQ2dvTGJ0Mi9yNnVvR0JBUllXMXZ2MzcrZkVHSnFhdXJ2NysvcjYvdlhYMytabXByMjdObXo1cE5yYVduMTZkT25UNTgrejU4LzM3UnAwOHVYTDBORFE4ZU1HVk0vYnkwZ0lDQXlNcEw1c1UyYk5oczJiUGpTWSs3ZnY3OSsvWHI2ZXU3Y3VZTUhEMloyK2ZyNnZuNzltcjdldkhrenJXalMybDVKU2NuTm16Y1Y4NWh4OCtaTjVyVllMS1l0cTg3T3p2MzY5V08yUjBWRjdkeTVzMmZQbmwyNmRFbElTSkRKWk43ZTNuLy8vWGRoWWFHWm1SbXRlaXE1ZlBseVdWbFppeFl0Rk92bGpLWk5tM3A3ZTIvWXNLR2lvaUltSm9iSlkrckVpUk1wS1NtNnVycExseTV0MjdadFJVVkZlbnE2dGJVMWMwQ0xGaTBPSFRwRUNGbTdkdTNEaHc5NzllbzFaY3FVcFV1WHZuanhZc0NBQVQvLy9ETTk3TmRmZjgzTHk4dk16RFF6TTZ1aG1sdGVYazc3TzNnOG5xYW1KaUdreWxhVE4yL2VDQVFDV3B0bmNMbGNiMi92dG0zYm5qcDFhc0dDQmUzYXRVdElTRmkwYUJFaHhOL2ZuNTVOTHBlZlBYdVdFTksyYmR2MDlQUy8vdnFyUjQ4ZXROWU9VT2VReDFCbmVEeGVwMDZkbGk5ZnpqUklWbFJVbkQ5L25yNHVLaXBhdFdwVnAwNmRFaE1UT1J5T2w1ZVh0YlgxekprenQyM2J0bm56NXN6TXpKRWpSOWFtQ2RySnllbW5uMzQ2Y3VUSWhRc1hSbzRjcWFhbTlwM2ZGaUdFZE96WVVTd1cwM2JMenAwN3QyL2YvaXVPc2JDdzZOZXZIKzFrZmZmdUhiTmRJcEVrSnlmVDEwT0dEREV5TW1KMjBRK2tmLy8rOCtmUHI3bUVpeGN2ZnZYcTFkQ2hReFhEbUNhNlJDSzVjK2VPaDRlSGhZVkZ1M2J0VEUxTnZiMjlhempWclZ1M3lzcksyclJwVTEzd2RPdld6ZG5aK2NtVEoyM2J0bFhjbnBDUThPKy8vNXFZbVBqNys5dlkySlNXbHZyNyt3dUZ3bzBiTnlwR2NnMW9HL0tNR1RQb243VlRwMDdhMnRvMUhCOFRFME5iQzZaTW1kSzFhMWZGWGN4UVFkcWp6T2Z6TjJ6WVlHTmpvM2dNbDh1MXM3UEx5c3Bhdm54NWp4NDk2QmwwZEhSb0dOUDdtN1MwTkE2SE0zMzY5S2lvcURObnpodzhlUEN6Znd1QXI0TThocnJrNk9pNGVmTm1rVWkwZHUzYW5KeWNHVE5tREIwNmxLbmIzYjE3TnlBZ2dCQXliOTQ4Snljbm1tRjAxL0hqeC8vNzc3L3g0OGU3dXJwK3R2NlJrNU5EQ0Nrb0tIanc0SUdibTl2M2YxdmtoeDkrTURVMXBWbnI3dTdlcmwyN3J6akczdDUrNHNTSmxmTTRPVG1aR1Q4MVo4NGN4Vitwc2xyOFJXaXd0V3ZYYnRLa1NXUEdqTGw2OWVxQkF3ZCsrZVVYcGx0WEpCSnQyN2F0VFpzMlRJK3Brb3lNakdYTGx1WG01bGJlOWNjZmZ6Q3Y5KzNiUjEvazVPVE1uVHRYNmJCTm16YXBxNnVmUDM5ZUpwUFJqV2xwYVlTUUZ5OWVIRDE2bEE3VWlvNk9QblhxVkVWRlJWRlJVUzNmT05QYXZIbno1czJiTnpQYlpUTFo1TW1UbFE1ZXZuejVoZzBickt5c0ZEZlM5OFhuODBlT0hQbnk1VXRDaUltSkNkMVZYRnhNMjk0SERoem82T2hvYUdoNCtmTGxxMWV2MnRqWURCOCt2RGJGQS9naXlHT29ZNDBhTmJwKy9YcE9UazdyMXExRFFrSXVYYm8wZXZUbzNyMTczNzkvbjRZeEllVG8wYU5Iang1bFdsbXA5UFQwZ0lBQWRYVjFEdytQQ1JNbTFIQ0o1OCtmMHhjUkVSSDFrOGQxTGpVMVZTS1IwT3J2bXpkdnFqdU1OdFZldlhyMTZ0V3J0VG10NHVkSktmYTVDZ1FDRG9kei92ejVLMWV1TUYzdkVvbWtvcUtDVmdTVmNwU3lzckphdjM3OTVzMmJUVTFORFEwTm1UYU1pb3FLOFBCd3BZUGJ0R25qNE9CUStTUXhNVEZEaGd3eE16TlQ3UE1taEx4Ky9acHBxR2VHYlZmWnAxdVpVQ2g4OU9nUkljVE56WTFwV3MvSXlIajA2QkdIdzVrNGNXTGxYM256NWsyVmVXeHVidDYwYWRNN2QrN1FuaFM2NjlDaFEzbDVlZmIyOXRPblQ2ZGpEeWRPbkxoMzc5NkRCdy9tNWVWTm1EQ2hmdHBtNFA4TzVESFVNWmxNRmhJU1FnanAzYnYzdVhQbmhFTGhQLy84azVDUUVCNGVycU9qNCt2cmEyTmprNXFhK3VqUkk4VUpuZEhSMFNLUlNDUVM2ZWpvMEhFMDFjbk96cVpWS3pxV3A3Q3dVRTlQNy91L3JUb21rVWhTVTFNZEhSMXBTR2hyYTFjNTZwaW1xWjJkSFcxT29KZ1JSa09HREZGc2U4akx5NnM4VDBscERCU05FQzZYeXd5elNrOVBmLzM2dGJhMnR1TEFLeVZXVmxiYnRtMVQzRkplWGs3N3dtbXUwejljY1hIeGl4Y3ZQbno0NE9MaTBxTkhqN1p0MnlwZGZlREFnWTBhTmRMVjFUVTJObDY2ZEdseWN2TEVpUk9IRHgvdTUrY1hIeDgvWWNLRUVTTkcwQ01YTDE2c05LZTVzak5uenNqbDhxNWR1eTVldkpqWmVQZnVYWnJIVEZkMHpXalYzTnpjbkdsM29YbDg5KzdkR3pkdTZPdnJMMW15aEdtdzZkV3IxOTY5ZXdraElTRWg5Ky9mSHo1OGVJOGVQZlQxOVd0eklZRFBRaDVESGFNWnpPZnp1M2Z2ZnZueVpkcnVSeXRTcnE2dVZsWldYQzdYeU1qbzJiTm5NMmZPYk42OE9VM1Q4K2ZQUjBSRUZCVVZiZDI2dGVaOFpTcFBOTU9pb3FJR0RScFVYMit1YnRqWTJBaUZ3bmZ2M2pGNTdPRGdFQmNYVi9uSTB0SlNRa2lyVnExbXpwekpiQnczYnR6OCtmTnpjM1BUMHRKV3JWcEZFMUVnRURnNE9IVHAwa1hwREZYbXNaNmUzc0tGQyttV2l4Y3Z2bjc5MnRMUzB0blp1WmJsejg3T1hyZHUzYnQzN3pRME5KWXRXN1oxNjFhUlNEUnUzRGdIQjRlUWtKRG82R2hhb1RjMU5SMC9mcnpTOUtyV3JWdlQyNUgzNzkvVFd3MWFhNmRGWlpLdjVxbEtkQXI3clZ1M0xDMHRGeXhZVU10aTA1dEZwUS9rNDhlUHRHdWZ5V01URTVOWHIxNXQyclNKRm8vK0c2WVU1OHAvK1BCaDc5NjlwYVdsdFF4K2dNOUNIa05kaW95TVBIejRNSjB0ZXZMa1NUcW1oaTZOcWFtcCtkOS8vLzMzMzMvTXdXdldyR25XckpsQUlKZzBhWkpBSUhqNzlpMGhKRHc4dklZdk9MbGNUdk80Y2VQR0hUcDBDQTBOdlhidG1zcmxzWjJkSGMxam1yanA2ZW5PenM1VjVuRlJVUkVUb2d4dGJlM0preWR2M2JvMUxpN3U0Y09IdE1WKzBxUkpVcWswT0RoNHdJQUJpazJ5U3NIMjJaejdyTnUzYisvZHU3ZTR1TmpTMG5McDBxWDI5dlowM1EreFdOeTZkZXZXclZzbkppWWVQSGp3NWN1WDJkbloyN2R2THlnb0dEbHlwTkpKN3QyN0o1RklCQUpCbXpadHFyd0tiVHVwN3M1TUxwZnYzcjNiME5EUTM5OWZjWDV6emM2ZE8vZjQ4ZU5seTVZcGppci84T0dEVWg0bkppWUdCd2ZyNmVuSlpMTFkyTmpxNW9ZSkJBSWZIeDhYRjVkYVhoM2dzNURIVUplNmRPbGliMitmbkp5Y241L1BqS3ltYUNvM2FkS2tkKy9lc2JHeDBkSFI3ZHExYzNWMVBYanc0S0pGaTdwMTYwWXJqalhQUlk2T2poWUtoWFRBbElPRFEyaG82TnUzYjU4K2ZkcWhRNGVhQzFaY1hCd1RFMk5xYWxwZEFOUW5PenU3cUtnb21zZUppWWx5dWJ6S1BsZGFiTnA0b0xTZFdmcnEzcjE3VExkclNrcEtiR3pzclZ1My9QMzltVFZZbEFLWTFnNExDZ3I4L1B6b0ZscEJySTJFaElSang0N1IxZFlHRGh3NGRlcFVMUzJ0aHc4ZjBrSXl2UTlObXpiZHVIRmpXRmpZMGFOSFpUTFpzMmZQbFBKWUpwUFJTVVFEQnc2a3c2ZnBJQzltcUJjZFV0NmxTeGU2SUluU09sOVhyMTU5OWVwVlZsYVdoWVhGUC8vOG8xVEk3T3hzZXFyS0RleDA5UTkvZi84VksxYlFTSTZQajZkNS9PelpzNXljblB6OGZEb3RqUkRpNCtORDd5M1MwdEpzYkd5WS9vTE16TXdEQnc3TW5UdTNvS0NBTm04QTFCWGtNZFFsTlRVMUx5K3ZpeGN2enA4L244L25MMXk0OE8zYnQ3Tm56eDQ2ZEdod2NQQ1pNMmZvMkZTcFZCb2RIYTJqbzBQYko1czJiZXJtNW5idjNqME5EWTBxMTN5ZzVITDVtVE5uYUcybVQ1OCtmRDYvZWZQbXIxKy9QbnIwcUpPVFV3Mi9tSjJkN2VQalEvdGMzZDNkRmR0K1dXRmpZOFBoY0ZKU1VxUlNLUjFoVk9XUThvcUtDaHAxZW5wNmxTT1p1bnYzcnRLV3ZMeThwVXVYK3Z2N1Y1bnh0TDlaS3BWbVpXWFJMYlRmV2pFTEszdjY5R2xvYU9qVHAwKzVYRzczN3QxSGp4N05uUHowNmRQME51dkhIMzlranVkd09CNGVIaVltSmtGQlFZMGFOVkk2Mjk5Ly81MmNuR3htWnZiTEw3L1FMVFJ4Nlp1bGNuSnlacytlYldCZ29LT2pRMXUybVRsSWJtNXU0ZUhoaFlXRlJVVkZRcUdRM25ESTVYTGF0aThRQ0xTMXRTVVNDVzJKVVp3dVJWKy9lL2N1SUNDQTlnb25KQ1RRMjRnblQ1NG9MU2E2YXRXcVFZTUd6WnMzNytUSmsybHBhVUZCUVhRZVdrNU9UblIwOU11WEwyZk5tb1U4aHJxRlBJWTY1dWpvNk9YbFZYazdUWUpidDI3ZHVuVkxhV010Vjc2TWlJaWdZM0duVFp0R2YyWDQ4T0VCQVFGSlNVbVhMbDJxWVQybXg0OGZNMHNzM2JsemgvVTg1dlA1TmpZMjc5Ky9Gd3FGaVltSnpaczNyM0twNTdkdjM5S1lEQWdJNEhLNVptWm1QQjR2S1NtSmZyeXJWcTFpWm92Uit0L2R1M2VWSmg5WFJrOW9aR1JFeHlYUi91TjkrL2JWc0JKa1JVWEZ4bzBicmF5c0prK2UzTGR2WDhYcDBVeUwrdHUzYjArY09QSHJyNzhxVnNmZDNOenk4L092WDc5ZVVsTEM1R0prWk9UcDA2ZjE5UFJXckZqQmJLVER3c1BDd3RUVjFRY05HbVJpWXVMbTVsWlVWQlFaR1VucnJBS0JnS21oYW10cnIxbXpKanM3Mjg3T2pobk94bndzSzFhc2NISnlldno0OGFwVnEraUNvelY4R3FOR2pkTFcxczdLeW1JbVI3MTgrWExKa2lXRWtPblRweDg2ZEtoTGx5NC8vdmpqbGkxYmR1N2N1WExsU2pvd250NDYvUHZ2djA1T1RrcWZCc0MzUUI3RGQxZGFXaG9YRjBjWGs3S3hzWEYyZG43MzdoMnpyRkl0VDFKWVdIanMyREc2MUFhejhrT1BIajNPbmoyYmxKUjA5T2pSRGgwNktLMzJ3S0NqWnl1L1pvdEVJbW5TcE1uNzkrL2Z2WHYzNXMyYm4zLyt1Ym84cHBWakt5c3JKdWRvY3ozdHgxV3MwaVVrSkx4NTh5WXBLV25tekprMWRCSlhWdytXU3FYVkZmWGt5WlB0MnJXamk1dlNQNEVpMmo1c2EydHJhbXI2MTE5L1NhVlNzVmdzbFVxbFVtbHBhV2xrWktSY0xsKy9mcjJmbjUrNnV2ckZpeGYzNzk5dlpXWDF4eDkvS05hYnJhMnRlL1RvY2Z6NDhkT25UMSs1Y21YTGxpMHRXclJvMGFMRm1ERmo1c3laWTJob3VIanhZbVphTUIyZG9EUUluOWFoditMdk8zRGdRT1oxZVhrNW5VcEhSNXNmT25SbzM3NTkyN1p0MDlIUmlZbUp1WGZ2WHJkdTNlZ2ZSVmRYMTkvZnY4cjF5d0MrR3ZJWTZwaFlMTTdLeWhJS2hXbHBhZlRMK3ZqeDQ4emVKazJhekp3NU15UWtoT1p4N1Jmb0R3b0t5c3ZMMDlQVFUxd2RpY1BoVEpzMjdZOC8vaENKUk92V3JRc0lDS2h5cmxTSERoM216Smx6L2ZwMUd4dWJTWk1tMWNXNy9DWWlrY2pSMFRFaUl1TFJvMGU1dWJuTm16ZXZjZ295M2VqaTRxS1lyMCtmUHFVdnFweWtlK25TSlNjbnB4cG1MbFgzZ1ZlWDAzdyt2Mi9mdnN1WEw4L1B6K2Z4ZUVycmEwb2tFbm9ua1o2ZS92ZmZmMnRvYUNqZFlORm5QTHg3OTI3ZnZuMmVucDZ2WHIwYU5HalFsQ2xUbU1abmFzbVNKU2twS2ZUZnlmTGx5NW5uV0VSRlJSRkNKa3lZOE5sZWYxcHQxZFhWclgwZWw1U1VaR1ZscGFlbnA2ZW5wNmFtcHFhbXBxZW4wODlCVDAvUDB0S1NMckpOSDU0UkZSVjE4dVRKYnQyNjBkNzZFU05HSUl5aHppR1BvUzVkdm54NTM3NTlTbC91TGk0dXc0Y1BqNDJOUFgzNjlOMjdkMk5pWXBobEsycnV0bVNjT1hNbU9qcWF4K010WHJ4WTZYdlF5Y21wZi8vKzE2NWRFd3FGYTlldVhiRmlSWlVEYm9jTUdWTGQrbFBmYnRPbVRiYTJ0a3h2YUEzSERCZ3dnTjZ5TkduU2hEYmVxcXVyTjI3Y21LNE1wVWdpa2REcXIrTEszaVVsSlhSUTB2RGh3MmZNbU1Gc3I2aW8rT21ubjJoTHZsSVlLd1V3amMvczdHeWw1djNxNnNkMGdaY3RXN1lvTHBUQk9IYnMyTm16WjNWMWRlZlBuNzl4NDhZdVhib3NYTGl3aG81OFgxOWZEb2NURXhOeitQRGhLZ3RHQ05tMmJSdnRqSkRKWkhTdzFhNWR1OVRVMVByMDZWUGRhWmxCV08zYXRhdDVBUG1hTld2YzNOem9xUUlEQStseUlwU3hzZkd3WWNPU2s1TmpZMk5wSzdTOXZYMStmdjdWcTFkNzkrNGRGUldWbkp3c0ZBcUZRaUdQeC90c3Z3REFWOER6ajZFdTllblRoOVpRTFN3c3BrNmRTaWZlT0RzN096azUwUzlaRXhPVHpwMDdNNk4vYTRnQnhxMWJ0NEtEZ3draHMyZlBWbHdXZ3pGOStuUmFLM3I1OHVXaVJZdVkxVUlZVXFuMHlKRWpzMmJOV3IxNmRXMmVvZnRGc3JPejc5Ky9YK1Z5a3RVZEk1RklIQndjYUhJNE9qcnkrZnpLN2RXeHNiSEZ4Y1ZXVmxhS1E4ZERRa0pLUzB1NVhLNWlLeXNoaEhheVZobVpTcDh3dlpDbXBxYjcvNkJyVUZmM3dHUG10SlhQbkplWGQrWEtGVUpJdjM3OXVuZnYzck5uejF1M2JnVUVCTkNCOUZXaWI5bkZ4YVZuejU0ZlBueFFWMWMzTVRFeE56YzNOemMzTmphbXh4Z2JHOU10ZEVxMHM3TnorL2J0Nzl5NVUvblB5a2hJU0tETitMMTc5NjdoWGNoa3NwaVlHS1psZS83OCtiUUR1MVdyVml0WHJqeDgrUENNR1ROb01XamJPSDI4SS9NOERENmYvK3JWSy9ydkdkM0c4RDJnZmd4MVNWTlRjL1RvMGUvZXZmUDA5T1R6K1hUb2xtSk5xRVdMRmdzWExnd0pDYUg5Y1BRQmRqWFVxS0tpb29LQ2d1Z0RrYXFiWjZ5bHBiVjgrZklsUzVhVWxaVUpoVUl2TDYraFE0ZTZ1N3N6RVhMdjNqMjZaTmlIRHg4NEhBNGRtRk1uS2lvcWR1M2FKWlZLYTNpS2MrVmpKQktKcHFhbXRiVzFVQ2hzMXF4WmxldGNYcnAwaVJBeVpzd1lwc0lYSHgvLzc3Ly9Fa0tHRGgycTFGUE9qRlpqVXEwNllyR1l6K2NQR0RDQXJnRkp4M045L1BpUitiSDJiM3p6NXMwbEpTVzZ1cnAwdnZpQ0JRc3lNakxvUEs0NWMrWW9qaldyN0pkZmZoa3hZb1JpcTdWUUtLU3JkWHA2ZWxZM0RxQTZwMDZkb3AzUU5jOEdwamNLekx3c0V4T1RhZE9tU1NRU3hRZHQwZFNudDNlMDJkemUzcjUxNjliTm16ZnYzNzgvN1VIbzI3ZnZGeFVQb0phUXgxREhCZzBhSkpmTGFXMllKakZ0bEs2eUtzemxjbi82NlNkM2QzZkZsWThZRVJFUjI3ZHY1L1A1dnI2K3ZYcjFxdUdpOXZiMmZuNStmbjUrRlJVVkVva2tMQ3pzL1Buem5wNmV0RjFSc2ZKWFErMnRCaGN2WG1UV2hiaHc0Y0xEaHc5cDYvR3paODlvcmJkbHk1YWZQY2JNekl4MmtkNjllOWZZMkxoSmt5WkNvYkI1OCtZaElTSDBZRUxJM3IxN1I0NGNTV2RMTjJuU2hHbWtmZjM2OWRxMWEybW9NNE9CczdPelRVeE02TlFwdW9YcGVXWFFENSs1SldyWnN1WCsvZnNWSzdzdUxpNzkrL2RQVDA4WENvVVdGaFo4UHA4ZVhFUERiM1oyOXFaTm0xNi9mczNqOFJZdFdrUmJSQVFDd2VyVnE1Y3ZYNTZTa3JKcTFhcm16WnYzN2R2WHhjV2xjc1dhVXVwQ3JvRk1KcnR4NDBiLy92MnIzSHZpeEFuYTdEeDkrblNtOTVvcHZPS0NYUFJKb0xRTm5PcmZ2MzlPVHM2alI0K2FObTJxcjYrZmxaVkZGK21rRmVLZVBYdW1wS1NNR2pWS1IwY25NRENROXB2bzZPaTR1cm9XRlJVbEppYldma1V6Z05wQUhrTWRVMXhNaXJhTzBpU20zL0pKU1VreE1USE1JR0ZiVzl1blQ1OGVPSENBanZ4U3pJQlRwMDdSUnlNdlc3YU05cmJXckhYcjFtdlhydlgzOXk4c0xGUlRVK3ZVcVJPVEJDNHVMbFpXVmhrWkdUd2V6OTNkL1N2ZVZGUlVGRjBIZ3hCQ24rQ2tTRjlmMzhyS2FzZU9IVFVmbzZhbVJoL3U5UHIxNjlqWVdFZEh4MXUzYmpWdjN2ejA2ZE5Nb0Y2NmRLbDM3OTdIangvbjgvbGVYbDcwQXdrUEQ5Ky9mNzlJSkhKMmRsNnlaQWxkSUZNdWwzdDdlMHNrRXJyNkp1MGpxTHlnbGRMTmtOTGppcG02WUVoSXlLMWJ0K2hTcG5SVnRTb2ZkRmhZV0hqKy9QbXdzTENLaWdwdGJXMGZIeC9GNW5ROVBiMU5tellGQmdiR3hNVFFCMFhzMmJQSDJOalkxdGIyeHg5Ly9Pb25meHc3ZGl3a0pLU3dzSkQya1RQRVl2SGh3NGN2WHJ4SW43ZW9XRGxteHAxZHYzN2R5Y21KZm95MGt6NG1KdWFmZi80Wk4yNGNQZURwMDZkLy92a25JY1RRMEZBbWs5Ri9wYlFsdzhURXhNZkhoemxuZW5wNlptYm13SUVEMWRYVk4yL2UvT0xGaXovLy9MTzZ1dzJBcjRBOGh1K0l4Z0JOWlZwSlRVdExXN05tRGQycnI2K3ZvYUh4OGVOSHBtdVFMbHRJQ0RseTVFaElTRWozN3QzbnpadFgrOGRGdEdqUmdrNFZuVGx6cHVMRDUvWDA5UDc4ODg5bno1N1oyOXZUVHNFdnRXSERoam81NXNLRkM0by8wc2NuN05peFEzSGp0V3ZYWW1OajU4NmQyN2h4NC9qNCtPUEhqOGZIeDJ0cGFVMmNPTkhkM1oycDdjbmw4dm56NTU4OGVaSVptNjI0SWdlRHRvUXJQcnFqU2pObXpHamN1UEdwVTZmb21wRmNMcmRWcTFiTVhwRkk5UHo1ODhqSXlLaW9LSkZJcEthbU5uRGd3TEZqeDFadUh0ZlMwbHE1Y3VYVnExZVBIVHRHMS9mSXpjMFZpOFdkTzNmKzhPSERwVXVYcWh2Z1RlY3gwd1ZHRkFmSmw1U1UwSmx5eDQ0ZHM3Q3c2TkdqQjkyZWxKUzBmZnYyNU9Sa1RVMU5UMDlQcGJDM3RiWFYwTkFvTHkvZnVYTm41V3NwTnRWMDc5NjlzTER3bjMvK1lmcmdEUTBOYWNZclNVOVBwK3VCQkFRRTBQdXRyVnUzcmx1M3JvYmVGb0F2Z2p5RzcwZ3NGbk00SEZyVG9zSHd5eSsvbUp1Yjc5aXhRMHRMYTlpd1lZMGFOZHExYTFkWVdOaWhRNGNhTldyRXRNUzJidDNhM3Q2KzV1RTVWYkt3c0ZpN2RtM2w3UUtCb0laWlFQK3JPRHM3VDVreWhYWnFIajE2TkRjM2QvejQ4WU1IRDFhNkwrRnl1ZDI2ZGV2WXNlT3NXYk80WE83UFAvK3MyQS9LRUl2Rk9qbzY3ZHUzci9taSt2cjZvMGFONnRDaEExMjRhdTdjdWN5TlMyUmtaRkJRVUVWRmhZYUdScnQyN1Z4Y1hOemMzR3ArQnRmQWdRTjc5T2dSRWhKeTVjcVZIajE2eko0OW0vWmZHQmtaSFRseXBPYVMxUEN3eFczYnRwbVltRmhaV1IwL2Z2emF0V3QwWEZ1VnR3VTZPanFMRnk4K2ZQaHdlbnE2NGgyQWtaSFJEei84TUg3OGVHYUxscGJXcUZHaldyZHUvZnZ2djB1bFVrdEx5L1hyMTU4OWU1YjIzMWVtT0NUN3hZc1haODZjR1RObVRNM3ZDS0NXT0xXZkFQcnRnbmJ0QzlxMWx4QXliZEs0YVpQRzErSTNRTFhST2k1dEViMXg0MGJqeG8yWmVUNnRXclZpdmtabE10bURCdzljWFYxcnVWRFgveDE1ZVhtR2hvWTF6K0hKek13ME56ZXY3cGpFeEVRN096dm1hY2VmbFpBUlJsSFJBQUFnQUVsRVFWU1FZR2RucDlpNW01MmQvZno1Y3djSEIxdGIyeS85QTFWVVZIQTRITVdydjN6NVV1azV5bDhxT1RsNTdkcTEvZnIxNjlldlh4MDJGd2NIQjV1YW12N3d3dyswdExHeHNkYlcxdnI2K3ZnMytYK1RSQ0taUHRmclhYSUtqOGU3Y1BhZkZzMmIxY05Ga2NjQW9HTGtjdm0zUDZnS29BYXM1REY2UGdCQXhTQ01vVUZDSGdNQUFMQVBlUXdBQU1BKzVERUFBQUQ3a01jQUFBRHNReDREQUFDd0Qza01BQURBUHVReEFBQUErNURIQUFBQTdFTWVBd0FBc0E5NURBQUF3RDdrTVFBQUFQdVF4d0FBQU94REhnTUFBTEFQZVF3QUFNQSs1REVBQUFEN2tNY0FBQURzUXg0REFBQ3dEM2tNQUFEQVB1UXhBQUFBKzVESEFBQUE3RU1lQXdBQXNLOWU4MWhUVTRQUDV4TkNTc3ZLSkJKSmZWNGFBQUNnbHNvcktxUXlHU0ZFUzB1THgrUFZ6MFhyTlkvTlRFMDBCQUpDU0c1dWZrV0ZxRDR2RFFBQVVFdDUrWjhxS2lwb2JHbHFhdGJQUmVzMWowMU5UQVFhQWtMSXE5ZHY4ajk5cXM5TEF3QUExSVpjTG4vOU9yR3dzSWdRWW1waUxCQUk2dWU2OVpySGJWcTF0TEt3SUlRSTB6TjI3RG1RbTVjdkVvdGxNbGw5bGdFQUFLQXl1Vnd1Rm90TFNrb1MzaVQrZmZwc1NXa3BoOE5wMzY2dGdiNWUvUlNBSTVmTDYrZEsxTzNJZXpQbUxaQktwWVFRU3d2elRzN3Q5WFIxQlFMMStpd0RBQUNBRXBsTW52L3AwNGZNck9keDhiU3gyc0xjN1BpaHZZNE85dlZUZ1ByT1k2bFUrdHZ2Szg1ZnVsS2ZGd1VBQVBoU1Bndm16NTg5bmNQaDFNL2w2anVQQ1NIRnhjWGJkKzI3ZURtOHBLUkVJcEdJSlJJMFdRTUFBT3Q0UEI2ZnoxZmo4ODNOemFaTkd2Zkw2Si9xOCtvczVESDFKdkZkYWxwYVh2Nm5UNThLeWlzcVdDa0RRQVB3TVN1enNMQ0FFR0ptWnFHbnI4OTJjUUJVRllkRHRMVzFEUTBNakF3TldyVnNibVpxV3Q4RllDdVBBYUJPckZxMTZzS0ZDNFFRUHo4L2QzZDN0b3NEQUY4SjYzTUJOQkQxMXNzRkFOOEQ4aGhBaFVtbFVyclVIWS9IcTdkVmhBRGdlMEFlQTZnd21VeEd1NXc0SEE3cXh3QXFEWGtNb01Ma2NqbWR6Yy9sY2xFL0JsQnB5R01BRlNhVHlaREhBQTBEOGhoQWhVa2tFcHJIZE40azI4VUJnSytIUEFaUVlYSzVIRk1XQVJvRzVER0FDbVBhcS9sOFB1ckhBQ29OZVF5Z3dtUXlHWmFiQldnWWtNY0FLa3d1bDlNOHh2eGpBRldIUEFaUVlWS3BGT09yQVJvRzVER0FDbE5jbnd2OXh3QXFEWGtNb01LWXdkVlluQXRBMVNHUEFWU1lUQ2FqOVdPMFZ3T29PdVF4Z0FwajFxL21jcmxjTHY0N0E2Z3dkRGdCcUl5S2lvcnIxNitucDZjeld3b0tDckt5c2dnaFJVVkZZV0ZoVVZGUnpLN3g0OGZyNk9pd1ZGSUErR0ljTE80RG9FSTJiOTU4OHVUSnp4NW1iMjkvNXN3WmRDb0RxQkEwY0FHb0VqYzN0OW9jTm5Ub1VJUXhnR3BCSGdPb2trNmRPbWxyYTlQWFNvMWJ6RnJXQW9IZ2h4OStZS21BQVBDVmtNY0Fxb1RQNTN0NGVEQS9NcEdzbU0wZE9uUXdNREJnbzNRQThQV1F4d0FxWnVqUW9UVXMvY0hsY2p0MDZLQ2xwVlcvaFFLQWI0VThCbEF4alJvMWF0NjhlWlZyZ0hBNEhBTURnMWF0V21FdU1vREtRUjREcUJnMU5iWE9uVHN6UHlyMUlwdWJtemRyMW95TmNnSEFOMEVlQTZnWUhvL1hybDA3UFQwOXBlMjB1dXprNUdSaVlzSlMwUURnNnlHUEFWU1B2YjI5dGJVMTg2TmlGYmwzNzk0c0ZRb0F2Z255R0VEMVdGbFpPVGc0S0hZaDB4ZW1wcWJ0MjdkbnUzUUE4RFdReHdDcWg4dmxkdS9ldmZMMjRjT0hxNm1wc1ZFaUFQaFd5R01BbGVUbTVrWm5QVEZWWkM2WHF6ZzFHUUJVQy9JWVFDVnBhV2tOR2pTSXZxYVJqR1ZBQUZRYThoaEFWWTBkTzFheC85alYxVlZkWFozdFFnSEFWMEllQTZpcTVzMmIyOXZiMDlkNmVub3RXN2JFSTVBQlZCZis5d0tvS2c2SDA3Tm5UL3E2VWFOR2pvNk9iSmNJQUw0ZThoaEFoVGs3Tyt2bzZCQkNXclpzYVdabXhuWnhBT0RySVk4QlZKaXRyYTJ0clMwaHBIdjM3bWlzQmxCcCtBOE1vTUlzTFMyYk5XdW1wNmZuNHVMQ2Rsa0E0SnR3bEJhamgyOVhXRlNVbEp5YW1aV1ZrZkdocUxpRTdlSkFBNWYwTmpFdkw2ZVRhMWUyQ3dJTkhJL0hOVFl5c2pBM2EyUmozYWlSalFDRCtlc2E4cmd1eVdTeSt3OWpkdXpabi9aZVdGcFdWbFphSnBaSTJDNFVOSFJ5T1lmRHdYOWpxQWNhR2hwYW1wcmEybHF1blp3WGVzNnpzclJndTBRTkN2SzR6a2lsMHNEdE93OGVQUzZWU3RrdUN3REE5NldscGJWank4WSt2ZHpZTGtqRHdXZTdBQTNIellnN0I0NEV5MlF5UW9pZXJtNUg1L2EyTnRZR0J2cHNsd3NBb0E3SVpQTFMwdExjdlB5YkViZUxpb3RMUzBzM2JnbXlzN04xYUd6SGR0RWFDT1J4M2NqTXlqcHc1QmdONDQ0ZDJxOWN0c2pheWtwSFd3dnJKUUZBd3lDWHl5VVNTWVZJTkdyRXNPV3IxcWE5RnlhbnBJYUVYVmd3YjdhNk9wNWlVZ2N3dnJwdUpMeE9URWxOSTRUbzYra3Q5dkZzMjdxVmthRUJ3aGdBR2d3T2g2T21wcWFqcmQyMXM4dTRNVCtwcWFsSkpKS1l4MDhMQ2dyWUxsb0RnVHl1RzRWRlJlWGxGWVFRNXc1T2p2K3poQ0VBUU1QRDVYSTd1M1EwTmpJa2hCUVdGbGFJUkd5WHFJRkFIdGVOb3FMaThvb0tRb2lGbVptdXJnN2J4UUVBK0k1TWpJd0VBZ0VocEtDd1VDd1dzMTJjQmdKNVhEZEVJakVkVnEyaEljQUQ0UUdnWWRQUzFxYVAzeTRyTDhlTWtycUNQQVlBQUdBZjhoZ0FBSUI5eUdNQUFBRDJJWThCQUFEWWh6d0dBQUJnSC9JWUFBQ0FmY2hqQUFBQTlpR1BBUUFBMkljOEJnQUFZQi95R0FBQWdIM0lZd0FBQVBZaGp3RUFBTmlIUEFZQUFHQWY4aGdBQUlCOXlHTUFBQUQySVk4QkFBRFloendHQUFCZ0gvSVlBQUNBZmNoakFBQUE5aUdQQVFBQTJJYzhCb0R2U3lRU3NWMEVBQldBUEFiMmZmejRzWlpIZnZyMDZjeVpNNW1abVY5M29STW5UaVFuSjlkd1FHUmtwRnd1LzZKelhydDJiY2VPSGRuWjJWLzBXNm1wcVltSmlWLzBLMVhLeWNrcExpNnVibTlXVnRhOWUvZSs5QjNSdjhqcTFhdVRrcEsrdVlDRUVESjc5dXlnb0tEYzNOdzZPUnRBUTRVOEJwWkZSa1lPSHo0OE5EUzBOZ2MvZmZvMElDQmd5SkFoQ3hZcytOSUlwQ2s0ZnZ6NGJkdTI3YXVLdjcrL3Q3ZTN0N2QzVVZGUjdjK1psWlYxOU9qUlljT0dIVHAwcVBhL3RXM2J0Z2tUSmdRSEI5Y3lMS3VyWWw2K2ZObmQzZjJmZi80Umk4VjBTMFZGQmJPM3FLakkwOU56MUtoUnAwNmRLaTB0emN6TWxNbGt0U3poclZ1M3hvNGR1Mi9mdmkrSzg1aVltRmV2WGlsdExDd3NEQTRPSGpac1dHQmdJRk5PQUZEQ1o3c0EwS0RJWkxMdDI3ZC9VYjNxMGFOSFlyRjQ3ZHExaEJBUER3L0ZYUktKNU9QSGo4Ykd4Z0tCZ0c3cDA2ZlA2dFdyVjZ4WUVSVVZ0WGJ0MnFDZ0lLV3pTU1FTaVVTaW9hRlI1YlhVMU5RcUtpcisrdXV2R3NvVEZSVVZFUkhoN3U1ZTVkN1EwTkJXclZvMWI5NmMyVEp4NHNUazVPUno1ODd0M3IyN1o4K2VUWnMyWlhaZHYzNjljK2ZPZW5wNmxjL2o3ZTM5NE1HRG9LQ2dOMi9lckZpeG9vYnlFRUtFUXVHQ0JRdVdMRm5TczJkUHBWMVBuandwS0NqWXNtVkxWRlRVenAwN09Sek9uRGx6N096c2ZIMTlkWFIwNk9lV21wcDY3ZHExQVFNR3JGMjdWaXdXcjFtenh0emN2T1lybXBtWmVYbDUrZnY3NzkrLzM5VFVkT1RJa1RVZno5aTFhMWQ4ZlB6RWlSUG56WnZINS85L1h5OFNpWVFRb3FtcDJiTm5UelUxdFZxZUN1RC9HdVF4MUNVdWx6dDU4dVRaczJlbnBxWWFHeHRyYVdreHUwcExTMm1OMXNiR2hzZmpNZHV0ckt6b2k3Lysrc3ZLeXFwejU4N01ydWpvYUU5UHozMzc5blhxMUluWk9Ianc0S2RQbjRhRWhKU1ZsU2xkWFM2WHIxNjlPak16YzhlT0hWVkdNZzBERnhlWHpaczNWOTY3WWNPRzhQRHdvVU9IVmhmR2hKQzNiOSt1VzdldVg3OSt1cnE2aW0rTnZqaDgrTENPamc1OVhWWldkdVhLRlVkSHg5MjdkNXVZbURBSFAzandRRnRidTIzYnRoTW1URGh5NU1pVksxZnk4L01mUEhoUTNSVVppeFl0Q2d3TWRITnpZN2JJWkxLblQ1OFNRaG8xYXJSdTNicXlzaktwVk5xalI0L2R1M2RIUjBkdjJyVEoxTlNVSHZucnI3OFdGeGMvZVBCQUxwZVBHVE5tNjlhdHpzN09pcC9ibkRsemZ2NzU1Mzc5K2pFYmh3MGJ0bmZ2M3V6czdMZHYzeXFWcExpNGVQLysvUXNXTEdBU2w3Rng0OFp4NDhZZE8zYnN5Wk1uZi83NUo3MFhvWjlQeDQ0ZFhWMWRQL3MyNjhxZE8zY1dMVnAwN3R3NUN3dUxlcnNvd0xkQUhrTWRNelkyUG5yMEtJL0gwOVRVVk54KzQ4YU5KVXVXRUVLQ2c0UDE5ZlZyYzZxb3FDamErMWpsM3NlUEgzZnMyTEhLWFo2ZW5sVkdNczBQUHArdm1LWU1tdFkxVitBRUFvRmNMcjkrL1hxVmgwVkVSREN2cFZJcEllVGR1M2U3ZHUzeTgvTmp0cjk5KzNiYnRtMmRPblh5OFBEZzgva1NpV1Q0OE9IZHUzZS9mZnUyblowZEUrZUtJaU1qazVLU2JHeHNtalZycHJqOXlaTW50UE40eVpJbEFvSEEwOU5USXBIczJyWHIvdjM3VDU4K25UTm56bzRkTzVpRC8vcnJMN2xjYm14c3ZHTEZDc1V3Sm9Ra0p5Yy9ldlJJTHBjL2UvWk1jVHU5ZjhySXlBZ01ERlRjL3ZqeDR6ZHYzcFNXbHY3eHh4OUtSYld3c1BEejgvUHg4WW1MaTF1K2ZEa3RBQzJrbVpsWkRSOXNIVnEzYmwxSVNFajlYQXVnRGlHUG9lNVZHU3BNSlZKYlc3czJKNG1MaTZPZHluMzc5djFzKzJwUlVaR3VydTY5ZS9kU1UxTUpJV2xwYWFkT25abzhlYkxTWWJSZWZ2LysvZXFDL0xQVTFkVUpJWFoyZHAvOXh0KzFhOWZodzRlYk5tMnFHTWJNR1I0OWVtUmdZTkN0V3plaFVOaTdkMjkxZGZWeDQ4WlZkNnFQSHo4bUpTVTVPRGdvZlE3WHIxK25MMzc5OVZkbTQ2SkZpK2JQbno5anhvenk4bko2UTBNSStmRGhRMmhvcUthbTVzNmRPNVZDblJCeTVjb1ZtcktQSHordWZQWEl5TWdxU3hVYUdtcG5aemR4NGtTbDdiMTY5WEp6YzR1TWpFeElTQ0NFbEpTVTBNN3ZlcXVudXJxNkZoY1hYN3QyalJEQzRYRHE1NklBM3c1NURQV0VWcEkwTlRVck4zSldKaGFMRnl4WVVGRlJvYWFtOXR0dnY5WDhWUjRSRWVIbjUrZnI2eHNXRm1ac2JPenI2OXV2WHo4dXQ5cXhpaFlXRm4zNjlLbTgvZjc5K3lrcEtUVVhySWJUMWhKVEM5KzBhWk5FSW5ueDRzWGl4WXNYTGx4b1oyZkhISFBzMkxHVWxKUmx5NWJWVUZtWFNxWC8vZmNmSWFSbno1N1cxdGJNOXZmdjM5KzRjY1BPemk0MU5iVjE2OVowNDVZdFcrUnl1WStQVCtVd2pvK1AvL3Z2djJtUWp4MDc5clBsRHc0T3B0MzJQWHYyMU5mWGw4bGtsVCtUS1ZPbVJFWkc5dS9mbnhEQ0RJWm5PaVlVdlgvL2Z0MjZkZjcrL2t6VGV1MjlmUGx5NHNTSmZuNStTdjBMUC83NG82MnRMZklZVkE3eUdPcEpRVUVCSWFUS2htSkN5Smt6Wjl6ZDNabHhXMnBxYWhNbVRJaVBqMy8rL1BtUUlVTnFjLzdWcTFkYldsb2VQSGp3cy9Vd2UzdDdYMS9meXR2OS9QdyttOGUwaHAyYW1sckxHbmJsY2RHS2ZlZDhQbDliV3pzeU1qSXFLa3F4cjUzZXU2U21wbTdmdnIzSzRXQzAvVDh2TDgvQ3dtTGp4bzIwRlQwNE9IakVpQkU1T1RtalI0OXUyclJwMzc1OW1hSFJwYVdsUC83NDQ3NTkrNjVkdTdaa3lSSjdlM3ZtUEwvLy9qc2RrbDJiK210NWVUa040OTI3ZHl2MjlOKzllMWVwQzd4bno1NXl1VHd3TUpESjQydlhyajE1OGtUcGhFK2VQSG45K3ZXNGNlUFdyMS92NHVMeTJRSW9pbytQLyt3eHlHTlFJY2hqcUNlRmhZV0VrQ3JUWmRPbVRhZFBuNDZJaU5pMmJSc1R5ZE9uVDZlMXdJQ0FBS2xVU2p1RHc4UEQ4L0x5Q0NFREJnd3dNakppemxCV1ZoWWZIOSs5ZS9mYTlFd25KaVlxdFNGVFNyMm5WYUxmN3pvNk9zT0dEV00yQ29WQzJxZzdlUEJncGdDeHNiSHg4ZkdLczQ4b3hUeG1xc3N5bWN6VjFaVkdjbEZSMGUzYnR3a2h2WHYzcnU3MmhSQnkvUGh4Mmx0UCsyalQwdEtpb3FLdVg3KytmUGx5K2g0VEV4TnBCWnJlRmx5OWVwWE9WL2IzOTkrM2J4OVQ4KzdidCsrVksxZjY5T25UbzBlUHo3NTlHcTQ4SHE5bHk1YUsyMTFkWFUrZlBzMDBqMWVKYVYydnJMUzB0THk4L0xOWFowZ2trb1NFaE1PSEQzLzJTT1F4cUJEa01kU1o2T2pvdFd2WDBuRk1sZEg2Y1VwS2lsSjlWeXFWMG5GRER4OCtYTGh3b1dJazA2LytwVXVYMHByWnBrMmJhQmgzNk5CaC9mcjF6REZpc2RqWDF6Y2xKZVczMzM1VEdrUldwZno4L0Z1M2JsWGVYcHRJS0NrcElZU1ltSmdvMWJBWExseDQ1ODZkUjQ4ZUhUaHd3TWJHaGhCeTRjS0Z3WU1IVjY3Y0t5VUU3VTZtWjZBdHVtL2Z2cVY1L05OUFAxVVhKMUZSVVhTYWIzeDh2R0kxOGRXclZ6NCtQdlQxNnRXcjFkWFZ3OFBEUjR3WW9hNnVucFdWdFhyMWFrTEkxcTFiRlp2QkRRME4xZFRVN3Q2OWUvZnUzYysrZlZweGwwcWw4K2JOMjd0M0x6TlFRRjFkUFRBdzhQbno1MDJiTnRYVDAxTnN3ZmJ5OHJwNzkyNkxGaTFvcTdpU3NXUEhKaVltL3ZEREQ0cmp4aE1URS9mdjMvL2t5WlBTMGxJcks2dEJnd1pObkRpUitWY3hjK1pNeFhyMjZ0V3I2ZnVpbjdsU3EvanIxNitEZ29MdTM3OWZYbDdldEdsVGIyOXZKeWNueFFQeTgvUDM3OTkvKy9idDNOeGNDd3VMZ1FNSFRwa3loZjRyT252MjdJWU5HNWdqSjArZVBHUEdqR1BIamwyNWNpVTNON2REaHc2clZxMVNIRGtQOEkyUXgxQm5YRjFkWjh5WUVSQVE0T2pvYUdob3FOU3QrUERoUTFxenljek0xTmJXVnB6Q3BPamN1WE9qUjQ5VzJoZ2JHN3Q2OWVxVWxCUjFkZlZtelpvOWZmcDA4K2JOaXhZdG9tT0FseTFiUnIrZ0Z5NWN1SGZ2M2padDJueTJuRHQzN3F5ODNjL1A3K0xGaXpYL0xxM2xLOTR4VUw2K3ZsRlJVUjgvZmp4Ky9EaTlnYUFWNkxDd01FTkR3MTY5ZWpGSEtrWHNWM1JJaTBTaWdJQUFUVTNONE9EZzI3ZHY3OXk1VTNGOFdYWjI5c0NCQXdraFRrNU9Pam82UzVjdWpZMk5IVDkrUE5POHJGUkJueng1Y2taR1JrUkVoTDI5dmVKQXZMS3lzdWpvYURvOVRMRXRuUkVTRWpKcDBpVG1SM1YxOWNvTnpsS3BsTFk2V0Z0YlN5U1N5a01IOHZQekNTRUdCZ2JNbHNqSVNGOWZYNGxFMHFsVEp4c2JtenQzN3V6WnMrZnUzYnQ3OXV5aE1kbXZYejg2Ly92TW1UTVNpYVJ6NTg0T0RnNzBkeXNQRlZ5d1lBRnRsZUh4ZUxHeHNYUG16QWtORFdWYTVvVkM0YXhaczdLeXNpd3RMVHQzN3Z6OCtmT0RCdy9ldVhQbjRNR0QydHJhcHFhbWRDRDZpeGN2UkNJUlhVd21MUzNOMnRxNnZMejgvdjM3dTNmdlhybHlaYTMvYmdDZmdUeUd1dVR1N2o1czJMREt0VHFKUkVLYlE3VzF0VXRLU3F5c3JMWnUzVnFiRTZha3BCdzRjSUMydGJxNnVpNVpzdVRPblRzdlhydzRlZktra1pHUnRiVjFRRUJBUVVHQmdZSEJxRkdqV3JkdVhXVnkxQ0dheDY5ZnYxYWFBc1JNY0lxSmlXRjJGUlVWWGJ4NGtjL24rL3Y3MDhGTk5lVHh5cFVyYVpzOE14QzlPbzhmUDg3SnlkbXlaWXVEZ3dPdFNWUGw1ZVVTaVVReGJtbmxPeTh2NytiTm0xMjZkS255YkJ3T1o5bXlaY3VXTGJ0eDQ0YTF0VFhURVAzKy9mc1JJMGJRVzQwbVRaclUraFA2LzNudzRBR3RVdCs4ZVhQWXNHR1RKazBhT1hJa2N6Y2psOHRwSGhzYUd0SXRtWm1aeTVjdmwwZ2tucDZlVTZaTW9TdWtUcDA2TlM0dWJ0dTJiY3VXTFNPRWpCa3poaDU4NGNLRjR1TGlnUU1IMWpCZlhGdGIrL2ZmZng4NGNLQklKQm96Wm94UUtEeC8vdnlzV2JOb0g4SHZ2LytlbFpYVm8wZVB3TUJBTlRXMWpJeU1LVk9tdkhuelpzK2VQYjYrdnIxNjlhSTNVcE1uVDM3eDRnVnRVMW00Y09GUFAvM1VwMDhma1VqRXRHMEExQW5rTWRTeEtwdFlFeE1UNlVLSnRIYjcyWlBJWkxMNzkrK2ZPWE9HOXN1NnVMaE1uVHJWMWRYMTBLRkRlL2Jzb2NmczNyMmJ2dWpjdWZQMjdkdHIvK1g0TGZPZHNyS3lhUC94NmRPbnEyeVpUMDFOcFhPdUdCS0paUG55NVNLUmFPalFvWldQWi9MNDQ4ZVB0UHJJckNoWjNkcVdYYnQydlhMbGlsSlBmSEZ4c1plWEY4Myt5cjh5ZmZwMFpqWjJkYWU5YytmT3BVdVgzTnpjWnMrZXJkUTlyUFIyYWpOQ25nb0xDeU9FbUp1YnIxaXg0dmZmZnc4TUREeDY5T2k4ZWZQYzNkMDVITTZuVDUvb1o4ams4YUZEaDBwS1NwbzJiY3JNVlRNd01QRHk4dnJ0dDk5Q1EwT25UcDFxYVdsWnkwdFQ2OWF0b3kzaEdob2FyVnExRWdxRjc5Ky9wN3RvbXorWHkxMjBhQkZ0d0xleXNobzdkdXl1WGJzdVhMaXdjT0ZDcFlZRU9oVit3b1FKaEpDOWUvZStldldxeWo4b3dGZERIa045b0gyVEFvR2diZHUydGNuanExZXZybGl4d3R6Y2ZOS2tTZTd1N3ZiMjl2bjUrUXNYTG95TWpPUndPTE5uejM3MjdObURCdys2ZHUzNjZkT24rUGo0NmpxdHExU2IrVTVTcWJTc3JFeHBJclZFSW5uOStqWHRFKzNXclp1aG9TR3Q2dlh1M2J1b3FHank1TW0wZFpSeDRjS0ZIMy84VVdsWkVxWDdGV1lJOU42OWU1bitZMW9GckM0NFQ1NDhxYlMrV0dwcUt0TWtycmhHQjNNR3hXYUQ2dGFqcGxYVnlNaElHeHViNnZKNHg0NGRyMSsvM3JwMWEyM3VmdDY5ZTBjWFNQSHc4T2phdGV1UkkwZm16NS8vOGVQSE5XdldoSWVIQndVRjVlVGswQ09OalkxcHdlZ0FORGMzTjhWUHFXdlhybHd1VnlhVDNicDE2NWRmZnZuc2RSVTVPam95cjJtWjZRZ0E1dCtralkwTjdlK242SEtueGNYRjc5Ky9iOXk0c2RLcHBrMmJSbDg3T1RrcDlVTURmRHZrTWRRSE9yYlcxZFcxdXBXbGxYVHIxaTA0T0xoVnExWWNEa2NtazRXR2h1N2N1ZlBUcDA4bUppWnIxcXpKenM3ZXUzY3ZJU1FwS2Vubm4zL2V1WFBuaFFzWEt2YzZWK2V6ODUwa0VzbXlaY3N5TWpKMjc5NnRXQTE5OSs0ZG5iL1VybDA3cGc4eUp5ZUhQbi9pNWN1WGlvM1ltWm1aRVJFUllXRmhRVUZCaXJtdUZJYzEzRWxVbDhkMGx2REZpeGNkSEJ6UzB0TGk0dUowZFhXWnVob1Rjb3JabzFnQXVwcDBaUmtaR1hTc25OS0hzMzc5ZWhybnBhV2x6NTgvSjRUNCtQalVKcEozN05naGw4dDFkSFIrL3ZsblFvaURnOE9oUTRlbVRadVduWjM5OE9IREsxZXVNSE9PNlZENS9QejhUNTgrVlo1NUpSQUlEQXdNOHZMeWxCb2V2bEY2ZWpyOXVCVFhqV0Urc1E4ZlBpamxjWThlUFdyZk1BRHdGZkRQQzc2N21KaVlkKy9lRVVLR0R4Lys1czJiS28raGo0NHdNaktpZ1cxZ1lFREgrTVRFeEFRRkJiMTY5WXJENFl3YU5lclhYMzk5K1BBaE01NDJLeXVyZmZ2MlBCNXZ4NDRkWGJ0MmJkU29rZUk1VTFKUy92bm5IOFg4bzJPU2s1S1MxcTFiVjdrTXNiR3g5QkZTYytiTW9aWDRPWFBtN042OW14bHRSRWN5VzFwYUt2YW4wbkZxdEtneE1URks1M3oyN05taFE0ZTh2THlxKzNCcWVIcFNEVkU5ZHV4WW1zcEhqaHlKaTRzek1qSmlRalF6TTVPWldjUTh5TkxTMHBLT2I2L3V0QktKaE9aVDVTV21zN096bWZIWWROR1NqSXlNSFR0MitQajQxRENiNk1xVks3U3ZZZmJzMmN3SGFHVmw5ZWVmZjA2ZVBGa2tFcjEvLzU1NTcwejltUDVZK2JUZnZneExMV2xyYTlQeGdIanVCZFEvNURGOFgzSzVmTmV1WGZTWkI3MTY5YW91ajFOVFUwZVBIcjFwMHliNlNBT0pSSEx0MnJXLy8vNDdJU0ZCVFUxdDJMQmhVNmRPdGJXMURRNE8zcmx6cDB3bU16WTJwcy9URllsRXc0Y1BEd2tKV2JSbzBlN2R1eFVuSlRkdTNOakd4b2F1WDhIbGNtbDNJSS9IeThyS0Nna0pVZnpDcFYyMmZENWZUVTFOS0JRS2hVSzZOeWtwYWNHQ0JUdDM3cVMxWkJvd0F3WU1VQ3c1N1NKdDFxelppUk1uRkxkUG1qUXBQajYrVjY5ZVNtR3NGTUJNYlZWeFFyUFNydG9MRHc5WHJGWFQxblZOVFUxRFEwTW1qNnQ4NG1GOGZEemRmdS9ldmVuVHB5dDJuVzdidHUxTHgzTUpoY0pObXpZUlF0cTJiYXZVYnRHc1dUTmZYOS8xNjlkMzZkTGwwYU5ITkgzcHJDRkRRME02M0kvT2FtTklKQkphYjFaY2hxeXloSVFFSFIwZHhjYm5tdEgxdEUxTVRJNGRPNmE0dmJTMGxNL25ZNndXMUQva01YeGZZV0ZoY1hGeHRKR3pobG9PbmZ2TFBMTHA2ZE9uSzFhc2FOS2tpWmVYbDd1N3U0R0JRWEZ4OFcrLy9VYUhFN3U1dVMxYXRJaU9xaTBvS0pnMWE5YU5HemNTRXhOLytlV1grZlBuRHh3NGtQa3luVFJwVXBjdVhjek16R2dWVFM2WGI5aXc0ZDkvLzlYWDE5KzFheGZUUzNyeDRrVS9QejhMQzR0Um8wYU5HREdpeWtWTGlvcUtIang0d09WeWFlc3I5ZURCQXpyVmlobjB5NkMzQzVVWHZWSnFoV1lXOEhKM2Q2ZlRkUW9LQ2k1ZnZseGRjRlluTGk1dXk1WXRjWEZ4OUUwMWE5Wk1WMWMzUER5Y2Zxb1JFUkZXVmxaY0xuZmd3SUdLazRzWXRET1Z6K2ZIeGNWdDNMaVJqbVQrT3NYRnhmUVowaVltSm9HQmdaWGJlRWVOR3RXdlh6OTlmWDE2SzJOc2JFeVA0WEs1UFhyMENBOFBqNG1KbVRGakJuUDgwNmRQNmEySjRoeGxPb3VwdUxpWXFlNmZQWHMyTWpLU3Z1WGE2TlNwMDdsejU5TFQwek16TXhYL1RIdjM3cjF5NWNxRkN4ZHEyYmNDVUZmcXFSVUkvbStLajQ4UENBaWdkY3JLeis1VlJQdnRhQmNtN2FBOWZmcjBxVk9uSmsyYXBLK3ZmL255NVZHalJ0MitmZHZBd01EZjMzLzc5dTFNcU1qbGNsTlRVN3BtWkU1T3p1clZxMy84OFVkZlg5L0V4RVI2UUxObXplakJJcEZvMmJKbC8vNzdMODJNelpzMzA4bExoSkFoUTRiNCtma1ZGeGNIQlFVTkhqdzRLQ2lJZGdrck9uLytQQjBqelh4MzUrYm0wc0hNTFZ1MlZLcmR5dVZ5bXNlVm40U2hWRCttb2R1bFM1ZmZmdnZOMTlmWDE5ZDM4dVRKV2xwYXYvNzZhMjBXc0tSbkV3cUZVNlpNaVl1TG16WnRXbUJnNExadDIwNmNPUEg0OFdQYTZxNnBxZW5yNnp0dTNMZzJiZHE0dTd0WGZ0cUhSQ0k1Zi80OGZTNUYxNjVkUTBKQ1ZxNWNXWGxsc2Rvb0xTMzE4dkpLVGs0Mk1ERFl1WE5uZGN0bDBGWE02TjlJc1pkaDJyUnBmRDcvMGFOSGRJWWJ2VkdqQzVBTkhqeFlxVU9YVm9YcFV5dXlzckp1M3J6NVJTdHU5dXZYejhMQ1FpcVZybGl4Z3Y2eDZLS2VKMCtlZEhGeFFSaEQvVVA5R0w2WDU4K2ZlM3Q3aTBTaTl1M2JWN2srcFNMYVJCa1JFVEZ6NWt3dWx5c1FDQndkSGVrakV3NGRPcFNZbU1qajhRWU5HdVRyNjB2RGxSa0lUYi94TzNmdXZIdjM3aVZMbHVUazVCUVhGNzk2OVlySld1cnQyN2QvL1BFSERZQStmZnI4L3Z2dmlsSEI0WERjM2QyN2QrKythdFdxZS9mdUJRY0hYNzU4T1RBd3NHM2J0dlNBOHZMeXYvNzZTMU5UYzk2OGVVeUJGeXhZa0ptWmFXUmt0SEhqUnRyQW01dWJxNnVycTY2dW5wYVdSb05XcVV1YnFSOHpxV3hvYUhqMDZGSG1RalRDdzhMQ3hHTHgyN2R2YlcxdHRiUzA2SzlVMlZsTG44Z2tsVXE1WE80ZmYvd3hmUGh3V2ltL2MrY09YYXBpOE9EQnExZXZQbmZ1M002ZE8rbUNHRTJhTlBIMTlWV01ydlBueitmazVGaFlXUHowMDAvdTd1NXo1c3k1ZlBseWJSN0pyS1Nnb01ESHgrZlpzMmNtSmlaNzl1eGhsdW1nOXV6WlUxcGFhbU5qWTJGaG9hZW45L0RoUS9yblVIejRZNU1tVFZhc1dMRnExYXJseTVkZnZuelozTno4M3IxN21abVo3ZHExKy8zMzM1VXU1K0hoRVIwZGZmYnMyVHQzN3VUbjU4dmxjbHFydm5mdjNvVUxGNWlMamhneG9tUEhqanQyN0tEakF4SVNFZ0lEQTMxOWZkWFYxUU1DQW43OTlkY25UNTRNR1RMRTN0Nit0TFJVS0JSYVdGZ3NYcnlZbnVmZXZYdjBkb2YrU0Jzeit2VHA4OVh6NVFCcWdEeUc3K0w4K2ZNYk4yNnNxS2pvMWF2WG1qVnJtQmRtWjZVQUFDQUFTVVJCVkNVZ2FLaDgrUERoeFlzWFRGK3ZUQ2Fqai94TFRFeGNzV0xGdW5Yck1qSXlMbDI2RkJvYW1wV1ZwYUdoTVhyMDZBa1RKdXpmdjMvWXNHR09qbzVXVmxiMHUxVkRRNE5wYzI3ZnZ2MnBVNmVDZ29JRUFzSGl4WXVadHZIeTh2SWpSNDRjUFhwVUlwSFkydHA2ZTNzcnJwYWx5TmpZK004Ly8venp6eitEZzROemNuSjhmSHd1WDc1TU81S1BIei8rOGVQSFAvNzRndzRKcHMzcEh6NThzTEd4MmI1OU85Tm51WEhqeGp0Mzd0amIyek4zQTYxYXRWSzZDbTFmWlZwWnpjM05sZXJRZE0zcTBORFF0V3ZYMHJISHRQR2djaXU2VkNxbENjSGxjamRzMkVDNzN1UGk0bzRlUFVvWHIramZ2NytmbngrWHkvWHc4T2pUcDgrbVRadXVYYnYyOXUxYlQwL1BzMmZQMG1KbloyZlRDdWl5WmNzME5UVTFOVFgzN05temRPbFN1amdYWFEzRDJ0cmEzTnhjUTBORFRVMU5KQklWL3c4ZWowZmJHK2dJQUc5djc3UzB0TFp0MndZR0JsYXVHWC84K1BIQ2hRdEt6UU44UG4vdzRNR0tXNFlPSFdwblozZjQ4T0ZuejU1RlIwYzNhdFRJMDlOejNMaHhsVHQwKy9mdkx4UUtUNTgrWFZoWTJLSkZDeTh2TDFxQmpvdUxvdzkzSW9SY3ZueTVaY3VXSFR0MlBIdjJMRjJaSkNzcjY4U0pFM1Q0Vyt2V3JVK2NPSEg0OE9Hb3FLaWtwQ1FkSFozQmd3ZDdlbnJTZTc2NHVEakZNUUYwU1hBNktnMTVETjhEOGhqcVdIWjI5c2FORzIvZHVxV2hvZUhsNVRWeDRrVEZpaDF0Z3kwdUxxNzhjR0thMWdNR0RQajQ4ZU93WWNQNGZMNnpzL09jT1hQNjlldEg1OXVNSHo5ZUpwTmR2bnlaZGtnVFFrYU9IS2s0czliQXdFQ3BJbjd0MnJXZ29LRE16RXdySzZ2Smt5ZVBHREdpNWlrckhBN0h5OHVMdytFY08zWXNMeStQcm1tY25KeDg4T0RCL3YzN2UzaDRwS2VuSHp4NGtGYS9SbzRjNmVYbHBkajhTOWVQWko3aTBLVkxsOHB0enJUZUxKZkxLeW9xS3ErN3lSZzhlTENXbHRidTNidHA1VXlwSGtueGVMek5temRQbURCaDBxUkpkbloyaHc0ZHVuTGxTbkp5TXAzVE5XdldMR1pSTVByaGJOaXdvVzNidGx1MmJCR0x4Zkh4OFRZMk5oVVZGWXNXTFNvc0xQVDI5dTdldlR0ejVKNDllMEpEUS8vKysrL2s1T1R5OHZKMzc5N1JFZktLOVBUMG1MRmE1OCtmRHdnSUVJdkZNMmJNbURGalJwV0RrLzM4L0x5OXZVTkRRdzhkT2tUWElPTndPTDYrdmtxdDBIUVUyTFp0MjZyN1pCUk5temFObVJQTW1EMTc5dXpaczVVMktpNWtwc2pDd3FLNnp2SXF6d1B3L1NDUG9jNVVWRlFjUFhvME9EaTR2THg4NE1DQkN4WXNxTng3T21qUW9JY1BIOTY5ZTVkV1ZoanE2dW9PRGc2elpzMmkzY3lCZ1lFdUxpNUtQWjNObWpYejkvY2ZNbVNJdDdlM1hDNmZPSEhpM0xsemF5N1NpUk1uYkd4c0ZpeFkwSzlmdjhyTExWWEgwOU96dkx6ODJiTm5ORTF0Ykd3bVQ1NU1uemNWRmhiMjMzLy9lWGg0akI4L3Zzb2cyYng1czQrUFQzUjA5TWlSSTZzc25sZ3M1dlA1bjMyWWtrQWdHREJnUU5ldVhXZk9uSm1Ta2pKbHlwUkJnd1pWUHN6QXdPRGd3WVBuejU4Zk8zWXNqOGRyMHFUSjVNbVRlL2JzMmI1OSt5cFBPMjdjT0M2WGUrVElrUTRkT2hCQy9QMzk0K1BqbHl4WlVubjJ0b2VIaDRlSFIySmlZblIwZEhKeWNtWm1abTV1Ym1GaFlVbEppVWdrNG5BNHg0OGZwelhzNHVMaUhUdDJkT25TWmQ2OGVVcHQxRXIwOWZXblRKblN0V3ZYcVZPbnRtL2ZmdmJzMlZoVkE0REJxV0g2STlUZWtlQi8vRGR1Sm9STW5UaHV4ZEpGYkJlSEhVVkZSWU1HRFJvMGFOQzRjZU1VbjdCYjUyN2Z2dDJ5WlVzNlg2Vm01ZVhsZFRzd3A2Q2dRRk5UcytiSk1COC9mdFRYMTYrdTdwdVNrc0xNcnE2TjFOUlVnVUJRODlpdTdPenM3T3pzSmsyYWZPa3NuZkR3Y0dOajQrcWU3VkY3cGFXbFg3UnkrSmNlRC8vYjVIOHFHRDFoNnJ1a1pIMTl2VE4vSFduaVdOTjlHTlFTNnNkUVorZ0VtOHJQMktsejFYVUFWMWJubzJScjgzemxtbThVS3RlcWEwYVg0S2lacWFrcHM5YlZGMUdhUy8zVnZqUmNFY1lBbFdHK0U5U2xlZ2hqQUlBR0NYa01BQURBUHVReEFBQUErNURIQUFBQTdFTWVBd0FBc0E5NURBQUF3RDdrTVFBQUFQdVF4d0FBQU94REhnTUFBTEFQZVF3QUFNQSs1REVBQUFEN2tNY0FBQURzUXg0REFBQ3dEM2tNQUFEQVB1UXhBQUFBKzVESEFBQUE3RU1lQXdBQXNBOTVEQUFBd0Q3a01RQUFBUHVReHdBQUFPeERIZ01BQUxBUGVRd0FBTUErNUhIZDBOQVVxS254Q1NGbDVlVmlzWmp0NGdBQWZFZGxaV1ZTcVpRUW9xV2x4ZWZ6MlM1T0E0RThyaHNtUmtiYTJ0cUVrTnpjdkpLU1VyYUxBd0R3SGVYazVwYVhseE5DekV4Tk5EUTAyQzVPQTRFOHJodEdSb1phV2xxRWtGZXYzM3pJeW1LN09BQUEzNHRNSm90NzhmSlRRU0VoeE5URVJFTWdZTHRFRFFUeXVHNDBiZUpvYTJOTkNCR21aMndNM0o2ZGsxTWhFc2xrTXJiTEJRQlFOK1J5dVVna0tpd3F1dmN3K25EdzMrWGw1V3A4ZmdlbnRucDZ1bXdYcllIZ3lPVnl0c3ZRUU54N0dETjV4bHphcDJKamJkV3RTMmREQTMwTkRkdzVBa0JESUpYS3NuTnkwOTYvZi9Ua0dSMGwwN3BsaTMwN3QxbFpXckJkdEFZQ2VWeG5aREtaejVJL3psKzZ3blpCQUFEcXc1YU4vaDd1UTlrdVJjT0JQSzVMeGNYRmV3NGNEcnR3dWJDd1NDeVJTQ1FTTkZrRFFJUEI0L0g0Zkw2Nm1wcVZsZVhjR1ZQZGh3NWl1MFFOQ3ZLNDdyMU5TazVPVHNuL1ZQRHAwNmV5OGdxMml3TU5WbkZ4VWVhSERFS0l0cmFPcFpVMTI4V0JCbzdMNWVob2F4c1lHSmlZR0xWbzFzelV4Smp0RWpVMHlHTUFWWFg3OXUzZmZ2dE5McGYzN05senk1WXRYQzZHWndLb01Qd0hCbEJWUEI2UHgrUFJzUXQwSUNFQXFDN2tNWUNxNG5LNU5JK2xVcWxFSW1HN09BRHdUWkRIQUtxS0RxNmhFMFBSOFFTZzZwREhBS3FLcVIvTFpES001QWRRZGNoakFGWEY0WEE0SEE3YXF3RWFCdVF4Z0tyQ2VDNkFoZ1I1REtDcW1EeVdTcVhJWXdCVmh6d0dVRlVjRGdmMVk0QUdBM2tNb0txNFhDN3RQNWJKWkJoZkRhRHFrTWNBcWtweGZEWEdjd0dvT3VReGdLcGk1aDlMcFZMTWR3SlFkY2hqQUZYRmpPZVN5K1hJWXdCVmh6d0dVRldLN2RVWXp3V2c2cERIQUtwS2NUMFExSThCVkIzeUdFQlZZZjR4UUVQQ1o3c0FBUEFGRGh3NHdGU0ZpNHFLY25OekNTR2ZQbjA2ZS9hc3ViazVjNWlCZ2NHQUFRTU1EQXpZS3lrQWZCbmtNWUFxU1VwS3VuYnRtdExHNHVMaWMrZk9LVzdwMXEzYmlCRWo2cmRvQVBCTjBGNE5vRW84UER4cWMxaTNidDBFQXNIM0x3NEExQm5rTVlBcWFkMjZkYU5HamVocnBUVzVGSC84NFljZjZyMW9BUEJOa01jQXFrUmRYYjFMbHk3TWoxVXVrK25xNm1wbVpsYS81UUtBYjRVOEJsQWxhbXBxSFRwMDBORFFVTnF1R015MWJOTUdnUDlWa01jQUtzYkJ3Y0hTMHJLNnZjYkd4azVPVHZWYklnQ29BOGhqQUJWamEydHJiMjlQMXdPaFd4UXJ4eDA2ZE5EVjFXV3ZkQUR3bFpESEFDcEdJQkIwN3R5NXlsMXFhbXJPenM2YW1wcjFYaWdBK0ZiSVl3RFYwNk5IRCtZMVV6bm1jRGdtSmlZdFdyUmc2czBBb0VLUXh3Q3F4OExDb2xPblRvcExXRk9XbHBhT2pvNnNGZzBBdmhMeUdFQWxqUnMzanI2UXkrVk1LcnU0dU9qbzZMQmROQUQ0R3NoakFKWGs1dVptYkd5c3RMRi8vLzRzRlFjQXZoWHlHRUFsY2JsYzJvdk10RmMzYjk2OGNlUEdiSmNMQUw0UzhoaEFWWFh1M0ZsTlRZMzVjZlRvMGF3V0J3QytDZklZUUZYWjI5dGJXMXZUMTlyYTJyMTY5V0s3UkFEdzlaREhBS3JLeHNhR0xneENDSEZ5Y3RMUzBtSzdSQUR3OVpESEFLcEtTMHVyZWZQbWhCQWVqK2ZzN0t6WWRnMEFLZ2Q1REtEQyt2YnRTd2d4TXpQcjBLRURsNHYvemdBcWpNOTJBUURnNnprNk9qWnAwc1RFeEFUTGdBQ29PazZWejArRmIxRllWSlNVbkpxWmxaV1I4YUdvdUlUdDRrQUQ5L2JONitMaW92Yk9uZGd1Q0RSd1BCN1gyTWpJd3R5c2tZMTFvMFkyQW5WMXRrdlUwQ0NQNjVKTUpydi9NR2JIbnYxcDc0V2xaV1ZscFdWaWlZVHRRa0VESjVmTHVSd2lKMWl6R3I0N0RRME5MVTFOYlcwdDEwN09DejNuV1ZsYXNGMmlCZ1Y1WEdla1Vtbmc5cDBIang2WFNxVnNsd1VBNFB2UzB0TGFzV1ZqbjE1dWJCZWs0VUQvY1oyNUdYSG53SkZnbVV4R0NOSFQxZTNvM043V3h0ckFRSi90Y2dFQTFBR1pURjVhV3BxYmwzOHo0blpSY1hGcGFlbkdMVUYyZHJZT2plM1lMbG9EZ1R5dUc1bFpXUWVPSEtOaDNMRkQrNVhMRmxsYldlbG9hNm1qaXdVQUdnUzVYQzZSU0NwRW9sRWpoaTFmdFRidHZUQTVKVFVrN01LQ2ViUFYxVEhYcmc1Z2drVGRTSGlkbUpLYVJnalIxOU5iN09QWnRuVXJJME1EaERFQU5CZ2NEa2ROVFUxSFc3dHJaNWR4WTM1U1UxT1RTQ1F4ajU4V0ZCU3dYYlFHQW5sY053cUxpc3JMS3dnaHpoMmNIUDlueVNRQWdJYUh5K1YyZHVsb2JHUklDQ2tzTEt3UWlkZ3VVUU9CUEs0YlJVWEY1UlVWaEJBTE16TmRYVHlBRmdBYU1oTWpJNEZBUUFncEtDd1VpOFZzRjZlQlFCN1hEWkZJVElkVmEyZ0lzR3doQURSc1d0cmFmRDZmRUZKV1hvNFpKWFVGZVF3QUFNQSs1REhBLzJQdnplT2hldi8vL3pPTUpjWWFpclRUcG5vbFZOcG9JKzJMbDdRZ0xWb2tld29wcjBySWtqMUxRdEh5S29sSTFwSUtrVjRvMlhlcFpGL0dHRE8vUDU3ZjkvbWR6d3hTcjk1dmxlditSN2N6MTV4enpYVm1kQjdYODNrOXIrY1RnVUFnaGgra3h3Z0VBb0ZBREQ5SWp4RUlCQUtCR0g2UUhpTVFDQVFDTWZ3Z1BVWWdmZ0FvRC96Z1VLblVucDZlUVU1QVh5QUNnZlFZTVVKaE1CaDZlbm9KQ1FrL1JBbENRa0o4Zkh3Z1lTcE9lWG41cDArZmh0Z0RuYTBVR0V0dndEZnQ5YngrL1hwRVJFUy8vZndidm56NTR1UGowOUxTTXZSTE1qSXl0bTNibHBDUU1OQUpibTV1Zi8zMTEvdjM3My9RR0JHSVh3K2t4NGdSU25GeGNVRkJ3YWxUcDNSMWRiOTgrUUtOM2QzZDM5RlZkM2YzalJzM2dvT0R6Y3pNT2pvNjhQYUNnb0tOR3pmYTJOaThmZnQyOEI2U2twTFUxZFVmUFhwRWJDd3FLakkwTk16THk4TmJhbXRydDJ6WmtwNmVQc1NCUlVaR3VycTZHaGdZMU5iV0V0dVpUT2EvbklVRUJ3ZXZYNy9ldzhPanFhbHBLT2UvZmZ1Mm9hSGgxS2xUSmlZbS9ScktEQWJqd1lNSHUzZnZ0ckt5UXJZeVltU0M5Qmd4UWtsTFM4TXdiT3pZc1JjdVhCZzllalNHWWNuSnlaczNieTR0TFMwdUxqWXpNeXNySzhOUHB0Rm9KaVltcWFtcC9YYmw1K2NIeG1KQlFVRktTZ3JlenN2TFM2ZlQ0K1BqQXdNRHdhNjlkT25TeDQ4ZjJYdFFWRlNrMCttMnRyYk96czU0bzRDQVFFWkdocjYrdnNKLzJMeDVjME5EZzdHeDhiVnIxNzU2ZzdtNXVkWFYxUmlHVlZSVXZIdjNqdmlXbTV1YnJhMXR2NmIyVU14MFNNeEVwVktycTZzNU9Ua0hHVU55Y25KWFZ4ZUdZYTlmdjhZd2JOT21UZmIyOXZmdjMyZnZFNUs5Q3dzTG01dWJrMGlvbGpOaUpJTHFPeUZHS1BIeDhSaUdmZno0VVV0TEMxcEFudzRmUG14alkvUDA2ZE9uVDUvaXFkYWdzazE2ZXJxVmxkV2ZmLzVKN0Njek16TThQQnpETUMwdHJmMzc5NXVZbUFnTEN5OWZ2aHpYR0I0ZUhsZFhWMDVPVGc4UGoxdTNidVhrNUZ5OWVwV2ZuNS9ZaWJDdzhPN2R1LzM5L1cvZnZxMmdvTEJxMVNwYzlqQU1XN0preVlRSkV6QU15ODdPTGlrcEVSWVdYcjE2OVZkdjhPclZxM0RRM3Q1dVoyZG5aMmVIdndWMyt2bnpaemMzTndybC82UjNyYWlvY0hKeU1qYzNuekpsQ3BqK1JrWkdCdzRjV0xKa0NlUmp3akFNLzFyMjdOa2pKRFJZUmRHN2QrODZPanBxYUdnVUZCUndjM01MQ3d2YjI5cy9mZm8wUFQzOTRzV0xBZ0lDK0puUXVhaW9xSVNFeEZkdkRZSDRMVUY2akJpSlBILyt2S3FxU2xSVVZGVlZOU2NucDZxcWF2ejQ4VXBLU3ZBdW1NNFlocTFjdVJLRXM2NnVMak16azVlWEZ6OEhLQzB0dGJhMnhqRE14c1ptMjdadFZDcVZ3V0NZbXBwcWFXbFpXRmlBN1VnaWtlaDArdm56NTZPam96RU1LeWtwT1gvKy9NV0xGMW1HdEhYclZuOS9md3pES2lzcjJkOWFzV0lGaG1GT1RrNGxKU1dpb3FMang0OGYvQWJmdm4zNzh1VkxLQnEvZHUxYXZKM0paTWJFeE1DeGhJUkVWMWNYaXg2VHllVGMzTnc5ZS9ZUUd5MHRMYmR1M2RyVDAyTmhZVUdoVUZnS2wvWDI5am83Tyt2cDZVbExTN01NZzV1YnU2bXBDZVlyR0lhRmhZWEJRWDUrZm1WbDVadzVjL0F6T1RpUXJ3NHgwa0Y2akJoeE1CZ01VTDYvL3ZwTFdWbjU1TW1UVlZWVnk1WXRNemMzNyszdGJXMXRaVEtab0oxSGpod0I1VXRLU3NyTXpPVG41NTgwYVJKMFVsZFhsNXljSEJnWTJOWFZCWElGSWNSbVptWkhqaHk1YytjT2htSExsaTBERDdDV2xsWnRiUzJGUXRtNWMrZml4WXY3clU4bkxpNHVMeTlmVlZXbG9hRUJMWTJOalhBZ0ppYjJyVGNJZm04T0RvNnVyaTRWRlpXbFM1ZkNXd0VCQWVDUjNydDNyNUdSRWZ1MXVCRzhiZHMyQVFHQnZMeTgzTnhjY1hGeEJRV0ZVNmRPcGFlbkV3ZHo5dXpaVWFOR2RYWjIxdGZYcDZTa1hMNThtU2l4R0liQmpHVEZpaFVYTGx5QUZudDcrOGVQSHk5WXNJRGxUS0llNStmbnM3eUxRSXdFMEp3VU1lSjQrUERoMjdkdnJheXNsSldWd1dVTmNraW4wMCtjT0xGLy8vNkJZcFNJY1ViWjJka2VIaDZ3T09ydTdxNm9xTGhreVpLVksxY2VPblFJRmtmdjNMa0QwV0dnZnlZbUpyR3hzWWNQSDg3THk3T3dzT2czWk9ueTVjdVJrWkZTVWxMd01qOC9INXpEc3JLeTMzU0RRVUZCQlFVRm5KeWNucDZlZ29LQzU4NmRnekR2bHk5ZkJnWUdZaGcyZi83OEkwZU85SHN0cm91NnVyckhqeDlmdEdnUmhtSGp4NCtmT25VcWhtSE56YzBVQ2dYM004TXhMUGR5YzNPelYxTEJQUVE4LzJFZ094aGZNMzc4K0xHK3ZyNmZuOTgzM1RJQzhSdUE3R1BFQ0tLNXVmblFvVU1RcU9YazVPVGs1SVMvNWVIaDRlSGhBY2NEYVJVeENtbkRoZzJob2FGVlZWVVlob21JaUV5YU5FbENRa0pjWEZ4Q1FxS25wOGZEdzRPZm54Lzh1cnk4dkZGUlViamUwT2wwT3AzKzhlUEhzV1BIc3ZTZmtaRWhJU0V4ZCs1Y2VKbVVsSVJoMk5LbFMzbDVlYUVGT3FtcnE3dDA2VkpyYTJ0bFphV0Nnb0twcVNteGs5VFUxSUNBQUF6RGJHMXRsWldWZFhWMXZiMjlqWXlNakkyTkxTMHRHUXlHcEtTa3M3TXpiZ2V6TUZCOEZxNjFWNjVjWVRLWm9OTzJ0cll6Wjg0TUN3dno4UEJRVkZTY01XTUd5MVV3NExTME5CVVZGV2loVXFrWWhxV2twT0F0QUkxR2c5VnJHeHNiSnBNWkZCVEV4OGVucDZmWDcyQVFpTjhTcE1lSUVZU0lpSWkvdjcrbHBTV0ZRcEdRa09EbTV2N3k1UXRzaXAwOGVmTENoUXRCUDVxYm15SGFpd1dpSG5OeWNxNWF0U280T1BqeTVjdmdsd1pxYTJzTkRRMm5UWnRtWW1JQ0xYUTZ2Yk96RTErbXJhbXBnZjFDRmhZVy8venp6OE9IRC9Gcms1S1NhRFNhdnI2K2dZRkJiR3hzVGs0T21VdzJNRERBVHdCdmVVOVB6NjFidDZDbHNMQncyN1p0RXlkT2hKZFpXVm5XMXRaa010bk96bTdkdW5VWWh1bm82Q1FuSnhjV0ZvSjNXbGhZMk52YlcwUkVaS0N2YUNBOUp0cTF0UC9VbjhjanpzQldIcWczTVRFeFJVVkZhTW5OemEycnErUG41NmRRS0pNblR4WVJFWUdlUzBwS2lvcUsrUG41VlZWVjRjeUtpb3JxNm1vSVpFTWdSZ0pJanhFakN4RVJrYUNnSVB5bGw1Y1hIRlJVVlBUMjl1N2V2WHZidG0yNEh2djUrZUh4WE95NU9OYXRXeGNjSEd4cWFrcVVKVEIvaFlXRng0MGJCeHR0NlhUNmloVXI4QmdvTUJBZlBIaWdwYVdscUtpWW1KaDQ3OTQ5RGc0T1hsNWVlT3Y1OCtjQ0FnTGUzdDRrRXNuR3htYmF0R2w0NTl1M2IrZmo0enR6NW95c3JLeWlvaUluSjZlZ29PQ1lNV1BnM1phV0ZqTXpNMGxKeVhQbnpzbkp5VUVqbVV4V1UxTXJMQ3lFbDNaMmR2Z1NlTDhNdE5lSXFOUDRMdTFSbzBiaGpTd1I0OFRlWnMyYVpXOXZEeTIydHJaMWRYVUxGeTUwZEhSa01wbTRtUjRVRkZSVVZDUWhJWUdmaVVDTU5KQWVJMFl1SlNVbEVQcDc2TkNod3NMQ3RMUTBKeWVueDQ4Zm56MTdGazVJVGs0R1JZSGxYaFk5QmhjdWs4bFVVbElTRlJXRnhyeTh2SXFLaWpGanhvd1pNNGFMaTJ2ejVzMFBIanhnTUJpZ3RZQ01qSXlwcWFtTWpBeUdZYWRPbmRxK2ZmdlVxVk1yS3l0MzdOaUJZZGpjdVhNdlg3NE1aOGJFeE9EaDBBQ3NSbGRVVk9qcDZlR1JYNEN3c0xDdnIrLzA2ZFB4K1VGM2Q3ZW5weWNFbHdGV1ZsWUhEeDdjdFdzWFVVcUo0SGF3aTRzTEh4OWZlWGs1dkNUcWRHZG5KeHdRTmJoZlBRWWdPUmNjNDBGcTV1Ym1WQ3JWeGNXbFg4TWFnUmlCSUQxR2pGQWFHeHN0TFMxN2Uzdmw1ZVgzN2R2SHljbHBaMmNYRnhmMzVzMGJDS1NDN2JONGZMV1ZsUldMNU9CTHFucDZldkx5OG5EczVPUlVVVkV4WmNvVUxpNHVOemUzMmJOblcxcGE0aG1wT2pvNlJvOGVUZFJDRW9rMGZmcDBZcmQzN3R4WnYzNzlva1dMbkp5Y2lvcUtPanM3aWZGY256OS9CbFVPREF4VVVsSmlDYjNHMTU1aHpPN3U3ZzBORFdReWVlL2V2Um9hR2c0T0RqazVPYjYrdnFHaG9ldldyVk5YVjVlVGsyUFp2SVRyYmtGQkFRY0hSNzhKeXlBK25JT0RneWlsYlcxdEJ3NGNPSGZ1bktTa0pFdHZ2THk4ZUpCYVoyY255TG15c3JLenMvT0JBd2V1WExraUxDejh0WjhMZ2ZqOVFYcU1HSW5rNStlZlBIbXlvYUVCVm81cE5Cb2ZIOS9wMDZjaE9SZUZRcEdSa2RteFk0ZWtwR1JJU0VoNWVmbXlaY3QyN3R4NTZOQWhZaWU0Qy9mdzRjTzRqUFgxOWVFbk5EYzNoNGVIQndjSEh6MTZGRlp6ejU4L1AyYk1HRXRMeTBIR0ZoWVdCdDVtRFEyTjBOQlFMeTh2ZTN0N1hMTjFkSFJhV2xxbVQ1OSsvZnIxZnRkNisvcjZVbEpTUWtOREN3c0x5V1R5MnJWcjlmWDF3UmIzOS9lUGlZbTVkZXRXVVZIUjMzLy8vZmZmZjNOemM4dkp5VTJhTkVsU1VuTCsvUG55OHZMNGpZU0VoSXdmUHo0b0tNalB6Ky9WcTFmbno1K0hka3RMeStibVp0QmpDd3NMZkVVYzloWWZQSGd3TURDUUtNa1loczJiTisvU3BVdHdiR3RyQzJsQnQyelpFaEFRVUZKU2N1TEVDUWhBUXlCR09FaVBFU09MeHNiR3dNREFlL2Z1OGZEd0dCb2FWbFJVUkVaR1JrWkdFcytCaU9VTEZ5N2d1MlpyYTJ2ZDNOeUkrYVNJcHVTU0pVc2c0eWFHWVcvZXZNRjl2R0I2MHVsMGtFTS9Qei9JdURsbHlwVHQyN2NQTkVKQlFVRzhmd1VGQmRpZ0JYcGNVbElDbVMvLy9QTlBkakgrK1BGamRIVDAvZnYzOFpTY2tLMnozOWcwZ0VhajVlYm01dWJtUW40eGVYbDU0bnlDU0dabUpnU0VGeGNYZzMxTXA5UFQwdEpnOVJxUEZXY3ltV2ZPbkZtMWFoV0lOTlNIS0M0dWRuRnhnUlB3bFd3ZUhwN1ZxMWZmdlhzM0p5Y0g4bm9pRUNNY3BNZUlrY1hWcTFjZlAzNjhaOCtlUFh2MmlJbUpnZUpLUzBzVFk2UnhXbHRiNCtMaVlOTVIrL29vcnNjNk9qcEVmeld1eHhDc05HZk9uR25UcHZuNStVRWNtYUNnNFAzNzl4VVZGZkdnNkg0cEtDakl6TXpjdDIvZjJMRmpvNk9qRHgwNlJLRlF3QVlkUFhvMFdOczRQVDA5cHFhbVdWbFpUQ1pUU0VobzJiSmx6NTQ5d3pCcy9mcjFvTzV2M3J3cExDd2NOMjRjSlBMRUE5WVdMVnFVbDVmSFlEQWNIQnpnclg3MStJOC8vdkQxOWNXM1hlM2Z2Ly9ObXplZ3ZoNGVIakRiSU5MYzNIemd3QUU4MFZodGJlM05temZadTUwL2YvN2R1M2NoaWRnZ1h3VUNNVUpBZW93WVdSZ2JHeHNiRytQU0FwSTViZG8wY0wyeVVGcGFDbnFzcmEzTm51d0NEMzN5OGZIQmpkcVNraEtXRTVxYm00Mk5qYUVvMDZaTm0weE5UZkdUQitMWnMyY25UNTZjTUdHQ2pvN09saTFicmx5NUVoQVFvS2FtQnA3ZXZYdjNFaU82d2RZVUZ4YzNORFJVVWxLYU5XdFdkWFUxNlBHK2Zmc2dtdHJUMDdPd3NGQkdSZ1p1czZpb0NQVFl4c1pHWEZ6ODgrZlArUHB1djNyTVlERHdiK3p6NTg5UWNzclEwTkRIeCtmV3JWdTJ0cllzNThPK3NxcXFLaGtaR1VGQlFSS0pkUDc4K2Z2Mzd3c0pDYzJhTlFzU2VXSVl0bURCZ2ttVEpxMWZ2LzViRTVBaEVMOGxTSThSSXd0Y1Z3RFFZNkpEbFVpL2lTMXg4QnhiMWRYVnVGcTN0YlhoSjRBZWd6ZDQ4dVRKcDA2ZEF2L3o0RVJIUjRlR2hvNGVQZHJUMDVPYm0xdExTK3ZHalJ2aDRlR1BIejltTXBrVEowN0VDMkFRNlhlYlVIQndNRzRmdy9RQ2JoTVdnQUV1TGk1Y2pJbDZmUFhxVlFxRlVsQlF3Q0xTTjIvZVpEQVlJaUlpT2pvNk1URXhjWEZ4ZW5wNjdQbTB4Y1RFY0pYTnpjMk5pb3FDSkdWWldWbjRPU0lpSXZmdTNmdnFGNEpBakJDUUhpTkdOQ0NaQXpsVWNmcE5iNGszT2prNUVmM1YrUDRpNkp5Zm4vL3c0Y05hV2xxZy9kWFYxVnBhV29HQmdRT2xhQTRPRHViaDRYRjNkeGNYRjhjd1RFaEl5TURBd00zTnJiR3hrWU9ENCt6WnN3T2wxbUluTmphVytMS3VybTd3MnlSS0wzR2ZGVjZFc2JLeU1pSWlBc013QXdNRExpNHVIUjJkQ3hjdW5EaHhJaVFraE1Wa3gybHBhYkcydG1ZeW1jdVdMZHUwYVJOUmp4RUlCQkdVdnhveG9nRk5YYmx5WlU1LzNMNTlHMDVqcjljN2tFZ1RnUVhtaFFzWDd0cTFDeGZSam82TzN0NWU5aFRaSHo1OHdJK3RyYTN4M0pPZlAzL0daWlhCWU55L2YzK2c5TnJzM0x0M0QyNEVFaytxcUtqQVM5RFVmc0gxT0NvcUtpY25CMUtId3N5Z3BhWEYxTlMwdDdkWFVWRVI0dEUyYk5nZ0ppWldYRng4NXN5WmZxc3BVNmxVQ3d1TFQ1OCt6Wnc1azcya0ZRS0JJSUwwR0RHaTZWZG8yUmxvVmZVN1BoSDJJa1BpYXlKUG56NkZBelUxdFEwYk5vRGV4OGJHYW10ckZ4VVZDUWdJTEY2OEdMelpHaG9hVmxaVzBkSFIxZFhWdU9WSzVLc1RoVUZ1QWI5VGlOK2VPSEdpaTR1TGg0ZEhiVzN0L3YzN3E2dXJaV1Jrbkp5YzRGMXVibTVZa0U1TVROVFgxOGYzYlFOME90M1MwakkzTjNmcTFLbC8vZlVYdTFuZjNOeGNWVlVGVzV5Lzc4dEVJSDRua0w4YU1hSUJQVXRKU1JsOFpiZGYyU09LZEZSVVZFOVBqNGlJQ096bkFVODFpRloxZFhWTlRRMitQZW5WcTFjWWhsMi9mbjNHakJrTEZpekFlemg1OG1SWFYxZG1acWFWbFZWdmIyOVNVbEpvYUNoRWh5MWV2UGowNmRNU0VoTFhyMS8zOWZXbDBXaEpTVWxRYllLVGs5UFEwSkNsN2dJKzJ2Mzc5OE5Jb0E3Vml4Y3YxcXhaUXh3NWU3b1BPcDArZS9ac2MzTnpXRlJlczJZTmc4RzRkKy9lNWN1WHU3dTdsWldWTDE2OFNOejN0V2JObWpkdjN0eTZkYXV3c0hEdjNyMnlzcks2dXJycjFxMXJiMiszc3JMS3pNeGN1blNwZzRPRHVibjVxMWV2K1BuNVlUb0NpVVNlUFhzR3k5NThmSHlRRXh2bDZrS01aSkFlSTBZMDRHWDk2bjRuWXJaTEhLSklwNmVudzk1aUFIYmxUcGt5QmFLb3Rtelp3bkp0YzNNemkwVklKcFBQblRzWEZSVVZHQmdZSHgvZjB0SUNTYXoyNzkrUEwwN3I2T2lvcUtoNGVucmluNldpb2dKMk14RThIWmljbkZ5L2FTemIyOXNoeUpuOXZtUmtaRUpDUXNEVHptQXdvRnBVYVdtcG1KaVlwYVhsNXMyYjJYc3pOemZ2NmVtNWYvOCs1QVpwYVduNThPSERzV1BIYW10ckR4MDZkT0RBQVE0T2pxTkhqd1lFQk9DUjFhdFhyNFpkWk1lT0hidDE2eGFlUkpPbDZCTUNNYUpBZW93WTBkQm9OQXFGb3Erdnp5NlpJS1h4OGZGcjE2N3RONkVqdm1MS3k4dnI0dUx5OHVWTE96dTdwcWFtc1dQSGFtdHJRNEt0MTY5ZnA2U2tkSFIwNEZmeDhQQk1telp0Ly83OVZ6NDVkQUFBSUFCSlJFRlVVTEtRU0ZCUVVFQkFBQjhmMzZ4WnMxUlVWRmF1WE1sZWszSENoQWt1TGk1bFpXWDM3dDNyN2UyMXNiSHA5Nlpna25INjlHbFkrbVdocUtqbzlldlhxMWV2SmtaV0E4UnRYVUZCUWY3Ky9oTW1UTEN3c05pMmJkdEFFVnNjSEJ5MnRyYVRKazFLVEV5OGZQbXlpSWhJWTJPamxKU1VzN016VkUyR1JKN2UzdDZuVHAxS1RVMDFOemRmc21RSmhtR2lvcUw2K3ZyYTJ0cEdSa2E1dWJtYW1wcDc5dXpwOXlNUWlKRUFhZWhMVFloQnVCWVdjYzd4RW9aaCtqcTdUcDhhTEJzaTRxY2lJeU5qOXV6WkE3bEpXMXRiVzFwYUJrcmNVVmhZNk9YbFpXUmtOSFBtVEdoSlRFeDg4ZUxGc1dQSDhIUmQzMFJUVTFON2UvdUVDUk1HS3JJMFJENSsvTmpVMUlTUGlwMnVyaTRHZy9GVjUzQlRVMU5WVlJWdW5YK1Z2cjYrZ2NvMUFwV1ZsYnk4dk95VGpNckt5cDZlSHBZODNvaWZtZWFXVnEwOSttWGxGVUpDZ24vZnVDWXpkY3B3aitoM0FObkhpQkVOdTVGS1JFaElTRWhJYUtCM3AwK2Y3dXZyUzJ4WnMyWU5MTkIrSDZLaW9uaWRxSDhEVkpjYTVJUWg1c1A2MXZFTUxzWjQvZWFodHlNUUl3b1VYNDFBZkNkNGZpNEVBb0g0OTZBSENnS0JRQ0FRd3cvU1l3UUNnVUFnaGgra3h3Z0VBb0ZBREQ5SWp4R0luNVF2WDc0TVZJMFlnVUQ4ZmlBOVJ2U0R1N3M3bFBZRFdsdGJmWHg4dm56NThtLzZySzJ0dlhmdlhyK0pOUWFub2FIaE41QWxlM3Y3aUlnSTJCazhSTkxTMGpRMU5XTmpZMWx1djYydHpkVFVOQ0lpb3Qrc1lkOUVmbjYraFlVRm5vN2ptL2owNlpPOXZUMWU3UG5ma0pDUTRPWGw5Zm56NTIrNnFxcXFpbGpkOHNjU0VCRHc0c1VMWXM2VzN0N2U3L2pySFNpNVcyQmdZRUpDQXNvU2lpQ0M5QmpCU205dmIxUlVsSzJ0cmFHaFlXMXRMZXhqQ1E0T1hyOSsvYmx6NTBwS1NwNDhlZEp2OFlDdmR1dmc0S0Nob2VIcDZkbmUzajcwQzExY1hMUzF0ZkhVVG9Qd1RXcjNQNmE4dk56VjFYWExsaTNFdWtrQWU5SktnSmVYdDdxNjJzN096c3pNakpnblFFQkFnRVFpdWJxNjd0Mjd0NkdoNGQrTUtqbzZPalUxZGZ2MjdROGVQUGlPeTU4OGVhS3RyZTN2Ny84djB4aDgvUGd4SkNSazQ4YU5WNjllSGZwVjd1N3VlL2JzQ1FzTEcrS25EL1RuMGRmWDk5ZGZmeVVrSkJEblBlL2V2VE15TWxxL2ZqMGtLTVV3N05hdFd3WUdCdDg2SzYydHJkWFUxSVRxMTBUcTYrdFBuVHExZmZ2MmpJeU1iK29ROFJ1RDlCakJTa1pHQnVTVEtpZ29BSk5sMUtoUklLanYzcjNMek13ME56ZFhVMU56ZFhVbGxpUmlKejgvMzh6TXJLNnVEbDVDZHFlMnRyYjYrdm9oN24rRjFJOHZYNzRzTHk4L2R1eFljSEJ3ejhEY3VuVnJ6NTQ5L2RZK2V2YnMyZm56NTNOeWNvWXgrdzBNVEZ4Y25LWE1Za1JFeElFREIvcVZaQ2pWek1QRFkyOXZUOHdRUWlLUjdPM3RSNDhlWFZoWWVQYnNXYndkaWh3UFRsOWZuNU9URXlUWjd1N3VUa2hJd0RCczNMaHhIQndjUFQwOVJVVkZqbzZPUXpUYUpDUWtqSTJOKy9yNkFnSUNJRm5tRUxsLy8zNVJVUkd4UlVkSFovUG16YjI5dmI2K3Zpd21iMkppSXJHa05CRVRFeE1TaWVUaDRYSDY5T2xCL2pDQXNyS3lyVnUzcHFXbHNmZlQxZFgxN3QyN1U2ZE9hV3BxNGlkQXNwVHU3dTdaczJkemMzTzN0cllHQlFXOWZmdFdWMWUzdExTVWVEbU5Sck8ydHRZZUFCMGRuWnFhR2dzTGkvVDA5THk4UEx6eU5GNkhlNUMwTFlpUkJzb0hnbUFGbnRFa0VzblIwUkZ5TStGNUh2YnUzYXV1cms0aWtkemMzQ0lpSXY3KysrL3o1ODlETG1KMnNyT3puejU5K3ZMbFN4MGRuWDM3OXVIbGZYYnMyUEhWeEJFNEtTa3A0Q1EwTkRTVWxaVmR2bno1NEU3YVE0Y08rZnY3czJTeENBME56YzNOdlgvL3ZvU0V4TnExYXpVME5LWk5temJFQVF5ZDR1TGk2T2pvZ2Q2Rm1RMFhGOWZkdTNmeHhzN09UcmprMUtsVGJtNXVMQnVhNFNVWEY1ZXdzSEJEUXdQNEtuQm16cHlabnA1ZVZsYVduWjBOOXB5SGg4ZU9IVHRPbkRnQjhoOFNFc0t1ckNVbEpkbloyWW1KaVNFaElVbEpTVER4NnV2cmk0Nk9qbzZPTGlzcmEyMXQ3ZXpzdExlM1p4a01rOGs4ZlBqd24zLytTZnk1TjI3Y2VPWEtsYytmUDdOSUZKU1ZEQWdJT0g3OE9IdFpwOUxTMGdzWExxeGV2WnBZbHdJcVhrRDVaenh4V0hkMzk2TkhqNlpPbmVycjZ5c21Kb2FmbkpHUndjL1BQMmZPbkQxNzlseTdkdTNSbzBmTnpjMURNVFF0TFMxZFhGeFljcFVMQ0FqNCsvc2ZPSENndkx6YzFOVFUwdElTMHAxaUdLYWtwTFI4K1hJTXc3eTl2ZUc3RWhVVmZmSGloWXlNREg0NUZMa3lOamFtMCtsZFhWMjF0YlY4Zkh3elpzeW9yNjl2YUdnUUVCQ1lQMzgrbU5lOXZiMjV1YmtMRnk3VTB0S0N2S1F5TWpLREpKeEJqRFNRSGlQK0R5MHRMVkE0Nk04Ly8xUldWc2JieVdReUxvUzdkKy9tNU9TOGRPbFNiMi92N2R1M0I5TGp6TXhNT0lBbkR2dHpHVDR1THk4UEhubnNNSm5NYTlldVlSZ21MeSt2cjYvZjE5Zm40dUp5OWVwVldWblp5TWhJMEFPUTNzTENRaWgwTHlrcDJkVFV4S0xIam82T0NRa0o4Zkh4YjkrK0RRc0xDd3NMbXpKbGlvYUd4dHExYTlrVE9BOFJLeXVycEtTa00yZk9iTnEwQ1ZxbVRadkd5Y2w1NDhhTlFhN0t6YzNOemMxbGIzLzI3Sm1MaXd0SUtRNnVpRXdtODhhTkc0bUppZXdMdlUxTlRZY09IY0pmUXNIbUV5ZE9pSXFLeXNySzJ0dmI5K3NTYUc1dTF0ZlhCNU45M0xoeEpCS3B2YjI5cGFXbHRiVVZ3N0M0dURoaFlXRnpjM1BpSlJVVkZkbloyVXdtazhVS2gzbEdmWDI5aTRzTHNUMG5KNmU0dUxpcnE4dlcxcGJsMDNsNGVKaE1abUppSWpGWE5nNnhMQWM0a012S3lueDhmTTZjT1lPM2w1YVd1cnU3S3lvcWJ0MjZGZjR5TjIvZXZHVEprcWRQbjA2Y09MSGZQS0RQbmowckx5K1hscGJ1ZHlvbUpDVGs0ZUdocmEzZDJkbVpsSlNFNnpIdzh1WEx5TWhJRW9sa1ptYTJhOWN1bU5iSXlzcmlKNGlLaWw2L2ZoMjhIYTZ1cmxPbVRBa01EUFQzOXc4SUNKZzllN2EzdHplYzV1VGtsSjJkL2Y3OWUybHBhWmhGSVJCRWtCNGovZytSa1pFMEdrMUlTTWpRMEpEWXpwSlJXVnRiT3o4L1B6NCtYbEJRc045K0doc2I0WW16WWNPRzNidDNFMWRKMjlyYVFGZDZlbm9zTFMxTFMwc2RIQno2RmZYVTFOU3lzakl1THE3VHAwK1RTQ1IzZC9kUm8wWmR2WHExdTdzYjlGaFhWeGRxS0IwOGVCQ1NYM3A2ZXJMM0l5WW10bXZYcmwyN2R0WFcxajU2OUNnK1ByNjh2TnpIeDhmSHgrZVBQLzdRME5CWXMyWk52eFVqQmlJNU9SbG1MU3lZbXBvdVg3NTh3b1FKaVltSjA2Wk5VMVJVaFBiczdPeERodzZSU0tUMDlIVGNVUmtRRUtDbXBzYVNLakl0TFEwbUZoaUd3WElBbFVvMU1URkpUMDhYRWhKU1VWR0JNc243OXUyYk5Xc1duQVlWaUtkTm13YVZsQ0QrVGtoSWFPUEdqVk9tVEJFU0VnS3pEOE93Mk5oWVBIZTBoNGNIekV0dTNMZ0JBcW12ci8vNTgyZDVlWGtURTVQWnMyZXozQnJFOStYazVPVGs1TERmK0xObnovcjlvdTdmdno5eDRrUWRIUjFpSXpjM04xUldoaDl4RUh4OGZJS0RnMlZsWllsaWpQZVFuWjB0TEN5OGVQSGkydHBhVlZWVmJtNXVFTXQrK2ZUcFUzbDUrWlFwVXdiS0pDb2xKYVd2cisvdDdhMmtwRVJzYjI5dnQ3ZTM1K0xpdW5EaHdxcFZxNWhNcHJ1Nys4MmJONTJjbkZhdVhEbjQrSUhHeGtZUER3OUxTMHRZc3BrK2Zmcmt5Wk9IY2lGaXBJSDBHUEgvMDlmWEI5NVVYVjNkcnhZYk1EYzNmLzM2OWR1M2I2bFVLcTR4T0k4ZVBRTExMREl5a3VXeGEyWm14bkt5alkwTm1VeFdWVlVsTmxLcFZBOFBEd3pEakl5TUprNmMyTkhSRVIwZDNkWFZWVkJRZ1BjQUQ3ajgvUHpYcjErRHMzcndNVXRMU3g4OGVQRGd3WVB2MzcrUGo0OVBTRWo0NTU5Ly92bm5uMHVYTGlrcksydG9hS2lxcXJMZkN3c3RMUzBYTDE0YzZGMm9vd3htcTVxYUdoU1dxS3lzaE5IaXBsSlhWOWVEQncvQ3dzSnNiR3cwTkRUd3l4Y3NXQkFlSGs0MG51aDBPa1FEdGJhMmxwYVdtcHVidTdxNmhvZUhlM2g0S0NrcDRkWTJGeGNYQndmSGloVXJpSU9SazVQRE1PemV2WHNZaHMyZlB4OFg0L2Z2MzRlSGgvUHk4am81T2NGM0dCTVRrNStmcjZhbWR1N2NPU3FWNnVMaWN1VElFYnhXNDl1M2I4UER3OEhmeTJJNzlrdFlXQmo4ZHN1WEx4Y1NFbUl3R0VUdjk3L1BNd3FHTlJjWGw1T1RFNTFPTHlnb09ISGloS21wS2JIeVIyaG9hR1ZscGJXMWRiOVdPSlZLTlRZMjd0ZElEUWdJQ0FnSWdPT1VsSlNVbEJRNFp2RmVuRHAxNnZMbHl3c1dMTGgrL1RxK3d2M3UzVHZZRWVEcDZRbU9oS3FxcXYzNzk5ZlcxcGFXbHJLRURpQVFMQ0E5UnZ6L3hNWEZmZno0RWNNd0x5OHZMeSt2blR0MzRtK0I1L0RodzRmNStmblF3bVF5T3pvNnVycTZqSXlNdkx5OGlESkdwOU52M2JxRllkaThlZlB3Y0pXZW5oNFE1dTNidDB0S1NySjhkRjFkSFkxR0E3c0hQdTdzMmJOZzk0QjVIUmdZQ0V1TUFnSUMrR29sYUFrVWRWaTBhTkhjdVhPL1dtSUltREZqeG93Wk00eU5qWE56Y3g4OWVwU2NuSnllbnA2ZW5qNXExQ2hWVlZVTkRZMkZDeGYyNjJBSHJ5T0R3Wmc4ZVhKRlJjVkEvY08xc0JLUFE2VlNiOTY4U1d6cDd1NEdGekVPTHkrdmg0Zkh4NDhmeDQ4Zm41R1JZV1JrUktGUXdDYkdpWW1KS1M0dWRuZDNqNGlJZVB6NE1haTRuNThmblU1Lzh1UUp5N1FHWHpoWXYzNDkvcUduVDUvdTYrdnI2K3U3ZlBreWlDNmNRNlBSVHA4K1hWTlRVMWhZbUo2ZWZ1blNKZkRLbmp4NUVtb3FzNWRtWWdlZlNQbjYraTVjdUpEOUJQaUJxcXFxWU83eVZkampvb2svTVpsTTV1Zm5mL2JzMmZQbno0bHhnckRjVzFWVmRmbnlaWFl2RG56UEowK2U3TzN0bFpTVUpQNzF4c1hGc2Z3b01qSXk4K2JOWTlmMW5Kd2NlWGw1SlNXbG8wZVBFa3RxTmpZMmhvYUd3bkY5ZlQwY0ZCY1hGeGNYRCtWK0VTTVdwTWVJLzBkdmI2Ky92eit4aFVVOE1BeDc4ZUxGaXhjdldCcGZ2MzV0WkdUazZla0pZZGp3Ukd0b2FKQ1Nrdkx3OE1EdDdKYVdGdEJqRFEyTndVdjQ1ZWZuNHpIQVVsSlNQajQrTkJvTkJCN2lsY0FLQWIrbG41OGZPSGdOREF4ZXZIamg2dXJxNWVVMXhGVmhFb2swZi83OCtmUG5XMWxadlh6NTh0R2pSMCtmUG4zMDZOR2pSNCtFaFlYVjFOUXNMQ3hZMUQwMU5UVWhJY0hPem83OXl5RUNKdURZc1dOalkyUDdQU0U2T3RyZTNwNUNvYkNibTd5OHZBTlZlQVEwTkRTS2k0dkZ4Y1ZwTk5yang0OTVlSGlnQ3JLam8yTlVWSlNqb3lQUitWOWJXMXRVVk1UTnpRMk5yMTY5dW52M2JubDUrYmh4NCtycTZyS3lzZ1FFQlByNitrQ0I4dkx5OE5DcXZyNCszSWUvY3VYS1I0OGVyVml4WXVuU3BWLzlWbUVMRmljbjUwQ1J3N0QyUWFGUU5tN2NTQnduT0wzWHJWdUhoempsNWVXOWZmc1dwZ0pFV0g0VVVFb0dnN0Znd1FLUTVQYjJkcGpFcUtxcUVxUEdpUER5OGw2K2ZKbWwwY2ZIQjc0S1FVSEJ0clkyZm43K3JxNnUwdExTK3ZwNlpXWGxWYXRXcWFpb3NIaFE1T1RrUWtKQ09qczdwYVdsL2YzOTc5eTVvNnlzN09ycUdoUVVGQndjdkhEaFFuZDNkempUMjlzN0lpTGlxMThnWXNTQzlCangvN2gzNzk2SER4OUlKQktUeWFSUUtJOGZQODdOeloweFk0YVFrRkJmWHgvVUpkVFYxUTBMQytQaTRob2tscldycTh2UHo0K0hoOGZSMGZHclRtOGNva3R6OHVUSm56NTlnbVBpODJ2T25EbmdxY2IzZ042OWV6Y29LQWlPOSszYkJ3Y0hEeDRNQ0FnWU4yN2MwTytkVENiUG1qWHIwNmRQRFEwTi8venpEOHdlWW1Oanpjek1pSS8rMXRaV0J3ZUhQLzc0WTlPbVRmam45c3ZRQThpSFFtUms1SVVMRjFnYTA5UFQ4WUM3elpzMzQrMm5UNThXRXhPYk4yOGV2SXlQandkMXVYTGxDcFZLaFkxSlI0NGNhV3RyQ3c4UFg3WnMyYVZMbDRxS2luYnQya1doVUJJVEUySEQ5ODJiTjJmUG5pMHVMZzZkaUlpSWNIRnhnUXZocTZQRlk3YVBIajE2NWNvVjlyK0J6czVPV05TSGxXOGNVMVBUdExTMDdPenN3TUJBYVdscDhBU3NXN2NPdCt4eFdLSVpjTGVLcWFrcFRNVktTMHRCanpVMU5ZZFlUTHFucCtmQ2hRc3dmekkwTkN3cEtVbElTRml3WUlHSmlVbDRlSGhVVkZSeWNuSnljakkvUDcrV2x0YkJnd2ZCTndQZzY4RmxaV1h3a29lSEIzd2tIQndjK0puL3NxdzE0cmNINlRFQ0E2VUpDZ3JpNXViVzB0S0NDR0ZlWGw3OGNZK0g5UTRsNkNrZ0lLQ3BxY25WMVJVV0w0ZENibTZ1ZzRPRHU3czdQSVVwRklxcHFhbXRyZTNDaFF2WHJsMmJscGFXbXBvcUlpTGk3T3dNenpnSURDYVR5V0ppWW5wNmVxR2hvZHUzYisvdTdvNkxpOE13Yk5hc1dTSWlJa1A4NklhR2h0VFUxT1RrNURkdjNzQ0NONFZDV2I1OCtlclZxNVdWbFZsY2xFNU9UcTJ0cmI2K3ZpUVNDVVJsSUdCdTBkRFFNRVNYN0NBd0dBeGMzZkVWaEtTa0pBaHNuajkvL3ZUcDAxa3VlZlhxMWR5NWN6azRPSmhNSm53bmpZMk5SSU9laDRmbm16SkQ2ZW5wMWRmWHA2YW1UcDQ4bWFpdjNkM2Q0SnhRVWxMcWQwOTVaR1NrcnE0dVN5T3N0aEwxRExDd3NIaisvUG1uVDUrdVg3OSs2dFFwaUovSE1Dd3FLa3BFUkVSRlJRVS9rMFhZL3YyQ2RHRmg0Wmt6WjhyS3l2ajQrT3pzN05hc1dRTnpoZDdlWG1scGFTc3JLMzE5ZlQ4L3Yram82TTdPem12WHJoVVhGN05IRHVLVHVZSDJDNENoUC9RL1RzUklBK2t4QXNNd3pNM05yYm01MmNyS3F0OW9wcGFXRmpnWWZLOWtibTV1VkZSVVpXVWxQejkvWW1JaUdGczQrQ3BnY0hBd3kzNms1T1RrN3U3dUF3Y08rUHY3ZzZ0V1EwTkRRa0pDUVVFQnhKaE1KanM3TzB0SVNNRDVZRDFMUzBzL2VmTEV6YzF0M3J4NXk1Y3ZmL2p3WVZ4Y0hBY0hoNDJOelZmempkVFUxS1NrcENRbko3OTkreFphQkFRRVZGVlZWNjFhdFdqUm9uNGpnSjQ4ZWZMNDhXTmRYVjFZVWgxY2owRXcrUGo0aUpZcmtmTHljbncvMkVDQTQ3ZXJxK3V2di82YVBYdTJoWVVGQkFTMXRyWkNpTmJVcVZQMzdObERGQ29XMHRQVHE2cXFNQXhUVTFPN2VQRWk3TWFaUFh1MmpvNk9rNU1UaG1GWldWbmEydHFnRTUyZG5lQThaODliU1NLUnJLMnRyYTJ0azVLU3hvMGJoenVpYTJwcXRtelpBbEpLM0pJN09LREhSVVZGTEZ1azhEQ0ZWNjllNFcrMXQ3Yy9mUGlRVENhZk8zZE9UVTBOSHcveEtseVA3ZXpzNEE4WTM4MzhWUm9hR2dJQ0FxS2pvNWxNcHFLaW9xMnQ3Zmp4NC9QeTh2Q1VLWENhaElURW1UTm4xcTVkZStyVXFkYlcxbjUvdTdDd01EcWRQbjM2ZElqUWhuc2g1dnlhUDMrK3VybzZiRWYramd4M2lOOGVwTWNJTENzcjYrSERoOXUyYmRQUzB1bzNvd1dFQjNOeWNnNjBWd1NRbDVlUGk0c3JLQ2dBaWNXdHVzN09UaWFUU1NhVHdiU0NGV2hlWGw0OFlJcVRrNU5Db1hSM2Q1dVptWGw2ZW9LcldVRkJvYnE2K3ZUcDB4aUcyZHJhd2xNTWdIaXV5Wk1uUDN2MnJLV2xCY3dSV0gxVVVGQVl4SWd2S3l0TFRrNU9TVW5CazBEQkpxSTFhOVlzV0xCZ29BQXUzRk05WnN3WUF3TURNSFFHVDBzQ0NpRW9LTWppa3NXSmpvNGVTSS9CMXhvWEZ3ZGZPNWxNdHJPelc3ZHVIUzVDc0NlTlRDYTd1cnFPSHo4ZXY3Q2pvOFBDd2tKUFR3OTNiSVNGaFEwMFFyQ1B1Ymk0QkFRRTRNWkpKQklzdGVMVEwzYlMwdEppWTJPWExWdDI2TkNoUVJKTDBlbjBRYjVNaUJta1VDaDM3dHpwTnpONVZWVVZUQ09JSGRyWTJOQm90QTBiTnJDZmordnhwMCtmNEhOeHRSdkVEVkJlWGg0ZUh2N3c0VU02blQ1bnpoeDlmWDE4WnZQczJUT1lEQjA3ZG94NHljS0ZDd01DQWt4TlRkblhwRE16TSsvY3VVTW1rMkV0SHg4RE1ZY2ROemYzd1lNSEJRVUZSVVZGb1g4OGdoMkJRSHFNd01EUTNMaHhvNVdWMVVBblFGem94SWtUK3pVY2lWaGJXMi9hdEVsV1ZwWm9aNnVvcUhSMGRPemR1L2ZJa1NNOVBUMkxGeStHL2EvNDl0eCtxYTZ1TmpJeTZ1am8yTGR2MzRvVksvTHk4c3JMeTh2S3lqWnUzQWpqVVZGUlNVMU5qWTJOM2IxN2QwZEhCK2h4djgvcndzSkNrR0g4S1M4c0xMeGl4WXBWcTFZcEtTbXhLMGRsWldWQ1FrSk5UYzI1YytlZzVkS2xTMSsrZkhGeGNZR1l0Y0dOWTV6UG56OXYyN2F0MzdlSTRiaEVidHk0Z1lmL0FIUTZQU29xS2lvcUNtK0IyK2ZoNGZucnI3K0laelkwTk5UWDErZmw1Y0ZXcUl5TUROZ0d4Z0s0NVVFSWxaV1Z6NTA3Qit2SGZIeDhnWUdCK1BweHY4T0RkSS9QbmoyVGxwWWVTSSs5dkx5S2lvcmMzTnp3WlYyVzI0RmttY2JHeG9zWEx4WVJFUUhIdGFxcWFudDd1NTZlM3ZIang0bm54OFRFckZtemhzVnR3MklmNHpsUHJseTVncThmNzlpeFkzQTl2blRwVWsxTnpZNGRPelp1M0VoTTdvSGZKbndWbnA2ZXhCbWVqSXlNZzRPRG1aa1pNU1ZJV1ZtWnRiVTFpVVE2YytZTXZrd0REcUdhbXBvelo4NW9hMnZQbkRsVFRrNXV6NTQ5RHg4K2hKa1cvQTBQTkR6RUNBVHBNUUtUa3BJaXBrRm1CK0taaDVKamtrUWlzV3l5Ykd4c0JPMFplb0JWVDArUHQ3ZDNkSFEwWEJnZEhSMGNIQXh2alJvMWFzR0NCVFUxTlJpR3JWaXh3c1hGNWNhTkcxcGFXdmZ2MysvcDZSRVFFR0RQSzBLbjA0OGZQdzVMenFLaW9xcXFxbXZXckZGUVVHQVB1YXFwcVVsTVRFeElTTUN0WnlNakl3a0ppYXlzckVlUEhuRndjSVNFaElTRWhCRE5yNkNnb0h2Mzdna0pDYkdzSm9MRnhzbkpPVkNrOTZkUG4vcXRUTEJ6NTg3MDlQUlhyMTRwS1NtcHFhbGR1SENCUXFISXlNakV4OGVEYytMVHAwOGRIUjFrTWxsS1NncktjcFNYbC9mMTlRa0lDSXdkT3hZVXdzL1BiK3pZc2U3dTdxTkhqMVpSVVdIWi93MFNCWjdZZmlWekVHRDNqcnk4UEl2ZDcrRGdBR3NFWFYxZHNJWnFabWJXcnlTWGxaV0JVTTJkT3hmZlBkWFkyQWozOHU3ZE82SVRHMWIzbzZLaWlJSDZSQUVHQmluL05aQWUzNzkvbjQrUFQwRkJvYlcxbFQybEd1eEw1dWZuWDdKa0NlUzVwTlBwOEMrZFRrOUpTV2x2Yno5MjdGaElTSWlrcE9TYk4yOU1URXdZRElhenN6TngvemVGUXJHMnRuWjJkbjc0OE9IRGh3OWRYRnhXckZoaGFtcHFZR0N3ZGV2V3RyWTJZMk5qbHYzaWlCRU8wbVBFVitqbzZJQ1VUTVQwbVVNSElrNi9LVzgrRHcvUGh3OGZjQXV5c2JGeDZ0U3BLaW9xaXhjdm5qTm5UbFJVRkpQSmxKV1ZwVkFvcTFhdGV2RGdnWnViRyt6MDNibHpKL3Y2TjVsTTNyMTdkME5EdzZwVnF4UVVGTmhqZitycjY1T1NraElTRW1ESkVNT3c4ZVBIcTZtcHJWMjdGbGFzT3pzN1dmSlZEYkV1aGFpb0tKNEFoQVhZNzhUZXpzbko2ZWpvNk9mbloybHBpU2Zxc3JLeUF1OUZaMmNuR054NmVucEhqeDRGMDMvUG5qMndSWGp0MnJWNFArM3Q3WHg4Zk9mUG4yZlp1NHhMRk96cUlWcmVIUjBkZzBlZjBlbDBxQTZ5WU1FQ2xyYytmLzZNKzA0Z0FxQyt2dDdMeTh2TXpJekZsb1VGZTBsSlNlSjZNKzY2Zi9YcTFhdFhyMWc2Zi9QbXpkV3JWNDJOalFjYTJDQS94MEJTcmE2dUhoTVQ4K1RKRXhLSnhNZkh4ekpJK051alVxa0JBUUhjM056c3N3b0toVUtsVWsrZVBPbmo0MU5hV2pwejVrd2JHeHVJUnNRNWN1UUl2b0hxOE9IRHVQUytmZnYyeTVjdnFxcXFROG1zZ2hoUklEMUdmSVgwOUhRNm5jN0Z4YVdxcXZyKy9YdjJFNjVkdXpacDBxU0JadnJKeWNrUVV6cDR2SStQancrZFRzZWZ1VlpXVnE5ZXZXSXltVnUzYnQyeVpRdStuNlNvcUFnMklzT2FzYWFtNW9NSEQrN2N1UU1yd2NRRUprVDI3dDNMM3ZqeDQwZVFZVmp3aHUzQ2E5YXNVVmRYWjVrNnJGaXhndVh1NnV2cklmVDN3SUVEZVA1cWR0cmEydGhEbG9CQnlnWUxDd3REZERFN0FRRUJqWTJOd3NMQ29NRk1KaE15YjB5YU5BbVBkUUlFQkFRZzlUY3hIVFFBRWdXV3JyS3k4cVJKazVxYm0rUGo0OGxrOHA5Ly9vbW5ubWIvOUxkdjM0Smo0TVdMRi92Mzd5YzZHTnpkM1ljWXp3WExDdXJxNnNSR21CTk1temFOeFUrdXE2djc5dTFiRlJVVkZqRm1FV0I4TForNG9abmxMUmI0K1BpOHZiMC9mUGd3ZWZKa2xpbmF5NWN2WWRuWTFkWDE1TW1UVWxKU1Y2OWVIU2d2TFB3UmFtcHExdGJXN3Rtemh6Mk9ET3orTzNmdTRBWEY0WnQvOHVTSm82UGp5Wk1uMFNZb0JBN1NZOFJYZ0F5YUtpb3FBMjBtdm5uejV0S2xTL3ZWNDU2ZUhrZ2dwYUdoTWZoekp6YzNsK2hhRkJjWGQzWjJuajU5dXJDd2NHOXZiMVpXMXJObnoxSlRVeUU2QnZabHdkWW1KU1Vsc0toMGRIUUdlV2ppTkRZMkppY25KeVFrNEhVUlJvOGV2V3JWS25WMTlULysrT05IUFJ5aG42NnVyc0hUaG53VGpZMk5vRnN0TFMxcjFxeVJrWkVSRXhPRGV6Y3hNUmw4ejA5Q1FnS2VMQXpLRUZWWFYyTVlkdno0OFduVHBoVVZGY1hIeC9QeThvSVgyc1hGcFY4OWhzM0haREk1UHovZjBkSFIydHI2VzIraHZiMDlJeU9EZzRNRGhCL0ExN2xoeFpjSXVQVFprNEt4ZUtIeDBQMU5telpCaEZScmF5dHM5Qm9rakptUGoyL3ExS25zUFVOV25Ka3paeTVidHN6YzNQekNoUXNIRGh4d2MzTmpNWDlaa0phV05qSXlNalkySGpObXpOaXhZM0Z2UVYxZEhZUEJFQklTd3U4Q1g4S29xNnRMU2twYXMyYk5JTjBpUmhSSWp4R0RrWkdSa1p1YlN5YVRXY3BMRU9udTdoNm8wdnV0VzdkZ3NaUDlVY3RDWjJjblVRdVpUS2E0dVBqang0K3pzckl5TXpOaHNYUE9uRG1neHdjT0hJRHFlOUhSMFhnSzRoczNiaWdwS2JFWFFnQ2FtNXRCaGwrL2ZnM1dsYUNnNE1xVks5WFYxUlVWRmI5MUF5dHVudzN1dVA1cWZpNDQ3dXZyeThuSllYY0NzeUFtSnBhYW1scFJVZkhQUC8rOGZQbnk2ZE9uNEs0Z2tVaUppWWxpWW1MOXJnaUFnVGhod29RbFM1YThmLzgrTnplWFJxTTlmLzZjeVdSS1NFaXd4REVOQXAxT2g5ajdZOGVPWldabVJrWkdVcWxVUFQyOUlWNk8zeldOUnR1MGFSTXVUbCsrZklHZ3Vaa3paN0pZdDB3bUUvU1lQYXFmNVdzSDBWMjBhSkc1dVRuTUdrdExTNTg4ZWJKdjM3NmhKUGdrNHVYbEJSbGhJZlBNdG0zYmlvcUs3dDY5dTNQblRrTkRRMDFOelVIaXhoY3VYSmlTa3NLeTEyN05talZOVFUzYTJ0cWFtcHJmTkJMRUNBVHBNV0pBNkhRNnVFTzF0YlVuVEpqUTd6bGRYVjFkWFYzc2RRREI3d2VacFhmdjNvM2JGcmpvc2p4U1cxdGJxVlFxN0pNcExDdzhmUGd3dm43TXhjVzFaY3VXUC8vODA4dkxDenpWKy9idG85UHBQajQrc0o5bnlaSWwyZG5aTFMwdCsvYnQwOVhWMWRQVFk5bU9FaEFRRUJnWUNFWVZIeCtmaW9xS3VycTZzckx5SU0vV2dVaE5UYzNKeVlHQU1rZ2ZWbEpTSWljblI2d0o4VTMwOWZYWjJ0b21KU1c1dTd0RE5zcjYrdnFDZ29LcFU2ZmlWUXB3T0RnNHBrNmRLaVltOXZyMWEzQTdqeDQ5K3N1WEw3R3hzYkd4c2N1WEx6YzNOMmN4NDBDclpzeVlZV0ZoRVJFUjBkcmFxcU9qQThVaDl1M2JOM1IvUUhSMGRHTmo0OWl4WXpVMU5UZHQyblQ0OE9HNHVMaWhsQnpHb1ZLcE4yN2NHRFZxRkt4OFExNlg0OGVQTnpRMGlJcUtPam82Z2dQOHk1Y3ZBZ0lDM056YzFkWFZNSGppbmk0QWZrcjhUMGhFUkNRa0pJUVlTRGhtekppb3FLamUzdDdTMHRJSkV5Ync4ZkhCSllQY0w1Vkt2WFRwRW5nZ0RBd004UDExVmxaVzNkM2RzYkd4bHk1ZHVuNzkrdWJObTFlc1dDRWpJOU52VjEvZCtFNGtQajUrK2ZMbDMzUUo0dmNHNlRIaS93RG1GRHdIUFR3OGlvdUxaODZjaVQ5QThjMmRNVEV4VUNnUUhKdloyZGtSRVJIRWFuY3hNVEdRVFFpbUFBQWdBRWxFUVZUbno1K24wK25MbGkwajJ0YmMzTnhRc0RZaElXSHMyTEh3Q083cDZmbjgrVE9Ed2JDd3NMaDQ4ZUxNbVRQbDVlVmhvWEhidG0ySERoM2k1K2MzTnpmUHpNeGN2bnk1czdNekpMaCsvLzQ5bVV3K2ZQaXd2cjUrZW5yNmlSTW5lbnA2cmwyN2R2djI3WlVyVjlyWjJlRUxuRkpTVWx4Y1hFdVdMRkZYVjErMmJCbDdacWloazVPVFEzUkJsNWFXbHBhV2J0aXdnWU9EQTlackFkZ3cwOWpZT0ZETURtZ3R4R2ZWMXRaQ1FOYlZxMWVuVDUvKzRjTUg0dm94MFFsZlVsSVNGUlgxNE1HRDd1NXVIaDZlbzBlUDd0NjlPenM3MjlQVDg5MjdkMmxwYWJtNXVUZHYzaVNXNjRDZkVod0Ftelp0MnJWclYxUlVWSDUrdnF5c0xLVHl3T25vNkRBeE1hRlFLQkRYUmx3ZS92ejVNMHlHcksydFI0MGFOV3JVS0Q4L3YxT25UdUVSWjNwNmV1UEdqUnN6Wmd3dkx5OFhGeGVOUnV2NEQ1eWNuSkM5NVByMTY1OCtmYksxdFlVMG5MbTV1YWRQbi83dzRZTzB0UFRseTVmeGFZU2pvMk5hV3Rya3laUHg2UWhlV1JLSEpkWEdtREZqV0d4b21KRGR2My8vL1BuekVGZ0hXOVQ2WGRIbzdlMk5pNHU3Y3VYS3AwK2ZTQ1RTNGNPSER4dzRnTC9Md2NGaGIyOHZLU2w1OWVyVmhvWUdmMzkvZjM5L0NvVWlLeXVycUtoNCtQRGhmbi9mci9MczJUTmJXOXNsUzVhNHVibjkyT3lxaUY4WHBNZUkvd004dm1rMDJwMDdkeUlpSWlaT25Pamg0WUVMMklRSkUwQk5XZlpITVpsTWZLR3V1Ym5aeWNrSmtuUHA2ZWtaR2hxeVBHNW16NTc5NXMwYjlqcU1ZQ1hEQnQrVEowOFdGaGFlUDM5ZVNVbXB2cjcrMkxGakpTVWwrL2J0VzdseTVlblRwNkh6WmN1VzRTWDJsaTVkNnUvdmYrTEVpVStmUHRGb3RJcUtDbUtheWRXclY2OWN1ZktIR0NJV0ZoWURwZmdvTFMxOThPQ0J0TFEwSnllbmdJREFRQjRGUUVCQUFOOEFodWNkdTM3OXVwMmRuWUtDUW1ob3FMVzFOUVF6TDEyNjlPN2R1Ky9mdjgvSXlBQjNQUzh2cjdhMnRyNitQamp0bFpTVVFrSkNmSDE5UTBKQzJ0dmJVMUpTb0NJV0lDb3FhbXBxQ2xIWkZBcWx1TGo0MHFWTG8wZVBkbkZ4WWQ5TlhsTlRnMitOblRGakJoeEFtZXEydGpZVEU1TWxTNVpBbzdDd3NKK2YzLzM3OThQRHd5c3FLcWhVYWxsWkdSNUxqeU1vS0Fnci9SVVZGVUZCUVdwcWFsdTNicTJycXdzS0NvcUppWUg1bHJHeE1URTBBZkpyNGxVT0Z5MWF4TzV6aGo4MkpwUFowOU16eU94cTNicDFmSHg4dnI2K01PT0JERm40dTB3bTg5MjdkNDhmUDM3MDZCRnNoMU5XVmpZME5HUjMrNU5JcENOSGppeGF0T2o4K2ZQdy9YUjBkTHg3OTA1YVdwcEtwVUpCN29IR0FCRmVTVWxKK0JjTFBIandnTWxrcHFlbnU3cTZzbFJ5Ukl4WVNFUGN1WUVZbkd0aEVlY2NMMkVZcHErejYvUXB5K0VlenZkRHpFY3hhOWFzeTVjdlF3VmZuTWVQSDRlRWhEUTFOZUV4TlFJQ0FwcWFtcnQyN2VycjY0dUlpQWdLQ3VybzZGaTBhTkd4WThmNlhkR3NyS3k4Y09GQ2ZuNCtNZGFHUXFFc1hyell5c29LejczUTJka0pzVG5Cd2NHeHNiSFcxdGJqeG8zYnZIa3piSFBTMXRhZU1tVUtTOCt0cmEwZUhoNDdkdXhnVCtuOHk1R1hsMmRvYUhqczJMR1dscGFBZ0FCQlFjRkpreVpObno1OS92ejVTNWN1N1hkdWNldldMWDkvZjNkM2Q3eVlCQXNmUDM3VTFkWGw1ZVgxOHZJaVRoZUtpb3BzYlcxUG5EaWhxS2g0NWNxVm9LQ2daY3VXT1RzN3d6NGZXMXZieDQ4ZlcxcGFnckt5VTFKU2twV1ZWVkZSMGREUThPWExsN2EydHM3T1RocU5SaUtSYnQrK0RZWnZiMjl2WUdEZy92MzdlWGg0Zkh4ODd0eTVvNmFtdG52M2J2Q3lzR05tWnBhVmxiVnQyN1lqUjQ3Z2RjTnd3c1BEUFQwOWx5NWQ2dURnOEZWdlIxdGIyOEdEQnlzcksvZnUzWHY0OEdId005ZlYxZW5xNnJhMHRIQnljc3JKeVMxZXZGaERRMlB3aUMyd3lCODhlSEQ5K25WQlFVRVBEdy80VzgzSnlUbCsvRGlWU2gzODJrR3dzTEFZYUd2QVQwdHpTNnZXSHYyeThnb2hJY0cvYjF5VG1jcjZueEh4SFNBOS9qSDhObm9jSEJ6ODVzMmI1OCtmYjl5NDhlVEprLzJtc3g2SXZyNCtUVTFOSlNXbHJWdTNEbjIzOFZlaDArbE1KaE9NdWFxcUtqQkFmMVRuUHkwOVBUMWRYVjBpSWlJUUVQZE5QOFJBME9uMDhQRHc3ZHUzczRUS1U2bFVNcGtNaXhFMEdpMHRMVzNWcWxYNCt1amp4NDlIang0OWVESzFid0s4SUlPbkl2bjA2Wk9Ra05CQVdsdFpXU2tzTER5VTZpWkFWVlVWRHc4UDBjNW1NcG4zN3QyYk9uWHE5T25UdjlWeHdtUXlPenM3aWQ5aFdWa1ppVVNTa3BMNklUL1RMd0hTNC84R1NJOS9ETCtOSHROb05HNXViaXFWK24xUEZpYVRpZlpUSWhDL1BVaVAveHY4MnpwbGlOOE1zRnErZTVxUHhCaUJRQ0MrRDZUSENBUUNnVUFNUDBpUEVRZ0VBb0VZZnBBZUl4QUlCQUl4L0NBOVJpQVFDQVJpK0VGNmpFQWdFQWpFOElQMEdJRkFJQkNJNFFmcDhZK0JkeFFQRnhjWnc3QnVLbldRRW04SUJBTHhHOURkM1EzNXcvbjQrTDZqTGd1aVg1QWUveGpFUkVVaHVlT1hMMDJkbmF3MXlSRUlCT0ozb3ZITEYwZ1JLaUV1Tm5LeWt2MjNRWHI4WXhBVkZZR3NlNFZGeFI4K2ZoenU0U0FRQ01SL0N3YURrVi93cnFXMURjTXdjVEV4M245Uk1BMUJCT254ajBGV1p1b0U2WEVZaHRYVzFUdTZYUDdjMk5oRG8rRVZGeEFJQk9KWGg4bGswbWkwdHZiMkY1bFp3V0hoVkNxVmkweVcvMk9Pb0tEQUVLNUdmQjJVdi9xSDhTTHpsZDZCSTdDbUlqMU9hdkdpaFNMQ1FyeThhT2FJUUNCK0IvcjZHSjhidjFUWDFHUy9mZ05STW5JelovaDd1MHRKc2hiRVJId2ZTSTkvR0F3R3c4ektOanIyMFhBUEJJRkFJUDRYdURxZTI3cHB3M0NQNHZjQjZmR1BwS09qd3k4d09Db21ycTJ0dlpkT3A5UHB5R1dOUUNCK0d6ZzVPY2xrTWpjWGw1U1U1SkVEK3BzMmFBejNpSDRya0I3L2VFckxLeW9xS3B0YldsdGFXcnFwUGNNOUhNVHZUTk9YTDAxTmpSaUdpWXFLaVk0ZVBkekRRZnpPY0hDUUtQejh3c0xDWW1LaU02Wk5FeGREZjI4L0dLVEhDTVF2VEVCQWdMKy9QNFpoaHc0ZE1qQXdHTzdoSUJDSTd3ZkZWeU1RQ0FRQ01md2dQVVlnRUFnRVl2aEJlb3hBSUJBSXhQQ0Q5QmlCUUNBUWlPRUg2VEVDZ1VBZ0VNTVAwbU1FQW9GQUlJWWZwTWNJQkFLQlFBdy9TSThSQ0FRQ2dSaCtrQjRqRUFnRUFqSDhJRDFHSUJBSUJHTDRRWHFNUUNBUUNNVHdnL1FZZ1VBZ0VJamhCK2t4QW9GQUlCREREOUpqQkFLQlFDQ0dINlRIQ0FRQ2dVQU1QK1RoSGdBQ2dSZ3EzZDNkMGRIUkxTMHRlRXRPVGc0Y1pHZG5FMnVaOC9QemEycHE4dkx5RHNjd0VRakU5MEFpL2g5R0lCQS9NMHdtMDhyS0tqazUrYXRuTGw2ODJNdkw2Mzh5S0FRQzhXTkEvbW9FNHBlQlJDS3BxNnNQNWN5Tkd6Zis5NGVEUUNCK0pFaVBFWWhmaWVYTGwvUHg4Y0V4aTNNTGY4bkh4NmVxcWpvY28wTWdFTjhQMG1NRTRsZUNpNHRyL2ZyMStFdGNnNG5hcks2dXpzM05QUnlqUXlBUTN3L1NZd1RpRjBORFE0Tk1IakFTazB3bXIxcTE2bjg3SWdRQzhRTkFlb3hBL0dKTW1EQmg0c1NKQTcwN2FkS2tTWk1tL1c5SGhFQWdmZ0JJanhHSVh3eCtmbjQ1T1RuOEpaUEpKRHFyWjgrZUxTd3NQRXhEUXlBUTN3L1NZd1RpRjRPYm0zdnUzTG04dkx3a0VvbllUaUtSNEsxUm8wWU4zK2dRQ01SM2d2UVlnZmoxR01nSTV1UGptejE3OW5DTUNJRkEvRnVRSGlNUXZ4NVRwa3daUDM0ODJNVFFBZ2ZTMHRKbzhSaUIrRVZCZW94QS9IcHdjbkt1V2JPR3ZYMzkrdldjbkp6RE1TSUVBdkZ2UVhxTVFQeVNxS3VyZy9UaUpqSW5KeWR4YXpJQ2dmaTFRSHFNUVB5U1VDZ1VQQWtYU0xLS2lnby9QLzl3and1QlFId25TSThSaUY4VllwSnFFb21rcHFZMnJNTkJJQkQvQ3FUSENNU3Z5b3daTThhT0hRdkhVbEpTTTJiTUdPNFJJUkNJN3dmcE1RTHhxMEtoVU9iT25RdkhjK2ZPRlJVVkhlNFJJUkNJN3dmcE1RTHhxOExMeXlzbko4Zk56VTBtaytYazVQQzZUd2dFNGxka3dLejBDQVRpSjRkRUlzMmRPMWRJU0loR284MmVQWnNsWFJjQ2dmaTFRSHFNUVB6Q3pKdzVVMUpTc3J1N0d5MGVJeEMvT2lTV2t1YUlmMDliZTN0NVJWWER4NC8xOVIvYU96cUhlemlJMzV5Q3ZEZDlmWDEveUNzTTkwQVF2em1jbkJ5alJVWEhqcEVZTHoxdS9IaHBIbFJqKzBlRDlQaEh3bUF3WG1hKzh2SUxxSzZwN2VydTd1N3E3cVhUaDN0UWlOOGRKb05FSWpFeDVLeEcvTmZoNWVYbEd6V0tuNTl2Z2VKOFU2T2pVcEpqaDN0RXZ4VklqMzhZZlgxOUxwZTlnMEt1OS9YMURmZFlFQWdFNHI4TEh4K2ZsNnZqQ3BWbHd6MlEzd2UwZnZ6RFNFNU5DN3dXeG1Bd01Bd1RGQkJRbUQ5dmd2UTRZV0doNFI0WEFvRkEvQUFZREdaWFY5ZVhwdWJrMUtmdEhSMWRYVjJPcmg0VEowNllNbW5pY0EvdE53SHA4WStoNGVQSHdHdWhJTVlLOHZQc3JDM0hTVWxSK1BtNDBSSUxBb0g0TFdBeW1YUTZ2WWRHMjc1bG84M1o4OVUxdFJXVlZaRlJNY2VQSHVMbTVocnUwZjBPb1AzSFA0YjNSU1dWVmRVWWhna0pDcDR3TTVvak4wdFVSQmlKTVFLQitHMGdrVWhjWEZ3VWZuN2xoVXE3ZG1oeWNYSFI2ZlJYT2JtdHJhM0RQYlRmQktUSFA0YTI5bllxdFFmRHNQbnlmMHlkUEhtNGg0TkFJQkQvTFRnNE9CWXFLWXdXRmNFd3JLMnRyWWRHRys0Ui9TWWdQZjR4dExkM1VIdDZNQXdiS3lFaElFQVo3dUVnRUFqRWZ4RXhVVkVlSGg0TXcxcmIybnA3ZTRkN09MOEpTSTkvRERSYUw0UlY4L0x5Y0hHaHBSUUVBdkU3dzhmUFR5YVRNUXpycGxMUmpwSWZCZEpqQkFLQlFDQ0dINlRIQ0FRQ2dVQU1QMGlQRVFnRUFvRVlmcEFlSXhBSUJBSXgvQ0E5UmlBUUNBUmkrRUY2akVBZ0VBakU4SVAwR0lGQUlCQ0k0UWZwTWVLbnc5M2QvZEdqUi9qTDF0WldIeCtmTDErKy9KcythMnRyNzkyN1I2VlN2L1hDaG9hRzMzVjc1ZTNidHhzYUd0amJLeXNyWFZ4Y2FtdHJ2NmszSnBONTU4NmQ1OCtmZjhkSTZHeGxTU0VWUEF2ZmxIZmkrdlhyRVJFUi9mYURRUHljSUQxRy9GejA5dlpHUlVYWjJ0b2FHaHFDSkhCeWNnWUhCNjlmdi83Y3VYTWxKU1ZQbmp6NWpueEF2YjI5RGc0T0dob2FucDZlN2UzdFE3L1F4Y1ZGVzF2NzVjdVhYejJUOXF0bERYejY5T21XTFZ2YzNOeGFXbHBZM3JwNTgrYVdMVnNzTEN6ZXZYczN4TjVJSkZKYVd0cng0OGZkM054WTlMV3JxMnVRQzVPU2t0VFYxWWt6TUF6RGlvcUtEQTBOOC9MeThKYmEydG90Vzdha3A2Y1BjVHlSa1pHdXJxNEdCZ1lzRXdzbWs0bUt6Q0orVHBBZUkzNHVNakl5T2pvNk1Bd3JLQ2o0L1BremhtR2pSbzBDUVgzMzdsMW1acWE1dWJtYW1wcXJxK3VIRHg4RzZTYy9QOS9Nekt5dXJnNWVRbTYvdHJhMit2cDZQajYrSVE2bXA2Zm41Y3VYNWVYbHg0NGRDdzRPN2htWVc3ZHU3ZG16cDZtcDZVZDhCLzhqdUxtNWUzdDd3OFBEQXdNRGllM3dYVEdaVEM0dUxrbEp5YUYzZVByMDZWR2pSb1dIaHg4L2ZyeTd1eHNhR3hzYk5UVTFNekl5QnJwS1VWR1JUcWZiMnRvNk96dmpqUUlDQWhrWkdmcjYrZ3IvWWZQbXpRME5EY2JHeHRldVhmdnFTSEp6YzZ1cnF6RU1xNmlvWUpsU3VMbTUyZHJhb2hTUGlKOFFWRzhSOFhPUmtKQUF4cGFqbzZPOHZEell4L0RXM3IxNzFkWFZTU1NTbTV0YlJFVEUzMy8vZmY3OCtkV3JWL2ZiVDNaMjl0T25UMSsrZkttam83TnYzejdJN1lkaDJJNGRPL0FPdjBwS1NncTR1QTBORFdWbFpaY3ZYODd1V1NWeTZOQWhmMzkvVVZIUmI3enA0UUVTdXk1ZHV0VFMwcExZam45WFI0OGVGUkVSQVcxbU1CZ0RmVzhmUDM0Y00yWU1obUZqeG96WnYzKy90N2QzWm1ibW1UTm5RRjl6YzNNL2Z2eG9hR2lvcWFscFltSUNzeXNpd3NMQ3UzZnY5dmYzdjMzN3RvS0N3cXBWcS9BNUFZWmhTNVlzbVRCaEF2eWdKU1Vsd3NMQ0EvM2lSSzVldlFvSDdlM3RkbloyZG5aMitGdWd4SjgvZjNaemM2TlFVS3A1eEU4RXNvOFJQeEV0TFMxSlNVa1lodjM1NTUvS3lzcDRPNjRRR0lidDNyMGI5S08zdC9mMjdkc0RkWldabVFrSFFrSkNMRDBRUHk0dExXMmdIcGhNSnBoaTh2THkrdnI2eXNyS0xpNHVjK2JNMmJadEc1eXdjZU5HUFQwOVBUMjlCUXNXUUl1a3BPUjNtTWhNSmpNaEllSEFnUU1yVnF4WXNtVEovdjM3VTFOVHY3V1Q3d0QwbGIwcUtBZkgvM2tzTUpsTVIwZEhhMnZyZnVjaUwxNjgyTGh4WTFWVkZiemN1WE9ub0tBZ2htSEp5Y2x3L3V2WHIrR3RqSXlNTjIvZTlEdVNyVnUzd2tGbFpTWDdXeFlXRmhZV0ZqQTVFeFVWSFQ5Ky9PRDM5ZmJ0VzFoZjRPUGoyN3g1ODhiL3NHSERCdHhUTFNFaE1iZ1hIWUg0MzRQc1k4UlBSR1JrSkkxR0V4SVNNalEwSkxhVFNDVGlTMjF0N2Z6OC9QajRlSGowczlQWTJKaWRuWTFoMklZTkczYnYzbzFoR080K2JXdHJhMnhzQkYrMHBhVmxhV21wZzRORHZ5WlhhbXBxV1ZrWkZ4Zlg2ZE9uU1NTU3U3djdxRkdqcmw2OTJ0M2RIUmtaaVdHWXJxN3VsQ2xUTUF3N2VQQWdobUdMRmkzeTlQVDgxbHRtTXBtV2xwYXBxYW1pb3FKejVzeXBxYWw1OCtiTm16ZHZqSXlNOXU3ZCs2MjlmUlVxbGNyQndRRWFqT3R1UUVCQVNrb0tmZzRlQTJWaVlzTEZ4ZFhUMHdPK1h3ekRMbHk0d0RLem1UZHZIamMzZDBoSXlKa3paekFNNCtYbFhiVnExZjM3OStmTW1RTm5ncWVhVENhSGhZWEIzSWdkY1hGeGVYbjVxcW9xRFEwTmFJSGZDTU13TVRHeGI3cEJCb01CZGprSEIwZFhWNWVLaXNyU3BVdngyNFFwd3Q2OWU0Mk1qTDZwV3dUaWZ3RFNZOFRQUWw5ZjM5MjdkMEhudnVwSU5EYzNmLzM2OWR1M2I2bFVLaTh2TDh1N2p4NDlBa3NvTWpJU3RCUEh6TXlNNVdRYkd4c3ltYXlxcWtwc3BGS3BIaDRlR0lZWkdSbE5uRGl4bzZNak9qcTZxNnVyb0tBQTd3Rjhxdm41K1dBQ0hqcDA2RHZ1T2lrcEtUVTFsWXVMS3lZbWhwZVhsOEZnL1BYWFh6RXhNZDdlM2t1V0xKR1ZsZjJPUGdlaHRyYjJ5SkVqMnRyYW1wcWErQ3hIWDE4L0x5OHZMeTl2L1BqeGZIeDh1QjNNejgvUHc4TWpJQ0FBb3RqVTFCUVpHYW1scFVYc2tJK1BiKzNhdFRFeE1RWUdCckRZckttcFdWbFphV05qZzJGWVhWMGRhTG15c3ZKQVlneGN2bnlaeVdRS0NBakF5L3o4ZlBDb2YrczNFQlFVVkZCUXdNbko2ZUhoWVcxdGZlN2N1ZXZYcjB0SVNMeDgrUktXeWVmUG4zL2t5SkZ2L05vUWlQOEZTSThSUHd0eGNYRWZQMzdFTU16THk4dkx5MnZuenAzNFc3RGo2T0hEaC9DWUJyT3lvNk9qcTZ2THlNakl5OHVMS01sME92M1dyVnRndXMyY09STWFlM3A2UUppM2I5L09IcU5VVjFkSG85Rnd6MjFmWDkvWnMyZHJhMnRWVlZYQnZBNE1EQVQzcG9DQVFHbHBLWndHZXV6cjZ3dkc4ZHk1Yy92NitvYStPQTI4Zi84ZWZPL1YxZFhUcGszajRPRFl2MzkvVEV3TWs4bE1URXo4NFhyTXhjWFYxTlRrNit0NzdkbzFLU2twdkhIQ2hBbnIxcTFidDI0ZHVQRmhFZmZDaFF0ZmRRN0RWM3IvL3YyZ29LRFRwMDlqR0RaanhveWdvQ0I0NituVHAzQUFQUTlDUmthR2hJVEUzTGx6NFNVc1d5eGR1aFQvWldIMlVGZFhkK25TcGRiVzFzcktTZ1VGQlZOVFUySW5xYW1wQVFFQkdJYloydG9xS3l2cjZ1cDZlM3NiR1JrWkd4dGJXbG95R0F4SlNVbG5aK2QrRnk4UWlHRUgvVjBpZmdwNmUzdjkvZjJKTFRkdjNtUTU1OFdMRnk5ZXZHQnBmUDM2dFpHUmthZW5KeDRvRkJjWDE5RFFJQ1VsNWVIaGdkdlpMUzB0b01jYUdocXdFamtRK2ZuNVRrNU9oWVdGR0laSlNVbjUrUGpRYURRUStCMDdkcHc0Y1FLUDErWG01dmJ6ODh2S3lzSXd6TURBNE1XTEY2NnVybDVlWHFCem9hR2hvYUdoZzN5UXFLam8zYnQzd2VNTk13dzRFQmNYaDRQQlk4ZStEMXlLVEV4TTNyeDVVMVpXbHBXVnRYMzc5c3JLeXIvLy9wdWJtNXZkZGQvVDA0TkhWL1hMekprejU4MmJGeE1UczNmdlhoYjlodWc4Q29XeWZQbHlscXRldlhyMThPRkQvR1ZTVWhLTlJ0UFgxemN3TUlpTmpjM0p5U0dUeVFZR0J2Z0preVpOZ3NIQWI0RmhXR0ZoNGJadDJ5Wk9uQWd2czdLeXJLMnR5V1N5blowZHlMK09qazV5Y25KaFlTRjRwNFdGaGIyOXZTRkNEWUg0Q1VGNmpQZ3B1SGZ2M29jUEgwZ2tFcFBKcEZBb2p4OC96czNOblRGamhwQ1FVRjlmMzZKRmk4Q1BIUllXeHNYRk5jam1tYTZ1TGo4L1B4NGVIa2RIeDZGSHp6SVlESHd4ZGZMa3laOCtmWUxqaUlnSS9KdzVjK2FBcHhyUFRITDM3bDNjRU55M2J4OGNIRHg0TUNBZ1lOeTRjVVA4NlBYcjF3c0tDcExKNU9uVHAwTkxjWEV4SFB4dzQ1aW94MU9uVG9Yb0tqS1pMQ29xQ2pIaGtaR1IwNlpOSTY3SzUrWGxXVnBhNHJIdUE2R25wMmRxYXVydDdlM2s1SVEzMXRUVWdEOWp3NFlON0dzS2lvcUtpWW1KOSs3ZDQrRGc0T1hsaFRqMjU4K2ZDd2dJZUh0N2swZ2tHeHViYWRPbTRlZHYzNzZkajQvdnpKa3pzckt5aW9xS25KeWNnb0tDRU5jTjh5MHpNek5KU2NsejU4N0p5Y25oTjZ1bXBnWlRLd3pEN096c1FOUVJpSjhUcE1lSTRhZTF0VFVvS0lpYm0xdExTK3ZHalJzUUZvVEhWK09oUGNMQ3dsL3RLaUFnb0ttcHlkWFZGWDhvZjVYYzNGd0hCd2QzZDNkcGFXa3c1a3hOVFcxdGJSY3VYTGgyN2RxMHRMVFUxRlFSRVJIY3p3a1IxR1F5V1V4TVRFOVBMelEwZFB2MjdkM2QzWEZ4Y1JpR3pabzFDeXd3Q0wwZXlnQ1dMVnVHSDlmVzFrSTRrcVNrNUZBMjlud3I3TzcwK2ZQblg3eDQwZExTRWtMTjhWQm5ETU8yYk5rQ0IwZVBIblZ3Y0ZpeFlzVWd0ekI1OHVTa3BLVGMzRnhjdVNFYUFLTGwyUzhoa1VpblRwM2F2bjM3MUtsVEt5c3JkK3pZZ1dIWTNMbHpMMSsrRENmRXhNVEV4TVFRTHdHSFFVVkZoWjZlSGg3NUJRZ0xDL3Y2K2s2ZlBoMDM1YnU3dXowOVBlL2N1WU9mWTJWbGRmRGd3VjI3ZHJIdnVVSWdmZ2FRSGlPR0h6YzN0K2JtWmlzckszWXJDa3dmT0JnOElDZzNOemNxS3FxeXNwS2Zuejh4TVRFeE1aSDRMcDQ4S3pnNG1HVi9jSEp5Y25kMzk0RURCL3o5L2NINXFhR2hJU0Vob2FDZ0FHSk1KcE9kblowbEpDVGdmTENlcGFXbG56eDU0dWJtTm0vZXZPWExsejk4K0RBdUxvNkRnOFBHeG1ibytVWll2b1Q0K0hnd3ZybTV1UzlldkFqN2czOHMvUzV2azhsa0p5Y25Cd2VIOSsvZmw1U1ViTnUyRFZTdHI2OFA5RXhjWEx6Zm53YUhSQ0lkUG56WXlzckt5Y25weG8wYlpESzVvNk1qS2lvS3c3REZpeGNQWkpXU1NDVGNLd0RjdVhObi9mcjFpeFl0Y25KeUtpb3E2dXpzSkRvSklEOE1uVTRQREF4VVVsSmlDYjNHMTU3QisrM3U3dDdRMEVBbWsvZnUzYXVob2VIZzRKQ1RrK1ByNnhzYUdycHUzVHAxZFhVNU9UbjJ2VjRJeERDQzlCZ3h6R1JsWlQxOCtIRGJ0bTFhV2xyUjBkSHNKOENlVkU1T1R0dzUyUy95OHZKeGNYRUZCUVVnc2Jqd2RIWjJNcGxNTXBrTTdtdFlnZWJsNWNVOXQ1eWNuQlFLcGJ1NzI4ek16TlBURTF6TkNnb0sxZFhWRUtCa2EyczdmLzU4L0lNZ25tdnk1TW5QbmoxcmFXbUJsZEZuejU3QlZVTXg0Z2NDOTVuVGFMU1ltSmc1YytaOGQxY0R3Ykp6REllYm0vdnMyYk5aV1ZsSGpoeVpOMi9lK3ZYck1ReExUMDhIUGJhMHRDUnVCKytYMWF0WHo1NDl1NkNnSURnNDJNREE0T2JObTVCbjdadUNtY1BDd3NDeG9hR2hFUm9hNnVYbFpXOXZqMnUyam81T1Mwdkw5T25UcjErLzN1L0VvcSt2THlVbEpUUTB0TEN3a0V3bXIxMjdWbDlmWDBaR0JzTXdmMy8vbUppWVc3ZHVGUlVWL2YzMzM3QllMaWNuTjJuU0pFbEp5Zm56NXcvdWtFY2cvZ2NnUFVZTU05TFMwaHMzYnJTeXNocm9CRmhQblRoeDRsZnRSV3RyNjAyYk5zbkt5aEtOT1JVVmxZNk9qcjE3OXg0NWNxU25wMmZ4NHNVWWhubDRlQ2dxS2c3UzFmL0gzcHZIUTlYLy8vOEhZeDg3RVVLTHJwUVVwZFhTM25XbFhOYWlrclJZMmd0WlNwRWxsWkpFV2JKVXRGUEVsUlp0SWxUS2txU3lKdnUrakRITDc0L1g3M3MrODU0WlF5N1g1YXFlOXovY3pwemxkVjduekRpUDgzeTlua3RsWmVYT25UczdPenMzYmRxMGNPSEMvUHo4TDErK2ZQNzhlZFdxVmFnLyt2cjZqeDgvVGtsSldiZHVYV2RuSjlMamxTdFg0aTBNMHA4TC83aHYzNzU5Ky9aMWRuWmV2MzQ5SkNUazFxMWI2dXJxaG9hR25DOTVlTkhTMGhJU0VycDkremJTWXpRQ0x5VWxOYUFZSS9iczJiTmx5NWFJaUFnRkJZV0xGeTlpR0xadzRjTEpreWNQdmdQNDFEVVhGOWVNR1RPUVV6M1M0OUxTVXVSSloyNXV6aXJHZFhWMVNVbEppWW1KeUVVZm1kSDM3dDI3ZCs5ZWYrY2lrOGw1ZVhsNWVYa1locTFldlJyMEdCaHhRSStCRVVaZVh0N1QwNVBERHVncHpPamEweDljWEZ4TU5tVmpZeU95MGdidllOWGIyM3YyN05ta3BDUjBZRkpTVWxSVUZOb2tLQ2c0YTlhc3Fxb3FwRFFCQVFHWEwxOWV2WHAxWW1KaWIyK3ZpSWpJMzUveEpSS0ptelp0eXNuSnljM05qWWlJV0xseUpWTzJySDhJS3BYNjh1VkxaV1hsdVhQblBucjBLQ3NyUzE1ZUhnVWRtWm1aRFRKQVNGTlQwOFRFSkNFaEFlV25GQklTY25SMEhFSm5DZ3NMczdPek4yM2FKQ2NubDVTVVpHZG5SeVFTa2NCTFNVa3hoVTcxOXZidTNiczNKeWVIVHFlTGlZbnA2dXFpZHlQa0tJZGgyTnUzYjR1TGl4VVVGTkJJUmt0TEN4THBPWFBtNU9mbjAyZzBQejgvVnZkdkFQajNBVDBHL3ROMGRuYStmdjBhSlpRWXd1R2ZQMzlHQzNnZzhvRHc4L04vKy9ZTmlURlM5UEhqeCt2cjY4K2JOMi9xMUttM2I5K20wK21xcXFwRUluSHg0c1YzN3R3NWRlb1VpdXF4dExSa3RNc0g3OCtWblowdEt5dkxPTWs2ZmZyMDNOemNtcHFhNnVwcWxMMzVuNk81dVRrNE9QanUzYnVOalkzcjE2OUhNVUpIang1VlVWR2hVcWxFSXBFcEFRaG45dXpaOCtEQkExUkJhK3ZXcmQ5VmpnTHgvUGx6VjFkWEpTVWxLeXNySXlPajgrZlBoNGVITDF1MkRCV0Eycmh4STFQd0ZUOC92NHlNelBidDI3VzF0U2RQbmx4WldZbjBlTk9tVGVpV25qbHpwcmk0ZU1LRUNVNU9UcWh5Rk5MakF3Y095TWpJTkRRMDRISFlBREN5Z0I0RC8ya3lNaklvRkFvdkwrK0NCUXRRNmd3bW9xT2pWVlJVK25QOWZmVG9FWVpoRWhJU2FCS3hQMEpDUWlnVXl1N2R1OUZIRnhlWDNOeGNPcDF1Ykd4c1pHUTBkdXhZdEw2a3BBUUZ2eUp6eXN6TTdNNmRPMmlHVlV4TWpER0J5ZUFKRHc4UEN3dmo0K05MVEV5VWs1TkRLM0hKK2E3U2tOOUZjWEV4bXBoSDZUazFORFRjM056MDlmVzV1TGptejUvLzRzVUxWQnByOCtiTmc1OFJwOVBwWVdGaGVKOHZYNzZzcWFuNVhiUGdTVWxKc2JHeFVsSlNaODZjd2YzdDQrTGkwdExTNkhTNnNySXkyNWNETHk4djFwVlJVVkc0Zll4bS9RTUNBcEI5ak8vRHk4c0xZZ3o4ZHdBOUJ2N1RvQmxXZlgzOS9vS0pyMXk1b3FPancxYVBlM3Q3MDlMU2tITlFmMzVNaUx5OFBNYkM5VEl5TXNlUEgvL3R0OS9FeGNYNyt2cHljbktlUDMvKytQRmpWT0VSNlFRS2JkTFcxczdOelVXdVJ2MGwwK2JNa3lkUDBGeG1YVjBkcnNkZnZueEJhakc4OGJJMU5UVjQ2UGJKa3lmUmdxNnVyclcxTmVQczZhSkZpMTY4ZUlFR3o4M016QWJaT0lWQzhmSHhRUkZLOCtiTnk4bkphV3BxMnJwMTYvNzkrNDJOalRuZmY1eW9xQ2grZnY3QXdFQ1VGRVZNVE16VzF2YlVxVk9OalkzYzNOeWVucDZEVDYyVmtwTEMrUEhyMTYrc0dZeCtWa3NBQUNBQVNVUkJWR1lBNEQ4RjFIY0MvcnU4ZlBreUx5K1BRQ0F3bFpkZ3BLZW5CNDlsWXVMcTFhdWRuWjBFQWdIRnRuS2dxNnNMNWFOQTBPbDBHUm1adExRMFIwZkhoUXNYT2pnNHhNZkg0OUUxVzdac1FjdEpTVW1vYWdXeUJaRnI5L2VDNG5tNHVMandSRjBGQlFYSXJEY3pNeE1XRmg1Q20yeEJUbTIrdnI3NEdqMDl2Ymk0dU5PblR6T0tjWHA2K29rVEovQkQ3T3pzME1zQlo4ckx5emR1M0ppY25NekZ4YlZuejU3ZzRPQ0FnQUJlWHQ2K3ZqNWZYOS9ObXplWGxwWnlPSnl4bExXN3UvdWtTWlBRY2tOREF5NnJOQm90TVRGeDhPV3pidDI2OWZyMTY5ZXZYNk5aQTMxOWZmU1JNY2NMQVB5bkFQc1krSTlDb1ZCUVJRY0xDNHYrNWxDN3U3dTd1N3Z4aENHTVpHVmxvY3pTNjlhdFE0aytHS045OE9TVWlMYTJOaEtKUktGUUNBUkNjWEd4dmIwOVBuL015OHRyWkdSa2JtNGVIQnlNTkd6VHBrMFVDaVVrSkFSNUdNMmZQLy9WcTFldHJhMmJObTNhc0dHRHRiVTFYaFJoTU96Y3VmUHQyN2ZWMWRWbVptYnE2dXBOVFUxRlJVVTBHbTNXckZtN2R1MGFmRHNEUWlRUzkrM2JoOG84Nk9ycTJ0blpNYzJwZDNaMkJnVUZvYXlpMDZaTm16Qmh3cTFidDk2L2YyOXBhV2xvYUdobVpzWVVLNHpvNit1N2NlTkdTRWdJaVVTU2s1TkRpYVBSS1lLQ2dseGRYZHZiMjkrOWUyZGhZVEYzN2x4VFUxTWRIUjFXUDNrOHpmV3laY3VRanpxZFRrOU5UVDExNmxScmE2dUlpTWpVcVZNek16T1RrcEpTVTFNWExGZ3dmLzc4NmRPbnk4dkxzNXJMVE44c0J4aEhSQURndndEb01mQWZBaVZnUWhYamc0S0NQbjc4cUthbXRtM2JOclFWUFh6Nyt2cVNrNVBSUUM0S1BYcjE2bFY4ZlB6YXRXdnhkcEtUazMxOGZDZ1VpcTZ1THFOdHpjZkhSeUFRS0JUSy9mdjM1ZVRrVU5oTWIyOXZRME1EalVaemNuSTZldlNvbXBxYXBxWW04Z2t5TVRHeHM3TVRGaFoyZEhUTXpzN1cwOU03ZnZ3NFNuRDk0Y01IQW9GZ2IyOXZZMk9Ua1pHeGYvLyszdDdlNk9qb2E5ZXVMVnEwNk5DaFE0TXNMQ0V0TFIwWEZ4Y2JHL3Z3NGNPTWpBd1VGR3RnWUdCc2JEenNaUTkrLy8zM3UzZnZtcHViNit2ck02NG5rVWpYcmwyTGpZMXRhMnNURUJDd3NiR3hzYkhoNGVHUmtKQ0lqSXlrVUNpb1RKYW9xT2oyN2R2eEVXd2FqWGJ2M3IxejU4N1YxTlNndEJ0YnQyNWw5R2liUFh0MlhGeWNzN016bXZqUHlzckt5c3JpNWVXZE5HbVNsWlVWS2xtQmNIVjE3ZTd1enM3T2RuRng2ZXZyZS9qd1lXeHNMREtwNTgyYjUrSGhNV3JVcUV1WExvV0docExKNUljUEh5TEhieDRlbnUzYnR6TTV6ZUZKdnpkdjNveGMwMUVoa016TXpLVkxsK0sxU1JoTGNBTEFmd1RRWStBL0JGSmlNcGw4L2ZyMStQaDRaV1hsb0tBZzNMbEpTVWtKcVNsVGZCU2RUa2NISW0rZFk4ZU9vZVJjMXRiVzI3ZHZaOUpGZFhYMXQyL2ZzdFpoUkZZeXlxVG82dXBhWEZ6czQrT2pyYTFkVTFPelk4ZU8wdExTVFpzMkxWcTB5TVBEQXpXdXE2dTdkKzllbE05TFIwY25MQ3hzLy83OTlmWDFaREs1ckt5TVJxTU52dEFUa1VqY3ZuMDdoekg1WWVUVXFWT01TYWsrZlBpUWtwS1NtcHJhMnRyS3o4OXZhbXBxYTJ1TGo4dzdPRGlvcTZzZlBYb1VCZldLaUlpZ2xDeTF0YlZKU1VsMzd0eXByYTBWRmhaZXQyNmRwYVVsVzFkcWVYbjUyTmpZUzVjdVJVUkU5UGIyb3ErNHJLeXN2YjJkY1RjQ2dlRHQ3WDM3OXUySWlJaDc5KzZoakd4ejU4N2R2SGt6UHBadVpXV2xyNjkvNXN5Wng0OGZvelhJNlozcGpPZ3NHSVpObVRLRjdXaC9SMGRIVmxZV2VndjVlL2NTQUlZWjBHUGdQd1NTVlRxZGZ1ellzY21USjU4K2ZWcEtTZ3JmS2lrcGVlVElrWmlZbU9ibVpueXdVVVJFeE16TWJPM2F0VlFxTlQ0K1BqSXlzck96Yzg2Y09UdDI3R0FiNCtUaDRlSHI2MXRRVUlCTE9GTEVlZlBtNFRsSjVPVGtFaElTME5QODNyMTdmWDE5cUVURW4zLytTU1FTVFUxTkxTd3M4T2xleE5TcFU2OWV2Um9VRkxSbXpScTI0N3IvRVJqRnVLR2h3ZHJhbWs2bnE2dXIyOW5aclZpeGd0VnBUbGRYZCtiTW1mSHg4WGw1ZVNkUG51VG41Ky90N2Yzenp6L3BkTHFXbHBhMXRiV0JnUUhuU1c0Q2dXQmpZL1A3Nzc5SFIwY25KeWN2V0xEQXc4T0ROYVZvWkdSa2VIaTRrSkRRNU1tVDlmWDFGeTFhaEh1MzRTZ3BLUVVFQkh6Ky9QbldyVnQ5ZlgxbzdKMEo1RXlncUtqbzRlR0JWOHBpcEtTazVNMmJOMHVXTEFIUGF1Qy9CdGZncDFzQURrUmZqUGYyUDRGaG1JM1ZXZzgzNTVIdXpvOUtWRlRVMjdkdlg3eDRzV3JWS2xkWFY4NDVrNW1nVXFsbVptYmEydHJHeHNhRGp6WWVFQXFGUXFmVDBaUm5SVVdGb3FMaTkxWTQvaTlUWEZ5c3BLVDB2VjVqR1JrWkdob2FRL0FuYjJwcUloS0piS3MzTmpjM2QzUjBLQ2twRGRJVHV6L3E2dXFhbTVzNS9BQzZ1N3RwTk5yZ2EzOEJiR2xwYlZ1OTN1Ynpsekl4TWRFYmw2TW5qQjgzaUlPQUFRRDdHUGdQc1g3OStrMmJOcEZJcE85U1lnUVBEMDlDUXNMZmZKcXp3amlKaTVmYS9Xa1kyb3VMam83TzBFN0hPTnJCQkY3ejhXOGlLeXZMT2MvNTBLcDlBTUMvQU1RN0FmOGgwR2pxRU1RWU1leGlEQUFBOEs4QmVnd0FBQUFBSXcvb01RQUFBQUNNUEtESEFBQUFBRER5Z0I0REFBQUF3TWdEZWd6OEQwVkZSZUhoNFgremtieTh2TE5ueitLMUR2OE8xNjVkYTJob0dOcXh1Ym01ZUhZSXRxU21wdUxabXRqUzB0S1NuWjNkWCtPRFRDakJZYmUydHJiaTR1TEJOSUpEbzlFMmJOaVFrNVBEdXVuRml4Zmg0ZUdjTHhrbk1qTHk5dTNiVEpjZkZCUVVFeE16NUVRWmREcjl6WnMzUXp0MlFCNDhlSkNSa2ZGZGg1QklKRHpCK0RCeTl1elpSNDhlRFQ1UzlOcTFhN1cxdGF6cnk4dkxBd0lDcXF1cmg3dUR3SThLNkRId2Y1U1hsKy9ldlRzc0xDdzJOdmJ2dEVPaFVLS2pvMWV2WG0xcGFjbW9OeDgrZkRoOSt2UjM1UTJPalkxZHVYS2x1N3Q3UVVIQjkzYmoyclZyaG9hR3g0NGRDMkNIbTV1Ymg0Zkh0bTNiT0pRb0tDZ28yTFp0bTVPVFUwMU5EZE9tNjlldkwxKysvTlNwVTV5ZnArbnA2YXRXcmJwNzl5N2JyWW1KaWV2WHI5K3hZd2RLL0RrWTZ1dnJpNHFLSEJ3Y2R1N2N5VlRwNGVYTGwyRmhZYWFtcG5nR0s4NGQ4L2IyTmpNelE1bEJFYWdXc3FtcDZmZStKZERwOUt5c0xCc2JtNjFidDE2K2ZMbS8zUWI1cnNDV3FxcXEzYnQzYjlxMENkWERacVdvcUFqWFNCcU45dkRoUXdzTGkyM2J0cjE0OGVMU3BVdU05NFJPcDU4N2R3NWxBV09scEtRa1BqNmU4YVdrcnE2TzhjV2xxcXBxLy83OTV1Ym1LRzFuUVVFQnltVGVIMCtmUGpVeU1rSzV1SmsyWGJseXhjakl5TW5KNmYzNzk0TzdEY0RQRE1RZkEvOC9yMTY5Y25aMlJva01vNktpdExTMFNDUVNMeS92OU9uVHY3Y3BQTVJ6NmRLbGVJUnJiMi92d1lNSHk4ckthbXBxdkwyOTJTYUZZSVZLcFZJb2xMUzB0TUxDd3Fpb0tEeVY0MkRnNStkdmJHeEU5WW43NCtQSGoxKy9mdTB2OGhVOUpSOC9mbHhXVm5iaHdnWEdTc0FpSWlLZG5aMXhjWEVTRWhJMk5qYjl0YStob1VHajBRNGZQdno0OFdNL1B6K21xN2EwdEh6dzRFRldWbFpPVG82Zm45K1NKVXNHdkNoYy9udDZlcGd5Y3FCQ3Y5KytmWHYwNkpHdXJpNkg5TmR0Ylczb0RVQmFXcG94bTlqQmd3ZExTMHRMU2twOGZIemk0dUx3OWVmT25acytmVG9xRklISXlNaElUMDlmdTNadFhWMWRUazdPdzRjUGNSTXdNREJRVWxLU01UMDFvcUdod2RiV2R2ZnUzY3VYTDBkcjZIUTZVNGdhS3VuQnRzOW8vYnQzNzBKQ1FnSURBOFhFeEpoMnVIejU4dGV2WDllc1dmUGh3NGYwOUhTOFB5NHVMdXJxNnJtNXVaTW5UMFpIdGJlM0Z4VVZQWHo0TURRMGxEVllHV1VpaTQyTjNiZHYzL0xseTJrMDJ0YXRXL240K0J3ZEhkRWRRRjlpVzF1YmdvSUNobUVYTDE1TVQwOHZLeXM3Y09BQTI4N3o4ZkgxOWZYRnhjVlJxVlJuNS85TEZvVGFRZGxtMkdZYkJYNDFRSThCakVhalhiNThPU1FraEVLaFRKZ3dZYytlUGJObXplTGg0ZG02ZGV1Yk4yOFVGUlZOVFUxTlRFd0duOUlJZnlvdFhicjA4K2ZQbHk5ZmRuZDNQMzM2ZEZsWkdZWmhoWVdGTDE2OFdMUm8wV0Nhd3NzREJBVUZmWmNZNDlITUsxZXVaRnV2UGpBdzhQTGx5ek5uenB3NmRXcC9MYURSVG0xdDdUTm56cURXT2pzNzBYMUFRZEt6WnMzaUlNWkk4UGJ2MysvdTd2N2t5WlBJeUVpbUpOWDgvUHllbnA2V2xwWlVLalU1T1JuWFl5cVZHaElTc203ZE9qeUJCaTVkK2ZuNUdJYU5IVHMyT0RnWVpkdEdORFUxSWFOV1UxTnp3RHJCV1ZsWnlKVGs1dVptc3UxUWNhcW1wcWFyVjYvMjlQVDA5UFJVVkZROGZQaVFqNC92MUtsVHVDVHo4L1BmdVhQbnpwMDcrRWQxZFhVMU5iWEV4RVFLaGVMaDRlSGg0Y0gyMU83dTdqdzhQT2hLaTRxS3dzTENiRzF0OGEvQTFkVlZYRnpjeGNXRnRRWVV1aUloSWFISXlFaFVLSUlKQVFHQm9xS2lRNGNPWVJnbUxpNCtaODZjY2VQR0tTa3BpWW1KSlNZbVloajI2ZE1uSkhzdExTM0k2aTBwS1dIVll3c0xpNnlzckl5TURIZDM5NTZlSGlNam83MTc5em81T2UzWXNjUEl5TWpkM1IzMVpQejQ4V3BxYWtWRlJlbnA2YWo0Smk4dnI3dTdPMnZIMExYbzZPZ3dpakhqdjhtMmJkc2tKQ1RRdC94ZG1jK0Jud3pRNDE4WEdvMVdYVjJkazVOejVjcVY4dkp5YVdscE96dTdQLy84RTM4Y25EMTc5dkxseTVHUmtVRkJRVkZSVVh2MjdERXlNbUp0NS9uejU2bXBxWXhyT2pvNjBFSkFRRUJlWGw1WFYxZFNVaEphbzZHaGNlN2N1Y0ZuL01EMUdDK0FPSGorWm4yazN0NWVWTko0MmJKbFNJeGpZbUp1M3J4NTRjSUZXVmxaMVBoZ3JQeWxTNWVlTzNldXFxcnE4dVhMYkdzS2lZcUt0clcxdGJhMlhydDJyYXVycTZlbjUvMzc5eTlmdnN6TXpBd1BEMGRHOE1PSEQvUHo4KzNzN05BRTdhRkRod1FGQlcvY3VGRlZWYlZ2M3o0TXc5Q01KamMzOThHREIvRUx2My8vdnBDUUVHczZyU2RQbm1BWU5ubnlaQzB0TGJidUFnME5EWGdWWkFTWlRONjNieDh1eWZnM2VQVG8wZDkrKzQxTUppc3FLZ29LQ3JxNHVBUUVCSlNYbHlzcEthR1JDVU5EUXlRMno1NDlLeXNyVTFWVjFkUFRROGZ5OC9OblptWm1abVl5bmYzVHAwL256cDFqZk52QXYwMXVibTYyWW95L2ZtbHJhL3Y0K0RDOXVwV1dsdWJrNUdob2FJU0ZoZUd2WW5QbnpzVjd3b1M3dTd1eHNYRnZiKyt6WjgrTWpJd1dMbHhvYUdpWWxKUjArL2J0U1pNbTRmOGdOQnJ0Nk5HakdJYU5HalhLejgrUHNZdzBJMmgveHN6aENLWUxvZFBwL3Y3K3JhMnR2cjYrdzE3YUMvZ2hnRy85MTRWS3BkclkyS0E1TFI0ZUhrVkZ4WlNVbElTRWhON2VYaktaelBnWFNheTN0N2VRa05DeVpjdVkycGsvZjM1NmVucFNVaEtCUUNBU2lkemMzUGhrVzJGaElUOC9mMWRYRi9xb3FxcDY1c3lad1lzeG5VN0hwL0dxcXFvNEdMTERCWlZLOWZMeVNrbEpZVnpwNit2cjYrdUxmOXkyYmR1RkN4ZVFmWW1lbTNRNlBURXhjY1dLRld3dmpadWJlOHVXTGQ3ZTNoNGVIbzhlUFVKYXlFcGhZU0dTZjV6UzB0SmR1M1loWmFMVDZmSHg4Y25KeVQwOVBkemMzS2pDVlVWRkJUcTdvNlBqL2Z2M1VVTEttemR2b3NON2UzdHYzNzdOdzhNVEVCREFLTWtrRXVuRml4Y1loaGtiRzV1WW1LaXJxMWRXVmlZbUp2cjcrek1WeWZqNjlldUdEUnQ4ZlgzbnpKbkQxRnRjazNSMGRJU0VoRXhOVFZ0Yld6ZHUzTGhtelJwa0JaYVhseU05ZG5SMFJDTUtwYVdsWldWbDZ1cnF1RExoUnZDeVpjdWtwS1RhMjl2Um5UY3dNR0FTWTZhM3EzdjM3alUxTmExYnQ0NjFTeUlpSXJnWTE5YldvcUlVNkFWeDhKa3laV1ZsVjY1Y2VldldMVzF0N2JxNk9qczdPMGRIeHdjUEh2VDA5SHo1OGdYWDBmajQrT0xpWWhVVmxiQ3dNS1kzQUJLSnhNM05qYTRVM3o4OFBCd1owd2pja1dMUG5qMjh2THk5dmIyVmxaVm9EVWp5cndsODViOHV2THk4SzFldVJONDNWQ3IxL2Z2MzNOemNTUCttVDU4K2F0UW9FUkVSVVZGUklwSEl4Y1VWR2hwS29WRGV2bjA3Yjk0OHBvRnJibTV1RHcrUERSczJLQ3NybzBmUHAwK2YxcXhaZ3d4S2ZuNSthMnZyK3ZyNk1XUEdoSVNFb09GUVpJR3hMYi9EU0ZOVEU3S1ArZmo0U2twS1ZxeFk4VjBYaUk2OWUvZHVmKzVVZUVVcEhCNGVIaTh2THpFeHNjckt5c2JHUmxTNFYwVkZCUm1GUFQwOUxTMHR6YzNOUjQ4ZVJTOFpYNzU4T1hyMDZOZXZYN095c2lJaUlyeTl2V2ZPbk1sNmxwVXJWeTVkdXBTZm4zL3AwcVZ2M3J4UlZWVVZGeGYvOHVVTHVrdTNiOThlTTJZTU10b1dMVnJFWkpnaTBOTVpsYTVDYTdxN3U1RWVsNVdWNWVYbDVlWGxvYnQ2NWNvVnhnTnBORnA0ZVBqY3VYTnhCVTFQVCsvdTd1Ymw1VVd2VnZQbnp4Y1JFUWtJQ0RBM04yZDdpL2J1M1JzVUZEUnIxaXpXL3VENCsvczdPRGljUG4zNjVzMmJmbjUrVTZaTVFVTW1hbXBxK0s4Ritja3pUcFRpZXJ4MjdkcXBVNmVXbDVjalBYNzY5Q202TkVhUTh4cUpSUEx5OGtMRExlM3Q3UTRPRG96ZkhaSmVOT3VmbFpWMTRjS0Z3TURBMmJObmYvdjJEY013Tk4zTGdVK2ZQdUZwdE8zdDdaV1ZsZGVzV1JNVkZWVlZWVlZaV1dsb2FIamp4bzBWSzFhZ1RwYVZsYjE3OTA1VlZkWGMzTHk1dVpsSmo2dXJxeDBjSEN3c0xNek16UEE1Y2hzYm0vejgvUHo4L0RGanhnZ0pDZUZqUDhMQ3d2ejgvUGliUkhOemMwSkN3dXJWcXpuM0Z2ajVBRDMrcFRFeE1hRlNxZlBuejU4NGNhS0VoSVNGaGNYbno1K25UcDBhRVJIQk5KZ21JeU56NU1pUmpvNE9ZMlBqaUlnSUZSVVZ4cTNjM054ang0NWxiYit4c2ZISWtTUDE5Zld5c3JMbno1L0haME1URWhLT0h6L3U2K3ZMNnZYRFNIMTlQVm9RRkJUOFhvOWYzSnNYVjFNbTh2THlQbno0ME5qWXlMU2VpNHZMMGRFUnc3QU5HelpnR0xaOCtmSzB0RFFSRVJFN096czZuWDd3NE1HMnRqYmMyYnVpb3VMcjE2OUlDWWhFNHFSSmsvcnJESmxNNXVmbjUrWGxuVDE3ZGtKQ0FwTzhEUWpTUHdLQmNQYnNXYlFHZitrNWZ2dzRtalExTkRROGZQZ3dmc2l0VzdmOC9Qd3dEQXNORFdXY2trU1RxWDE5ZlhaMmRtZlBucFdRa01BTlZuTnpjMGFoUmJkby9QanhreWRQWnIxTGpCOWxaR1FXTDE1ODgrYk42dXJxUFh2MlhMcDA2ZHExYXhpR01VNXdJRkZrckhMWTMwUnBWbFlXS2xITUNvVkN3ZWMrVUcxTkp5Y24xQm4wTnpjMzE4cktDdDkvNzk2OWdZR0JSVVZGR0liTm1ER0RzYW4yOXZiR3hzYk16TXhSbzBhaHQ1eUFnSUQ4L1B3MWE5WnMzYnBWVWxKeTNicDFkRG85T1RsWlZsYjIxS2xURXlaTW1ENTllbHBhR3ZLYlE3K2MzMzc3N2RTcFV4aUdIVDU4bUhIb2lKZVh0N201T1RRME5EbzZHcjlrWGw1ZUpTV2xGU3RXb0RmTDF0Wlc5UHYzOWZVZE0yWU0yK3NGZmlsQWozODVLaW9xRGg4K3pCak9nYnlXK3ZyNnlzdkxrWi9MMnJWcldROVVVbEpDUnMrMmJkc2lJaUpDUWtMUzB0STRuMnZMbGkxb29hNnV6c0RBZ0dtcm01dmIwYU5IT1VoeVhWMGRXbEJVVkN3c0xDU1R5YXlUY0d6SnlzcEtUVTB0S1NsWnVIQ2hqWTNObENsVFdQZTVmdjM2c21YTEhqOSt2SC8vZms5UFQ2YkJ6SUtDQXZRUU56RXhTVXRMS3lnb09IWHFWR0JnWUZ4YzNQWHIxN1cxdFJNU0VoNC9mb3ljeFpCcE8zMzZkTWFSQThiWW5vNk9EanM3dTBXTEZpRi9yblBuemgwN2RveXRKWjJlbm43aXhJbDkrL1l4YVJXSDBjdkN3c0xIangvTHlzcWkxd2djUnZNTFgxbGNYSXlIQ0x1NXVhR1pYYzdJeWNteHV2TGhZNjJQSGoxS1QwL1B6TXlrVUNqUzB0S05qWTNOemMyT2pvNmRuWjNqeG8wYk8zWnNhMnVydUxoNGVYazU4Z0JnZkpQcmJ5YjQ1TW1UQ2dvS0Nnb0tqRjlLVWxLU2w1Y1hrVWg4K3ZRcDI2T1FIaytlUE5uUzBwSngvYjE3OTFwYVdzVEZ4V2ZQbnMxNFExNjllb1U4dlFrRXdzMmJOOGVNR2VQaTRySisvWHJrTDMzKy9QblJvMGUvZXZXcXVycDY0OGFOTVRFeG56NTl3akNNS2NBYUgzcTVmdjM2d29VTGNZc2YvNzcyN05uejl1M2J6NTgvNStUa21KcWFscGVYMzdoeGc0K1BqOVdYdnJlM2Q1QkJCOERQQ3VqeEw0ZXlzcks5dmIybnA2ZWlvaUp1NVhSMGRDQXhWbFJVSERWcVZHVmxKWkZJTEM4dmw1U1VaSHlBYW1scG9ZWG82T2pEaHc4TENRbDkvZnBWWGw2ZWRiYnYyN2R2YUtKVVRFeU13emh6UVVHQnRyWjJmNVYwY1QxV1ZWVXRLaXJLeTh2REg2bWNJUkFJNk5XaHZMeDhNTUc0RlJVVkZ5OWV4SitHRkFvbElDQUErU3JqbDMveTVNbkd4c2I2K3ZyZHUzZWpwencrSlltbTJKa2s4K3pacy9IeDhZeHJvcUtpUkVSRVpzeVlnU0tlUzBwSzBIb21YK0tyVjY5V1ZGU2NPSEdDOGE1eUtGMTE4dVJKRE1PbVRwM0s5RXFCOUppYm01dngyTWpJU0h3WnphMHkrdC9kdUhHRHRYMjJublFvOUJiRE1EU1RQWG55NU0yYk4rdm82SmlabVZWVlZYMzQ4RUZVVlBUWXNXTmJ0bXhwYTJzVEV4TkQwaXNrSkRSKy9QZ0JMMHBGUmVYTm16ZjE5Zlh6NTgvdjc2cjdRMDVPanZIMzl1M2J0NkNnSVBUeWdkOGZRMFBEbkp5Y3ZMdzhBUUVCNURtQjNuN0dqaDNyN096czdlMWRYVjBkSHgvdjZPaDQ1ODRkYm03dUpVdVd4TVRFb0x2SDVMU0ZqMUljT25TSThYdkVmd3pqeDQ5SDlqU0JRTUFId3hNU0VpWk9uTWo0czgvUHozZDJkdmIzOSsvUEtRejRGUUE5L2hXWk0yY09raE5FWjJlbnZiMDlobUVUSmt5NGNPRkNlbnE2bjUrZm82TmpSRVJFUlVYRjBxVkwrNXZLT25qd0lOdjFSVVZGZS9ic1FaT0ZaOCtlWlZUMGlvcUs0T0JnVDAvUHdVUlBJY1VTRkJTY09YUG03ZHUzSHo1OE9FZzl4cCtNaG9hR3VIVjQ1Y29WZVhsNVBUMDlYQVk2T3p1VGs1TXhETE8ydHNiRnVMR3gwY1hGQmJsVzlmWDFJWTljRE1NaUlpTFMwOVA3K3ZvSUJNS2lSWXVRU3FIR2tmSXg2Ykdqb3lNWEY5ZkhqeCtWbFpYZnYzLy8vdjE3ZVhuNVdiTm1vZGxIRlJVVlYxZFhkTnNadmNCUXkxbFpXVHQzN2d3SkNjRjd4VUdQUDMzNlpHSmlrcENRME5uWmVlellNZnpHb2w0eGlrUlJVZEdUSjArRWhZVnhEN3ZjM056NCtIaERRME1DZ2FDcHFZbUhkU0VDQXdOemMzUFhyRm5UMmRucDVlWGw3dTZPMjlPNG83aWNuSnl6cy9PQ0JRdlFBT3lvVWFPcXFxcEdqeDRkR0JnNGJ0eTQ4UER3UzVjdTRVYWtwYVVsWS92NFJUazRPUER3OERBbWlrbE5UYzNMeTdPeHNkbTJiVnQvWmpSbnNyS3lEaHc0ME5iV2htSFlpaFVyaElTRUdCMjVseTVkK3U3ZHV3MGJOdGpaMlRFZVpXUmtkT3ZXcmZmdjN3c0xDM2QwZER4NjlHakdqQmtjeWphelhndUNkU2hlUzB2cjZOR2p6czdPejU0OVE4NTBqQ2RGQzl1MmJmUHo4MXU0Y09FUXJoZjRDUUE5L3RWcGEydmJzV05IY1hIeDZOR2p6NXc1VTFoWTZPZm4xOWZYaDNKWFhieDQ4ZGl4WTJscGFmYjI5dHJhMm9OcDhQYnQyOGVQSDBlanRkT21UY1BkZlJHcHFhbHRiVzBORFEyaG9hR000NmhzUVNQR0tOQVQyV1JPVGs2REdkUERSV2pyMXEzNDdGMVNVbEpOVGMzTGx5K2RuSnpRakhKVlZSWFM0NGtUSitMSFNrbEo0VFlObzg4ekh0UGw1dVlXRUJDQTBrMmd4dG5heHhpR29VZ2tKR3p2MzcrZk5HbVNvcUlpbXY0OGVQQWdzcEo1ZUhpWVhrMmNuWjNOemMxUnpsRjhDSnFESmhrYUdoNDRjQUQ1ZU52YTJvYUhoNk1HV2ZYNDVNbVRLRWIyd0lFRGFNMlRKMCtlUFh0V1hGd3NKeWZYMnRxS3BzeHhXbHBhSkNRa3dzTENUcHc0VVZkWFYxVlZoY2RmN2R1Mzc5T25UN201dWR1M2IwZGluSm1aNmVIaDBkN2VibXBxdW5QblR1UzROMkhDQkM4dkx6NCt2b1NFQkZsWldmVCt3WXFXbHBhRWhFUm5aeWZ1Zk83cDZibDY5ZXJvNk9pcXFxcWpSNDhPWHBLZlAzKytkT2xTOU1QRy9meFRVMU9aUXZJUTRlSGhJaUlpVExNempvNk80ZUhoSmlZbUtTa3BaREo1MGFKRitObngrWmNCWVRzMVRpQVFqaDA3NXVmbjkrSERoOUxTVWhNVEUvUmpwbEtweUJkZFJrWm15TVcvZ1o4QTBPTmZtckt5TWtkSHg0cUtDbFZWMWJObnoyWm5aeDg1Y29SQ29mRHk4bHBhV3NySnlYbDZlZ1lFQkx4OSs5YmUzbjdzMkxGTGx5N1YwOU5UVlZWbE81M1ozdDd1NCtQejZORWpaTlQyOVBRd1d1R01GQllXN3RxMTYrelpzNndEM1RpMXRiVW9BN2FXbHBhS2lvcUNnc0xYcjE5VFUxTVpEWXYrWUgwYVVxbFUzQ2prNEhXRkRCMTNkM2NoSVNGdGJlMzU4K2ZqVGpmSUN4cnRRNlBSVU9ZSDVMS0xsRzh3YVJ5dVg3L2UyZGxwWW1LaXFhbUpQTnNWRkJTWWJ1YTRjZVBtelp1WG1abVprSkN3YytkT1pGQWk4NnV2cjQvSktRbnBOL0lIVGs1T0xpa3BDUWtKY1hGeHdkOFNjRDMrOE9GRFVWSFJrU05IOExBeE1wbU1ocDBuVFpva0tDaElvOUdvVkNxTkFVbEpTUnFOUnFGUVNrdExVY0RTa1NOSGpoOC9qb0tBL2YzOUZ5OWV6SnI2NDlhdFc3ZHUzV0s5OXJxNk9qOC92d01IRHJEYStsdTNia1grMWJnZUt5b3FXbHBheHNURVBIejRVRmRYZCtYS2xRUGVXNFNFaEFSVFJybTJ0alpwYWVtVWxKVDkrL2VqYjdDMXRSWDEyY2pJaUhYc1ovcjA2YUdob2JqajI4S0ZDM0U5WHJKa0NWTlFRRnRiRzF1bDcyODhnNCtQejlQVE15Y254OEhCWWZyMDZjaXBJaU1qQStteHM3TXpXOTlENEJjQjlQalhKU0VoNGVUSmt5UVNhZkhpeGZ2Mzc0K0tpa0krc1ZPbVRQSHk4dUxoNFhGd2NPanI2enQrL0hoQ1FrSktTa3BaV1ZsNGVIaDRlRGd2TDYrVmxSVlRxcW03ZCsrZVBuMjZwYVZGVGs3dXlKRWpUVTFOYm01dUdJWWxKeWN6dXRRTzNta0ZqOVJFNXRlcVZhdk9uejhmSFIyOWN1VksxdVJOVExBK0RWRktKZ3pEVEUxTkIrUEVoTWJiV1NHVHlXVmxaZno4L04zZDNWeGNYTWp4R0FWTkRhakh0YlcxbVptWmFtcHF5T3BGMVJIVTFkVlo5MXl6WmsxbVppYVZTc1VUTXFNcjR1Ym1Sck9WakVxQTlwR1dscDQ5ZS9hTEZ5L1MwOU9SSHFOZTRYZDcwcVJKS1NrcDB0TFNlQzd1Nk9obzVDVHM2dXFLenlVejhmVHBVMlRsejU0OTI5SFJrWEgyRjUrT25UZHZuckt5TWxPdlZxMWFoZHY5dGJXMWFCWmZTMHVMOGF2aFhKTEIwdEl5TmphV1RxZWp0RzZEUkYxZEhlWG9ZS1MydGpZbEpRV2Y2NDJPamtiV3FvT0RRMytPY25sNWVaOCtmWm82ZGFxTWpBeis0N0d3c0dDZFAyYXJ4NXpSMHRJU0VoSzZmZnMyMG1QVWdwU1VGSWp4THc3bzhhOUllWG01djc5L2JtNnVyS3pzNGNPSHFWVHFoZzBiNnVycXhNWEY3ZXpzVEUxTkN3c0xuWnljMElEcS92Mzd3OFBEVjYxYWRlYk1HUlRaT1g3OGVBME5EYnkxb3FLaXdNREF2THc4UGo2K3paczMyOWpZQ0FvS0hqOStIRWs3b3hoM2RuWmFXMXRiVzFzYkdocHk3aUdOUmtNV2c0cUt5clJwMDFBb1RuUjA5TmV2WCtQajQ2MnRyUWM4blBXUzBRSm40NWdEeUdFN096c2JQY2ZSWUN3YWxSMmtmZnorL2Z2Um8wY0hCUVVKQ0FpMHQ3ZWppR0Y5ZlgzV1BlZk1tYU9wcVlsQ2x0RWFKRjA4UER4T1RrNW9EYTRFdUtyTm5Ebnp4WXNYZUlBdmt4NGp6V1k4Q3g3cjVlM3QzWjg5bDV1Yml4YU9Iei9PTks2T0s5bktsU3Z4bE5SNHJ6WnYzb3dQSjJSblp5TTlScTlXZzBSYVducm16Sm41K2ZtclZxMGEvRkdNMU5iVzV1Zm52M3YzN3M4Ly81dzJiVnBTVXRLNmRldms1T1NRbjkyS0ZTczRaR0JGWWR4b0toZS9PUlFLaGFra0JsUDgrb0JRcEFoMGJBQUFJQUJKUkVGVXFkU1hMMThxS3l2UG5UdjMwYU5IV1ZsWjh2THlhSlRDek13TWNvRDg0c0RYLzh2UjJOaTRaczBhSXBGb1oyY25LaW9hRmhaV1hsNHVLaXE2WmNzV0t5c3JZV0hoMk5qWTBOQlFLcFhLejg5dlpXVTFmLzc4cXFxcWx5OWZYcnAwS1RjM055OHZiL1BtelVoN1BuejRjUDc4K2VmUG4vUHg4Wm1ibTIvY3VCR1pXVEV4TWNqVUxpNHVaa3p0UktmVEtSU0tsNWRYYzNQenhvMGJPWFF5TFMydHFxb0tQZGJSR25GeDhWV3JWdDI4ZWZQY3VYTTZPanFNaGhvcmVLZ1BEb29ZNXVibVpwd3E1ckEvR3RYTXk4dkR5eCtGaDRmejgvTXZYNzU4OWVyVndjSEJ5UGNLYlVJUDVRRWZwbWpnQVRrSHhjWEZVU2dVQlFVRnRoSkZJQkFZSGFFNW01TDR5OGNmZi95Um5aMk4zTC94T284Y1JpTU9IRGdRR0JoWVdWbHBZMlBUMWRVbEpTWEZ6ODlQb1ZDK2Z2MktSb3g1ZUhqd0hCcW5UNTkyYzNOamZPZEFudHVETHp2SVNuL0ZMdkVyT25Ub1VGdGJHMU93TzJlYW1wcmk0K09SREtQNGRWRlIwWEhqeHExWXNlTGR1M2UrdnI3YTJ0ck56YzBFQW1IVHBrMU14NWFYbDZNcDg1S1NFalR0Z3Q2VzhHdnNiLzU3TUtEYVdYZnYzbTFzYkZ5L2ZyMlZsZFdqUjQrT0hqMnFvcUpDcFZLSlJDSWtBQUZBajM4NXBLV2xuWnljVnE1Y21aZVh0M1BuVGcwTkRUYzN0NVVyVndvSUNLQW9XMVN4UUU5UHo5blpXVjVlL3ZidDIvNysvbjE5ZmNMQ3d0dTJiV1AwNmdvSUNLaXBxYkcxdFRVMU5XVTBOVmFzV0hIMzd0M2EydG8vL3ZpRDhkUUZCUVdscGFWRUluSENoQWtjZXRqUjBYSDY5R2tVdy9QNzc3L2o2KzNzN083ZHU5ZloyYmx2Mzc3WTJGakdha3RNc0ZvdHlNVlhVMU9UN1l4MWQzYzNZeWR2M0xqeC92MTdwbUZTT3pzN0N3c0xVVkZSbFBRYjZSL2FoRWNXWVJpMlk4Y09Dd3NMMXBUUktBc2p5cHJ5OGVQSDJOaFlMaTZ1L2lvQ3NjS2hTQ1crU1VaR0ppUWtCRitQOUhqQUpKRktTa3EzYnQwaUVvbW9KelUxTmNnZXZYRGh3b0FGUEhoNGVDZ1VpcnU3TzJzZEJiYXB6cG5BZFM0K1BoN2x5MFFmY1oyV2w1ZG5IRjloUzBsSnlmMzc5MnRxYWxBZHhuZnYzcjE3OXc2OXdCa1pHUzFac2tSYlc1dEFJUFQwOUlTR2hyNTU4d1lGRUp1YW1yS200RWhKU1ltS2lzSS9LaW9xb2xjQnZKOS8vUEhIcUZHakdBOXBiVzNGaTJxd3BiaTRHSTNOdkgzNzl1M2J0K2pmVFY5Zm40dUxhLzc4K1M5ZXZFQnZQNXMzYitid2V3WitFVUNQZjBWUVpzUVpNMmFrcGFWSlMwdjM5ZlU5ZmZyMDJyVnI2RkdscGFXMWRldldXYk5tb2NnZlBOTDB5cFVyczJmUFp2UW44dmIybHBXVlpmVjlIVFZxVkdSa1pGbFpHZE5rMjU0OWUwcExTK2ZObThkV3JoQTBHczNOemEyeHNWRklTTWpUMDVPeGNVbEp5ZTNidHg4N2Rnd2xJd3dPRHU1UE1OQ2dvb2lJQ0xJT016TXowVE94dnI1KzBhSkZXbHBhYytiTVFiR3R2THk4aXhjdlpzeWtxS1NrOVB6NWM2UU5BZ0lDQ3hjdS9PdXZ2OUN6R0xrV1g3eDRrVTZuTDF1MmpORzlDK2t4bVV6T3lzcnFyMG9Cb3I2K2Z1L2V2WDE5Zlk2T2p0T21UYk95c3BvNGNhS3lzakpTa2Y3R2pUbVlvZjF0UWk4Wmc0a3JHN0lTRUFnRUNvVXkrUGxqcHJjS2ZGZ0NKZC9HK2E1QllBVUZoY1RFUkJUWGhLNTMrZkxsUzVZc21URmpCcU0xTHlnb2FHQmdnRWFxUlVWRm1id2ZFRnUyYkprM2I5NlRKMCtRcXgxZWlSSy93NmFtcHF6eng2eDZqTno0MFRLS0RzY3dURmRYMTlyYW12SHdSWXNXb1VUaVJDTFJ6TXhzOEpjTS9LeUFIdis2Y0hOemw1U1VuRHQzTGowOXZiMjluVUFnTEZ5NDBNckthdHEwYVQwOVBURXhNVkZSVWNnbldWbFplZmZ1M2JxNnVrelN5NkZvcTdpNE9OT1RpMDZuSThuQms0cXdRcVZTanh3NWtwV1Z4YzNON2VQand6cFFhV1ptZHYvKy9ieTh2SThmUDY1ZnZ4NlpHcXp0U0VwS2VubDVvZm5YaG9ZR1ZHOVJYVjNkM2QwOU5qYjIvdjM3S0FaVVVWSFJ3c0xDeXNxS01jQlVURXpNM3Q3KytQSGpob2FHTzNiczRPYm1SbnFNSHNxZlBuMUtURXprNCtOakhMcEU5aHczTnpkUzhhYW1Kc2JPVkZaV29xZnpwMCtmWHJ4NGNmejQ4Y2JHUmpjM056TXpzOGJHUmtsSnlidDM3K0xLMUYrb0t3Yzk3bS9VRitXTFpxMFRQSXdnZlIzOC9ER1RIdU05ajRtSlFmN1ZwcWFtVEtuTkJvUklKRzdac2lVd01GQk9UcTZtcGtaYlc1dlZXS2ZSYURFeE1YaG03L2IyOXVQSGo3dTd1ek1ONXZQejgydHFhbXBxYW1aa1pKU1hsK09sR0RrTVRyRFMyZG01Y2VOR3h0K0FucDZlblowZGsrTUNTc1NHSDJKblorZmw1Y1ZVendQNDFRQTkvblVwS3l2YnRXdVh1TGo0dEduVDlQWDFseXhaSWlJaVVsdGJHeFlXZHYzNmRWVDNTVnBhZXRPbVRhYW1wdC9yYWRMWjJZa1hiRWVVbEpRZ3Vlb3ZqcGxFSWgwNmRPalJvMGNFQXNISHg0ZXQwS0l3RzJ0cjY5cmEyb2FHaG4zNzlxbXBxUmthR3M2ZE81ZHgrUEczMzM1RHhrMTVlYm1MaTB0alk2T0FnSUMzdDdlU2twS2ZuNSt0clcxSVNFaDZlbnAxZFRYS3RPemc0TUFZZW10bVppWWhJWUhTRVNOVlErSkJvVkE4UFQxcE5OcnUzYnR4aXhEbjFhdFhTRFh2M0xtellNRUNOVFUxT3AxKzQ4YU5vS0FnRW9rMGZmcDBGT1dGYkNZMGJTd3RMUjBVRkZSUlVlSHE2dnJ4NDBkZVh0Nytobm1SWUxPTmQ4TFY0c21USjNsNWVhcXFxc3JLeW0xdGJhZ1l4b0RqdlgrSDd4SXExbGNIWkFkemMzUGpRYmNxS2lvN2R1ekEzK1NxcTZzVEVoSVVGUlhsNU9UUU5BcGJWcTllTFNZbTl1SERoL2o0ZU5ZdUZSUVVIRHQyRE9VLzE5SFI0ZUhoZWZyMDZkMjdkOSs4ZWJONzkrNEZDeGF3L3JiUmw0NzNpc05sc3I0bkVZbkVmZnYyb1FodlhWMWRPenM3RkQyUDA5blpHUlFVbEpDUWdBTDBKMHlZZ0RLUVdGcGFHaG9hbXBtWjRYWTU4S3NCZXZ6ck1tSENCQlJUUzZmVHk4dkw3OXk1azVHUmdZdks2TkdqMTYxYmg2Y3MrRjRlUEhqZzQrTWpLU2s1WmNxVTMzNzdUVUZCQWMzZ3lzbkpzWFhQcWFxcWNuWjJMaTB0bFpXVjlmUHpZd29oWlVSYVd2cjgrZk5idDI1RkQ4M2k0dUxpNHVLNWMrZmloUllRRlJVVmx5OWZUa3BLb2xBb28wYU5PbkhpaEpLU0V0cWtvcUp5NHNTSmx5OWZlbmw1MWRmWGs4bmtNMmZPL1A3NzcvalVJQThQRDE0YkFKY1FDb1VTRkJSVVhGeThZc1VLQ3dzTHhuTXBLQ2dnenkvay9OWFEwRUFta3o5OSt1VGo0NFA4eUZhdlh1M2k0bEpRVUhEdzRNSHE2bW9YRjVlcFU2ZE9tVEpsekpneEVoSVNSQ0xSMHRMU3k4dkwydHE2b3FMaTNidDNMUzB0alkyTjM3NTk2Kzd1UmpPYXVBbk9HdStFMjlaZFhWMVhybHhoMGp6V2xKTnNuZGNTRXhNdlhibzBkdXhZZk1COE1OODdFcW96Wjg2Z0NDSTg2Qm12SVlpVzhXUmVUSDJqVUNnTEZpellzV01IbWxaWFVGQzRmdjA2NHlCemQzYzNjbnpEMXpCTjN5SUlCSUtCZ1FHZVVnMWZuNWVYRnhzYmk3NFVPVG01YmR1MkdSZ1lVQ2dVSHgrZjVPVGttcG9hRnhjWENRbUplZlBtYVdobzRDUEdMUzB0YUZnSWwySFdPN1pxMVNvS2hVSWtFbkU5eGd1WFlSajIrKysvMzcxNzE5emNuT21ka2tRaVhidDJMVFkydHEydFRVQkF3TWJHeHNiR2hvZUhSMEpDSWpJeWtrS2hKQ1FrSkNRa29PRjBHTUgrQlFFOS9rVkI0WlhWMWRXbHBhVkZSVVY0am1KaFllRjU4K1laR0JqTW56OS9hSGtLRVNoZGZueDhQSzVTQ05ac0huUTYvZnIxNjJmT25DR1R5V1ptWnR1M2IrOHZuVFhPbURGalltSmlkdTNhOWZuelp3a0ppVFZyMXVCZTNLMnRyZW5wNlNqYklucFNyMXExYXRldVhTaHZNQ056NXN5NWV2V3FoNGZIaXhjdjZIUjZTVWtKMjJjOS9ueVBpNHRMVGs1ZXVIQWhZdzBseFBidDIzdDdlMHRMUzlFemV0MjZkZE9tVFh2MzdoM0taNktqbzdOLy8zN2tubmIxNnRXb3FLanIxNi9qRlJJWllmS3BKaEFJSmlZbWFCbFB5Y2tVN3lRakk0TUxwNEdCd2V6WnMwTkNRdkFLU0RvNk9xeEZvOW1PQmsrYk5vMnhOck95c2pLandMQUZKUTlCZGlUanpoeXlTK0pxalZCVFU4T25WMW56ZUtPOGFlbnA2U2twS1dmUG5rVWF5Vmk3aVFsMGkwZ2tVblYxZFZwYTJvTUhEMUFhazhtVEo1dWJtNjlZc1FLdmtlWHA2VGx6NXN5VEowKzJ0N2UzdExTa3BLUVVGUld4Nmw5L3J4RW9OdnJCZ3dlNHlUNTE2bFNtT2ZoVHAwNHhaZ2I5OE9GRFNrcEthbXBxYTJzclB6Ky9xYW1wcmEwdDd2M2c0T0NBd3FaUnduWVJFUkY4cUJ6NHRhQUR3MEZVYk54WXRlbGoxYVlmOFRzKzBuMFpGR3ZXck5IUzBwbzdkNjZob2FHdHJhMlBqOC9WcTFmejgvUDcrdnFHOFN4VUt0WGYzMS9yLytIcTZrb21rNW4ycWEydDFkUFRjM1YxTFMwdC9hN0d1N3U3VDV3NFVWOWZqNjlKVDArZk9YT21scGJXL1BuemQrN2NlZjM2OWVibTVnRjdHQlFVdEhUcDBtL2Z2ckhkb2JTMFZFdEx5OURRY05hc1dmNysvaFFLWmZBOXpNdkxNekl5YW1scFlWcmYwZEh4MTE5L0hUcDB5TkxTRW5rZWFiRUR2U2dnL3Zyckx5c3JxM2Z2M3VGcktpb3FRa05EdTd1N1djL3I3ZTJ0cDZjWEdocEtJcEZZdHhZV0ZtcHBhYTFidDY2cnE0dHBVM3g4dkphVzFxcFZxejU4K0REZzFYVjFkU0hQdUt5c0xNNTd2bno1VWtkSHg4ZkhwN096YzhCbTJmTGd3WU1WSzFha3BhVngyTWZEdzJQWnNtWHA2ZW1lbnA2elpzM2F2SGx6UkVSRVpXVmxmL3QzZG5aR1IwZWJtWmtkUEhpUTZUWmV2WHAxOGVMRk4yN2NRQi9SYjJERGhnMU1QNUtiTjI5cWFXa1pHeHRYVlZWeDZGaDlmZjJzV2JPMHRiVnRiR3l1WGJ2VzBkSEJkcmZ1N3U3SXlNanQyN2V6L2RiK2F6UzN0QzR4TUI2ck5uMzZITDNTVDU5SHVqcy9DWDhyZkJEQWliNFk3KzEvQXNNd0c2dTFIbTdPSTkyZGdXbHRiUlVRRVBnWGt1VjJkWFVsSnljcktDaE1tVEtGMVVoRmRIZDNEeGlXTXhocWEydWZQMzgrWmNxVWlSTW5EbGRxaGRyYTJzTEN3a1dMRnJXM3R3L0JEM2t3TlNMcGREcVpUTzdyNjJQTVZjbVV2cU9qbzROSUpIS29Lc0ZJVjFjWER3OVBmMTl1WldWbGVYazVXeWR3TXBuODdOa3pQVDI5d2RTMUpKRkk2ZW5wK3ZyNkErWWg3K2pvSUJBSUhIS2pEZ2piaWgxTVBILytYRXRMUzFoWXVLbXBTVmhZZVBDL2JUcWR6dm5HTmpRMFZGUlVzSzJQbVpxYXVtVEprZ0Z2VjNGeHNaS1Mwb0EzNmdlaXBiVnQ5WHFiejEvS3hNUkViMXlPbmpBZVBOR0dBZERqNGVHSDAyTUFBSUFoQTNyOFR6RDBDVUlBQUFBQUFJWUwwR01BQUFBQUdIbEFqd0VBQUFCZzVBRTlCZ0FBQUlDUkIvUVlBQUFBQUVZZTBHTUFBQUFBR0hsQWo0Y0hBVUYrWGw0Q2htRTlKTkwzbGlnSEFBRDRzZWpwNlVGcHk0U0VoSVlyMWg4QVBSNGVwQ1VsVWJCL1UxTnpWMWYzSUk0QUFBRDRVV2xzYWtJRnRrZkpTUDhMYVlWK0VVQ1Bod2RKU1FtVVlhcTQ1T08zdXJxUjdnNEFBTUEvQlkxR0t5aDgzOXJXam1HWWpMUzB3SkJLemdDc2dCNFBENm9UeGlzcEttQVlWdjIxeGovZ2RFTmpZeStaL0wzVjZBQUFBUDZ6b01TdTdSMGRtZGs1VVJmalNDUVNMNEdnT1cycXFPZ0FwVWVBUVFMNU1vZU56T3hjNnkwT2FFNUZVVUYrM3B6WkV1SmlBZ0x3NWdnQXdNOEFsVXByYUd5cXJLcDY5ZVl0OHBLWm9qWXA3R3lnL0dpNWtlN2FUd0xvOGJCQm85SDJ1UnhNU3ZscnBEc0NBQUR3YjNEUzM5dlljT1ZJOStMbkFmUjRPT25zN0R3WEVYVTdPYlc5dmFPUFFxRlFLREJrRFFEQVR3TVBEdytCUU9EajVaV1hIKzJ3eGNadzVSOGozYU9mQ3REajRlZlRsN0t5c3ZLVzFyYlcxdFllRXB2YTd3QXdYRFEzTlRVM04ySVlKaWtwTFNrbE5kTGRBWDVtdUxtNWlNTEM0dUxpMHRLU2t5Wk9sSkdHMzlzd0Ezb01BRDh3NGVIaFlXRmhHSWJaMmRuWjJ0cU9kSGNBQUJnNjRGOE5BQUFBQUNNUDZERUFBQUFBakR5Z3h3QUFBQUF3OG9BZUF3QUFBTURJQTNvTUFBQUFBQ01QNkRFQUFBQUFqRHlneHdBQUFBQXc4b0FlQXdBQUFNRElBM29NQUFBQUFDTVA2REVBQUFBQWpEeWd4d0FBQUFBdzhvQWVBd0FBQU1ESUEzb01BQUFBQUNNUDZERUFBQUFBakR5Z3h3QUFBQUF3OGhCR3VnTUFBQXlXbnA2ZXBLU2sxdFpXZk0zcjE2L1J3cXRYcnhocm1Rc0xDNXVabVFrSUNJeEVOd0VBR0FwY2pQL0RBQUQ4bDZIVDZTNHVMbzhlUFJwd3ozbno1Z1VIQi84cm5RSUFZSGlBOFdvQStHSGc0dUphdm56NVlQWmN0V3JWUDk4ZEFBQ0dFOUJqQVBpUjBOUFRFeElTUXN0TWcxdjRSeUVob1FVTEZveEU3d0FBR0RxZ3h3RHdJOEhMeTJ0Z1lJQi94RFdZVVp1WEwxL094OGMzRXIwREFHRG9nQjREd0EvR0gzLzhRU0QwNjRsSklCQVdMMTc4Ny9ZSUFJQmhBUFFZQUg0d2xKU1VsSldWKzl1cW9xS2lvcUx5Ny9ZSUFJQmhBUFFZQUg0d2hJV0ZwMHlaZ24razArbU1nOVhxNnVyaTR1SWoxRFVBQUlZTzZERUEvR0R3OGZGcGFHZ0lDQWh3Y1hFeHJ1Zmk0a0tiQkFVRlI2NTNBQUFNRWRCakFQang2TThJRmhJU1VsZFhINGtlQVFEd2R3RTlCb0FmajNIanhvMFpNd2JaeEdnTldsQlVWSVRKWXdENFFRRTlCb0FmRHg0ZW5xVkxsN0t1TnpBdzRPSGhHWWtlQVFEd2R3RTlCb0Fma3VYTGx5UHB4VTFrSGg0ZXh0QmtBQUIrTEVDUEFlQ0hoRWdrNGttNGtDVHI2K3NMQ3d1UGRMOEFBQmdpb01jQThLUENtS1NhaTR0cjJiSmxJOW9kQUFEK0ZxREhBUENqTW1uU0pEazVPYlFzTHk4L2FkS2trZTRSQUFCREIvUVlBSDVVaUVTaWhvWUdXdGJRMEpDVWxCenBIZ0VBTUhSQWp3SGdSMFZBUUdES2xDbDhmSHdFQW1IS2xDbDQzU2NBQUg1RStzMUtEd0RBZnh3dUxpNE5EUTB4TVRFeW1heXVyczZVcmdzQWdCOEwwR01BK0lGUlUxTWJQWHAwVDA4UFRCNER3SThPRjFOSmMrRHYwOTdSOGFXc29yYXVycWJtVzBkbjEwaDNCL2pKS2N4L1M2VlNwMm5PR09tT0FEODVQRHpjVXBLU2NyS2p4aWdxakJtanlBODF0b2NiME9QaGhFYWpaV1huQnA4THI2eXE3dTdwNmVudTZhTlFScnBUd004T25jYkZ4VVhIWUxBYStNY1JFQkFRRWhRVUZoYWFOVk5yNzg1dDhxUGxScnBIUHhXZ3g4TUdsVW9OT0gwMk11WVNsVW9kNmI0QUFBRDhzd2dKQ1FXZjlGK29yenZTSGZsNWdQbmpZZVBSNDJjUjBSZHBOQnFHWWFJaUlqTzBwaXNwS29pTGk0MTB2d0FBQUlZQkdvM2UzZDNkMU56eTZQSFRqczdPN3U1dS81TkJ5c3BLNDFTVVI3cHJQd21neDhORGJWMWRSSFFzRXVNWm10TVB1VHNyeU1zVGhZWDRZSW9GQUlDZkFqcWRUcUZRZXNsa1U2TlZCeng5S3F1cXk4b3JFbTRuNzlwbXg4ZkhPOUs5K3htQStPUGg0VU5KYVhsRkpZWmhZcUtpKy9mdG5EcGxzcVNFT0lneEFBQS9EVnhjWEx5OHZFUmg0Ym16dGRldU1lUGw1YVZRS0xtdjg5cmEya2E2YXo4Sm9NZkRRM3RIQjRuVWkyR1lsdWEwOFdQSGpuUjNBQUFBL2ltNHVibG5hOCtRa3BUQU1LeTl2YjJYVEI3cEh2MGtnQjRQRHgwZG5hVGVYZ3pENUVhTkVoRWhqblIzQUFBQS9rR2tKU1g1K2ZreERHdHJiKy9yNnh2cDd2d2tnQjRQRDJSeUgzS3JGaERnNStXRnFSUUFBSDVtaElTRkNRUUNobUU5SkJKRWxBd1hvTWNBQUFBQU1QS0FIZ01BQUFEQXlBTjZEQUFBQUFBakQrZ3hBQUFBQUl3OG9NY0FBQUFBTVBLQUhnTUFBQURBeUFONkRBQUFBQUFqRCtneEFBeVJqbzZPZjdUOWQrL2UzYmx6WjhpSFg3eDQ4YzJiTjV6M2VmMzZkV2hvYUZOVDA0Q3QxZGZYZTNsNWZmbnlaY2o5QVFDQU02REhBREJFSWlNalkySmlHTmM4ZVBEZzVzMmJ2YjI5dzFMRzlNeVpNMGVPSERsNDhHQjNkL2NRRG4vNTh1WFdyVnVOalkzdjM3L2YzejQwR3UzQ2hRc0dCZ2ErdnI2VWdXcDFQM255eE1MQ0lpd3NESXEwQXNBL0FkUjNBb0Fod3N2TEd4d2MvUERoUTNGeGNiVG16WnMzdmIyOUdSa1pWQ3JWeTh0TFVsS1M2WkRXMWxZZkh4OVhWMWRwYVduT2pTY21KcjU5K3hiRHNMLysrcXVvcUNna0pFUmVYbjdBTHBXV2xxcXFxcUpsbE02UVJxTnBhbXBpR0hiaXhBbDdlM3NSRVJIRy9RVUZCVEVNNit2cjA5VFVST21XK21QVXFGRzdkKy8yOXZZT0R3K1hrWkV4TVRFWnNETUFBSHdYb01jQU1FUlFZdFRQbnorUEhqMGFhVzF2YnkrR1ljK2ZQOGN3ek16TWJNeVlNVXlITkRjMzE5VFVGQlFVQkFRRVRKMDZ0YitXeTh2TFQ1NDhpVFRWM3Q3ZXdNQkFTa3Bxd1A0OGVmTEUwZEZ4OSs3ZEd6WnN3REFNbFJmVDFkV1ZrWkVwS1NtNWV2WHEwNmRQang0OXFxaW9LQ3dzakxieThQQ2dZeGNzV01EWUZKMU90N2UzTnpjM1g3SmtDYjV5MWFwVjU4K2ZiMmhvK1BUcEU5T3BPenM3dzhQRGQrM2F4Vm5VQVFEZ0FQenpBTUFRUWRvemNlTEUyTmhZRE1OMjdOaVJsWlVsSnlmbjZlbHBiMi9mMXRZbUt5dkxWSE1UalR3TEN3dVBHaldxdjJhN3Vyb2NIUjE3ZW5vRUJBU0Nnb0ptenB5SjF2ZjI5aUtUdHo5MGRIUVVGQlNDZ29Jb0ZNcW1UWnU0dWY5dk51cjI3ZHNZaG4zNzlzM0R3MlBEaGczbno1KzN0TFEwTnpmdlR6N0x5c3BldlhwRnA5T1JqWTdUME5DQVlWaE5UVTFBUUFEait0ZXZYMy84K0xHN3Uvdmd3WU1EM1RZQUFOZ0RlZ3dBUTRSUjhPcnI2N096czNsNGVJNGRPNGJic3NlUEgyY3lrUThmUG56Mzd0MFpNMmJJeXNxeWJaTktwYnE2dXBhWGx3c0tDcDQ1YzBaTFN3dXR6ODdPZG5aMnRyUzB0TGEyRmhJU1luc3NnVUJZdjM3OXNXUEhRa0pDOEZGckRNUGEydHFTazVNeERGdXlaTW1SSTBkeWNuS2FtcHJPbmozNyt2WHIzYnQzczIzcXI3LytRaXI3K3ZWcjFxMW9BSUNWeE1SRVpXVmxLeXNydGxzQkFPQU02REVBREJGOHNCZkRzTHQzNzlKb05CTVRFM1YxOWJxNnVxRTFTS2ZUZlh4OE1qTXpoWVNFZ29PRHAwK2ZqbS9TME5EUTB0S0tqSXk4ZmZ2MnJsMjdEQXdNMkxhd1lzV0swNmRQOS9iMkppWW00c1owZUhoNFQwL1B2SG56ZkgxOUNRUUNicklIQkFSVVYxZXpObEpVVkJRWEY0ZGhtTE96czRXRnhZRGR2bmp4WWxCUUVJWmhlbnA2WW1KaU5CcU44VTBGQUlCQkF2ODJBREJFdUxpNDhPVzdkKzhLQ0FqWTJka3g2ZlRnb2RGb2ZuNStTVWxKUkNJeE5EU1VVWXlSNDlYSmt5ZE5UVTBiR3hzUEhUcTBaY3VXOHZKeTFrYUlSQ0k2VUZGUkVhMnByS3k4ZWZPbW9xTGlrU05IMEJwOGpGcEFRSUJ0VDF4ZFhkRkV1SnljM0lEZEpwRklTSXhEUTBNREF3TU5EUTFCakFGZ2FNQi9EZ0FNRVZ5UDgvUHpLeW9xVnE5ZWpieW1HWFY2TUZBb2xOemNYQnNibTRTRUJCRVJrWFBuempHNmV0Rm9OQktKMU5IUjBkcmF1bW5UcG1YTGxtRVlscGVYdDI3ZE9yYmp4bFpXVmlZbUpyYTJ0dWpqaXhjdnhNWEZUNTgrN2V2cjYrcnFTcUZRQnV6ZW9rV0xwS1Nrek16TWRIUjBCdXg4YlcwdGVnVlJVMVA3cnFzR0FJQUpHSzhHZ0NHQ0M1dXdzTENRa0ZCYVd0cUtGU3RVVlZXL1Y0K2pvcUxDd3NMd2p5NHVMbVF5dWErdmowd21rOG5rL29xOWswZ2tEdytQQnc4ZUlEZnY2dXBxWjJmbjl2WjJ0RFV6TTdPMXRSVjVhTGUydHRyYTJqWTNOeVBiZDgyYU5aejdJeUVod2N2TG01R1JrWkdSTVdEbk96czcwYlQzdG0zYnpwOC9UeVFTdit2YUFRREFBVDBHZ0wvTCtQSGovZno4OXV6WlkyZG5GeGtaS1NFaGdkWmZ1SENCU1o4S0N3dFpEN2V5c2twSVNFQ3V5eDBkSFhqYUwyRmhZUVVGQlNrcEtYRnhjVEV4TVZGUlVXRmhZV0ZoWVg1Ky9xdFhyMzcrL0xtenM3TzN0eGZwc2FLaTRzR0RCM2Z0MmlVckt5c3RMVTBnRUFvTEMwa2trcXlzN05peFkvRnowV2cwRHVsQkVOYlcxalUxTlk4ZlB4NDdkaXhqLzN0NmVuSnljakFNMDliV1p1dFRscENRZ0VLdEFBQVlBcURIQURCRUdPMWdYVjFkQ3d1THExZXZPams1NGNZdThtb2VFRUZCd1YyN2RubDRlQkNKeE9YTGwwK2RPbFZWVlZWQlFZRXBkd2NqR2hvYTF0YldjK2ZPWmRUTEtWT21QSHIwQ1A5b2IyL2YxTlJrYUdob1kyUERlR3hCUVVGQ1FnTG42M0ozZDNkM2QzLzQ4S0dDZ2dJK0VGMVZWV1ZrWklSaG1KT1QwNFFKRXdaemFRQUFEQjdRWXdBWUlreHBJKzN0N1JNU0Vpb3FLaDQ4ZUlEVzNMNTltMjI4RTJ0VGYvenhoNFNFeExWcjE2U2xwWmN2WDg0VXRZeERvVkIyN3R5cHE2dTdldlhxYTlldXNlYi9ZZ1NOVjR1SmlhR1BMUzB0bnA2ZXpzN08vUTJBcy9MczJiT1VsQlJkWFYwN096c08wOE1VQ2dYU2dBREEzd2YraXdCZ2VCQVJFWkdYbHk4dkwvLzQ4ZVAzSHN2RnhUVjM3dHhyMTY2RmhZWEZ4c2IySjI5VUtoVU5HcWVtcGtaR1J1SU8wcm01dVUrZlBtWGF1YWFtQnNPd3g0OGZveUlRV1ZsWnFHLzI5dmFEN0ZWTFN3dUtObFpVVk94UGo0T0RnMHRLU2s2ZE90WGZPd1FBQUlNRTlCZ0FoZ2l5ajd1NnV0REgydHJhYjkrK0lXRWVXb05JMHNURXhMUzF0ZG51VUY5ZmoyWndkKy9lelJpdHBLV2xkZXZXTGR3dVp5UXpNek16TTVPeEJUendhVUNRb210cWFqbzVPVEd1OS9QelEvUEgzZDNkNzk2OXd6QnMzNzU5SU1rQThEY0JQUWFBdjBWWldkbkNoUXZGeE1ScWEydjcrdm93REpzNWMyWjhmUHdRbWtLQnk1TW1UZkx5OG1LN1EyWm1KdEpqRFEwTnBnTjlmWDFOVFUzSGp4OHZKaWJHdzhPVG1wcUtKcVRUMDlPWjRxRnpjM09SaWN5NW9CT0ZRdm42OVN1R1liTm16V0xhMU5EUWdKeklNQXhUVmxaR3loMGNITHh2Mzc3djlTMEhBQUFIOUJnQWhnaU5Sa01Mb3FLaVZWVlZhSG5Sb2tWVHBrd1pXb05EU3lTQ0g4dG9WU09QcmFWTGw3SzJTU2FUMFVKUFR3K0hCb3VLaXREclJXWm01dWJObXhuYkNRd01CSDh1QUJoMklCOElBUHd0MU5YVlkyTmp4Y1hGQlFRRU5telk0T3ZyTytTbWhpdXoxZVBIai9QeTh2ajQrRFp1M01pNkZha3NEdzhQV3VnUEZIeE1JQkFLQ2dyOC9mMmg1akVBL05PQWZRd0FRd1MzajhYRnhZT0RnNVdVbEZEMEVlN0F2SC8vZnFZcFZaUXZ1ajl0R3hiTnE2bXA4ZmIyeGpCczU4NmRlTlpNUmdnRWdvV0ZoWldWbGFTa0pFb1N3Z3FGUWtsS1NrSkZxN0t6c3hNU0VrZ2trclcxOWQvdkhnQUEvUUY2REFCREJOZGpETU1tVDU3TWRqMWIrb3M0NG15d010S2ZjdGZWMVRrNE9MUzF0UmtZR0t4ZHU1YnRQam82T254OGZFMU5UUlFLQlI5bVp6TE5rNUtTR2hzYjVlVGt6TXpNREEwTjdlM3RVMU5UWDc1OE9janVBUUF3QkVDUEFXQ0k5Q2VydUo5VWYvVVdTU1FTMndPUkhqOTkrblRHakJtY1Q4M1dGYXUwdEhUMzd0MTFkWFVyVjY0OGRPZ1FoOFBkM054UWRESkNVRkNRMFZ1N29hRWhPRGdZd3pCM2QzZEJRVUZCUWNGejU4NjV1YmtoVnpLVXdFdEJRVUZXVmxaQVFJQ1hsNWRNSm5mK1AzaDRlRzdkdXNXNTh3QUFzQVgwR0FDR0NHY3pWMXhjWEZCUWtIVXJEdzhQOGtsbUJhbXNnb0tDbnA0ZTJ4MitmZnYyNU1rVDVJckZsSWt6T1RuWjM5K2ZScU01T2pyMlp4bmpYTHAwS1RFeDhkS2xTNmlyZi83NUo3NnB0N2NYNWNIZXMyZlAvUG56MFVweGNmRno1ODRsSmliR3hjV1ZsWldSU0tUUG56OS8vdnlacVZsUlVkSFZxMWR6UGpVQUFQMEJlZ3dBUTZTdnI0OUFJT2pyNnpPdEZ4UVVQSFRvME8rLy80NVhJTWI1L2ZmZnQyL2ZQbXJVcVA0YTVPUGpNek16Nnk4TGRHWm1aa1pHaG9HQkFaTVlaMlZsZVhwNnpwczN6OW5aV1VsSmFjQ2V5OHZMYjkrK2ZkeTRjWWNPSFRJek05dTdkeSsreWR2YnU2alUwNTFLQUFBZ0FFbEVRVlNveU1YRmhWVlpqWTJOalkyTlMwdExjM0p5eXNyS2FtdHJtNXFhMnR2YnU3cTZ5R1F5RnhmWHBVdVgyTTVZQXdBd0dFQ1BBV0NJYUdobzNMeDVrMmxFR3NPdzBhTkhNMXFjak15ZE81ZERnMy8rK2FlM3Q3ZVVsRlIvTzZpcXF0NjllMWRHUm9hMTJiaTR1RW1USm4xUDk3Rmx5NVpObno1OTlPalJqQ3QxZFhXTmpJeG16cHpKb1ErcXFxcmZkU0lBQUFZRDZERUFEQkZXeS9odnNuejVjczQ3c0NveHp2ZUtNUm81WnhMandmUUJBSUIvQ0lnL0JnQUFBSUNSQi9RWUFBQUFBRVllMEdNQUFBQUFHSGxBandFQUFBQmc1QUU5QmdBQUFJQ1JCL1FZR0lENzkrOEhCd2MzTkRSODExRlJVVkdkbloyRDNEazFOUlVsZHU2UGQrL2V2WDc5bW5WOWRYVjFVbElTWHJDSU0yL2Z2bVZkV1Z0YmUvbnk1ZjRTWnYwN2tFZ2t0cVdMR1dscGFTa3VMaDV5KzBNNzhPOUFJcEgrelJJVVRLZExURXhrVFZjeVNPcnE2b2F2WHdEd0hVQzhFekFBZFhWMU1URXhjWEZ4VzdkdTNieDU4eUNQdW43OWVseGMzTEpseXdhc0lVaWhVQklTRW9TRWhQejkvZWZNbWNOMm40eU1qS2lvS0IwZG5aMDdkekpXK2lPUlNGNWVYc0hCd2VibTV1Ym01aElTRXYyZHBicTZldlBtemJxNnVzN096Z29LQ3ZqNjE2OWZCd1lHeHNiRzd0Ky9mK25TcFlPOHVtR2tvNk5qMTY1ZCtmbjVkRHA5MmJKbHJEdVFTS1RFeE1UejU4OFRDSVQ0K0hoWldkbittcUpTcVd6dnRxdXI2NlJKa3padTNNaVlGTE0vZ29PRHlXU3lvNlBqOTE4S2hoSnJ2My8vL3VIRGg4bkp5V3ZYcnQyMGFkUFEydmxlcmx5NTh1clZLeDhmSC9RYktDc3I4L0h4MGRMUzJyRmp4N1JwMHdiZlRsWlcxdTdkdS8vODgwOEhCd2RKU2NsL3Nzc0F3QXpvTWZBL0pDWW1UcDQ4K2JmZmZzUFhXRmxabFpXVjNibHpKelEwVkU5UGp6RVh4SU1IRDJiUG5pMHFLc3JhRGo4L2YwTkR3L1hyMXdkNTNvNk9qbHUzYnMyYU5ZdHR6Y0gzNzk4alZXNXJhd3NPRGhZUkVVSHJoWVdGTVF4cmJtNU9TMHRidG13WkJ6MU9TMHZETU96NTgrY0ZCUVhSMGRGNEVpdGtORXRKU2VHdkF1N3U3dlBuenpjd01CaGt6MUVCaVNOSGppUW5Kdy8rRUZZT0h6NHNLeXVMaXdlRlFubjc5dTNUcDA5VFVsTGEydHJRU2hjWEYyMXRiVjVlM3ZYcjF3c0pDVEVlM3RYVnRYUG56cFVyVjVxWW1EQzFUS1ZTSXlJaUlpSWl2cXMvckpMODVzMGJmbjUrcHVyT2REcTl0cmIyeTVjdkpTVWxoWVdGYjkrK3hYdDcvdno1R1RObWZKY2NzcEtmbnk4dUxzNDU2UmlkVGs5TVRQejY5YXVGaFlXZm45K01HVE0wTkRUaTR1S0lSS0thbXRwM25XN216Sm1USjA5T1NFaTRmLy8rZ1FNSDJMNGhBY0EvQk9neDhEOTgrdlRKMTlkM3laSWx1T1poR05iZDNZMFdvcUtpOEV5TlBUMDlmLzMxMS9qeDQwTkRRNldscFpuYVFYVUdOMjNhdEgzN2RzNW56TTdPM3JadEc0WmhYbDVlYk1XWVFxRzhlL2NPdzdEeDQ4ZEhSVVV4N29PYmd3Y1BIbFJSVWVudkZIUTZQVFUxRldYT09uLytQR05PeDh6TVRKUVgyc0xDQWlscmZYMTlXbHBhZTN1N3BhVWw1NTdqY0hOekh6cDBTRUJBb0t5c1RGNWVYa2hJaUl1TEM5K0tERnkwUEhYcVZEMDlQVHFkVG1QSDY5ZXZOVFEwMEZkUVVsS0NqOE1MQ0FqTW5UdDN3b1FKWW1KaStmbjU5Ky9majR5TVpMcFhkRG9kM1NnNm5XNXFhc3E0aVVBZ1lCaW1xS2lvcTZ2TCtVSWFHaG9lUG55SVlaaWtwQ1NydFYxVFUrUHA2V2xzYkN3akk5UFEwRkJYVjFkVFUvUHQyemVtOFhBdUxpNVJVVkZVRVByaXhZdisvdjY4dkx5RHZKTk01T2ZuYjkrK1hVaElLQ0lpZ29Na1Azbnk1T3ZYcnhpR1NVdExvejdQbVRPSFFDQzB0TFF3MWJzY0VGNWVYajgvUHdzTGk4N096Z01IRGt5Wk1vVnhOQVVBL2xGQWo0SC9nWitmbjA2blAzandnTzB6OVBIangvZ3lxcWJ3K2ZQbmtKQ1F3NGNQTSswNTREQTFLLzJWS2N6THkrdnA2Y0V3ek56Y0hJbFFWMWNYc293SGVaYU1qSXp5OG5JQ2dSQVlHS2lvcUhqLy92MmxTNWR5Y1hHVmxKVFUxdFlTQ0FTOG5oS2FkT1RpNG1JVTFNSEF6YzN0NnVyS2RsTnVibTVpWWlLQlFIQnljbHF3WUFHSEhGc0lDb1V5WnN5WW1UTm5qaG8xNnYzNzk4bkp5Uk1tVEFnSUNFQmJPem82VU9XR2hRc1hNaDcxOGVQSHdzSkNZV0ZoMW5jYXBNY1RKMDUwY25MaWZPcTh2RHlreDhiR3hxejNsa0FnME9uMGhJUUU5QkdKcnBxYTJ1alJvK1hsNVJVVUZPVGw1ZVhrNU9UazVOQVptYURSYUljUEgwWXZSdDlGZDNmMzFxMWJPVWh5VEV3TVNodCsrdlJwZEh1SlJLSzJ0blpXVnRhSER4KytOM09adkx5OHJhMXRZR0FnalViNzl1MGIwbU1LaGRMZTNnNGoyTUEvQ3VneDhEOGdlMEpaV1JsLzdQWkhTRWhJVkZTVXFxb3FxeGpqOVhTenM3T1JsSEtndHJZV0xmUlgvZmZaczJmSVJseXhZZ1Y2ck8vWnMwZEpTY25OelcyUWVod2JHNHRoMk9iTm0xVlZWVXRLU3R6YzNKS1Nrcnk4dk02ZE80ZnFBWjg4ZVJMdGFXOXZYMTFkYldwcWlzeGx0cEJJSkJLSkpDd3N6UHJLVWw5ZlgxbFp5WlQ4K2NXTEZ4aUdiZG15eGR6Y25MVzExTlJVSkwzNEdqVTFOVzl2YjdRY0h4L1B0RDg2cVlLQ3dvRURCeGpYUjBkSEZ4WVcvdmJiYjhiR3hreUhvTHYwOGVOSFhOVDdBL2ZhWTF1NkNsZjZsSlFVR1JtWjczM2w0dWJtOXZMeTR1UGpxNnFxVWxSVVpCcHZINUFuVDU1WVdWbXh2aWM5ZWZLa3NMQVF3ekJiVzF2R2R4MWpZK09zckt5elo4K2VQWHYydTA2RVlaaXBxV2xNVEl5Y25KeW1waWI2eVhsNGVIejQ4Q0VpSW9KMUtBZ0FoZ3ZRWStCL1lEdGlQQVRRYzdPb3FLaW9xR2lRaC9UMDlMQk9BRk9wMVB2Mzd5TVZYTHg0TVQ0dysrYk5tNjlmdnpKcEVsc2VQMzZjbDVlbm9xSmlZMk9EWVZoY1hCeHkyOEduQnA4OGVjSlViOWpJeUloRGcrSGg0Ykd4c1FFQkFVd1dLb1poN2UzdGRuWjJNMmJNbURoeElyNFMrVTQzTmpheXlpR0ZRcmwxNjVhSWlJaW5wMmQvTlJaeFRwOCtyYWVuTjRTQkIvU2RWbGRYWDdseVpaQ0hkSFIwc0phMXdFOHRJU0V4bUc1OC9QaVI4VDZnbm5oNGVBeTY0d05ESnBQUG5EbURZZGpZc1dPWnFrenE2K3NyS2lwbVpXVmR1M1p0elpvMXJNZW1wNmU3dWJteHJTU05hR2xwbVRWckZ1TWFaS2FESkFQL0VLREh3UCtBbnJNVkZSVk1FdFVmL2NVYUlRUEwxdGJXenM2T2N3dFpXVms3ZHV3d01UR1JsNWRuM1pxVGs5UFkySWdxRlNLTHFxU2tCR2w4Ym02dW01c2I1OFpMUzB1UEhEbkN4Y1YxNk5BaFhsN2V5c3JLZS9mdVlSZzJZOGFNZ0lBQVQwL1A0dUppSlBNWWhuMzU4aVU3TzF0S1NtclNwRW1OalkzSGp4OTNkblllY0hpWkVUUzY4UHIxYTlib3JKczNiL1ozVkZ0YlcyNXVMdExqSjArZXZIcjFDdC8wNGNNSE5MMjlkKy9lWjgrZTNicDFTMGRIWi9EOVFTQTlYcmh3SWRNTFFXeHNMQkl6ZlgzOWt5ZFBjbkZ4NWVYbDJkcmE2dWpvTUhvUDRIelhHUDVmZi8xMTZOQWhCd2VIZjlURk9pSWlvcUtpZ28rUDcralJvMHlENUFRQ1lkZXVYZnYzN3c4SUNCQVZGZjNqanorWWpsMjBhTkhSbzBmRHc4TW5USmdnS2lyYTM1dG9lM3Q3U2tvS1dxNnNyUFQzLy8vWXUvTjRxTmYrZitDZllZYkIyRlcyckcwVXJZcjJUVHBwT1JSMUNHMG9LUzFPUWtxTFNHUlBXY3JTZHVxVVVqcWxVbkdPbEtKMExFVlpFMEoyZzFsK2YxeS94K2M3OTh6UXBPbE05SDcrY1QvR1p4YlhUT2YybW10N1gzNStmbjVjQitRQitFYndYeFg0SCtodkxvVkNXYlpzR1g2eHFxb3FJeU1EdzdBbFM1WklTMHVqaTNsNWVmbjUrVjFkWFZ4ZkIzVTdvcUtpcXF1cisvNk5KU1VsR0laZHUzWnQvUGp4UzVjdVpic1hyZEFlT1hLa2o0OFB1dUxtNW9ieTJOSFIwY0xDWXVIQ2hiMjk4ai8vL09QcTZ0cmQzUzBxS3VycjY5dloyZG5VMUlTK0tLaW9xRVJGUlNrb0tMQ3VKRzlwYVVFejZJR0JnUThmUHF5cHFTa3BLWW1PanU3akFFUTJlSzh4SmlZR0RYVUdCUVdkTzNkdS92ejV4NDhmNS93eE56ZDMwNlpOYUN3ZFBkSFEwUENQUC81NDl1d1o2OHMyTkRTZ1FmdU9qZzQwV3RBYnJsdCswVnZtekJ1MC9ZbE1KbnQ0ZUtCL2R3ME5qWnMzYnlvcUtuTGRzb3puOGZUcDAzbjhRQ0lpSWlnVUN1ZFJ5bnlSbnA1Kzl1eFpETU4yN2RyRjlRaklCUXNXTEZxMEtEVTFkZCsrZlcvZXZObThlVFBianEvNTgrZlBueisvajEvUjA5T0RGaHVpNHlsZFhGd1VGUlg1MWY3TXpFeDFkWFZZTHdad2tNZmdmN1MzdDZOMXFteHJmMUQvN1BuejU5SFIwV2g5OHMyYk41Y3NXZExidmlDVUFVUWk4ZGF0VzJpdGpiQ3djRTlQRDhwdllXRmhNVEV4L01Gb3pmYUpFeWRrWkdSWSszLzQ5d0EwMUl4ZU5qczdHOE93cVZPbk9qZzRORFUxb2V0SGpod3hOVFZkdG13WmEzZDIyclJwNnVycXhjWEZYVjFkbFpXVlJDS3hyYTJOVENaUG1EQWhPVG01dDArZ3Vyb2FIOWN0THkvZnZIbHpWRlJVSHp1cFdIMTd0NGxNSmdjRkJmMzc3NzhqUm93Z2s4bUxGaTFxYjI4Zk4yNGNtZ0xITUN3eE1URTRPTGkzcDNOZEU0Y3VjbzR3b3l1aW9xTDRBQ3g2bXhjdVhEaC8vbnhNVEF6YmFZeDQyRnRhV3ZJK2JGNVpXVmxmWDkrUE1WNEdnOUhUMHlNcUtzcjEzdmZ2MzN0NmVqS1pURE16TTY0VDg0aTZ1anE2a1ppWWVPL2VQV3RyNnlWTGxzakl5UERZZ0gzNzl1WGs1UEE0MHZOVnpwdzVjL0xreVdIRGhrVkZSVUVrQXdUeUdQd1B2SS9JZHQzVjFmV2ZmLzZwcTZ0TFRFeEVvOFNvQTMzOStuVlpXVm5PazREUkZxbWRPM2RPbkRoUlhWMmRUQ2EzdHJZNk9UbWhuY1Npb3FKR1JrWU1CbVA5K3ZWOTdCQTljK1lNeWdCL2YvOTM3OTdaMmRtOWZ2MGFiVzlkdDI0ZDZ5TS9mUGdRRVJFUkdSbTVjT0ZDZTN0N0xTMHRsSTRIRGh3NGNPREFsaTFiTkRVMWJXMXRNUXp6OVBSY3NtVEppeGN2MU5UVWhJU0VmSDE5MGFKeEt5c3J0T09XVHFkN2VucmV1M2ZQemMzdGF6dDJ2YVhVKy9mdlQ1OCtqUXFOZmZGRnlHUXlXaEYyLy81OTlQV29wS1RrekprejF0YldvcUtpdmExQ1I3amVpejZ4MU5SVU5QS1BReisydGJYWjI5dmpGM3Q2ZWw2L2ZvMWgySll0VzJKalkxbkhCdkE4M3JsejU5ZnVJL3BhZERyOXdJRUQ5Zlgxd2NIQm5HVk1LaXNydDIvZmp2NGJ5ODdPNXR4eWpUZTRvcUlDLzdHbXBpWXdNREF3TUhENTh1VmNGeUd5OGZQelE2dk5OMnpZMEZzWUZ4UVU3Tnk1ODJzcm9ERVlETlQ0bXBvYUJ3Y0hpR1NBUUI2RC80SHkrTTJiTjV5TGoxQ1hOenM3bTNYdnphMWJ0NGhFNHVIRGg5a3FKNkFna1phV1JnUENKU1VsZS9mdUxTMHRIVEpreU9iTm14Y3ZYdno4K1hNM043Y0hEeDdNbWpWcng0NGRuTHVIeThyS1VsSlNTQ1RTL1Buejc5NjlHeHNibTVtWnFhMnRqYmJTc2kyME9YYnNXRXBLeW9NSEQxSlRVeDg4ZU9EcDZibGl4UXEwVnZtUFAvN282ZW5ac0dGRGUzdTdsWlVWV3FROWFkS2syN2R2QndjSE56WTJxcW1wTlRZMjNyOS8zOWJXVmxKUzBzdkxLeTB0RGNPd2dJQUFUVTFOQXdPRHdzSkMxbDNVNkk4dm1wREdMNktuOURZSFdWWldGaFVWOWJYL0ZsZXZYc1YvWTBSRVJFcEtTbGhZR1BwWEtDc3JjM1oyWm4wdzJvRExkWFVTUHM2Y2w1YzNiTmd3ZkdFekdxdGdNcGxvRHhVT0gvc05EUTMxOHZMQ08vMzQzQVNSU0x4MDZkTHMyYk81VHZtamRYeDFkWFdjNjkzUWdnQjhPcllQSHo1OHlNM054VERNeGNVbE9EaVlkVFRselpzM3pzN09uejkvZG5Cd0lKUEpOMjdjUU0xNCsvWnRRME9EdUxnNFhvRUVyMHhpYVdtSnlzQmhHRFoyN05nWk0yWjhzUUdob2FIbzgxKzNibDBmZStoMWRYV1BIajI2Zi8vKzRjT0h5OHJLOXU5cnlzMmJOeDBjSFBpMWxCSU1YSkRINEgrZzRyMFVDdVh5NWN0Y043MlVsNWVYbDVlelhxSFJhSjZlbnQzZDNmanNiMDlQRDlybUpDTWo4L2J0MjVTVWxFdVhMdEZvTkFzTEN4Y1hGeEVSRVRxZFBubnk1Qk1uVHJpNnVtWmtaR1JsWmJtN3U2TUV4UjAvZnB4R28rM2R1OWZDd29KQUlOeTVjNmV3c0JEVmNGNnhZZ1hiMmlJcEtTbC9mLy9UcDA5SFJVWFI2ZlNBZ0lEbHk1ZWp4eEFJQkY5ZjM4TEN3dW5UcCsvWXNRUERzTWVQSDBkR1JoWVhGOHZLeXU3ZXZWdEpTY25kM2IydHJjM2QzYjI1dWZuOSsvZHljbkttcHFiVHAwOW5yYzNKaTk1V1BNMmVQZnZRb1VNWWhwMDhlWkpyelRMT2VkODNiOTdnczhqcTZ1b3RMUzFsWldYNzkrODNNREJBeStqWUp1YlJGeW11eSt2UXY4WDI3ZHV0cmExWlI5U1RrcEtPSERraUtTbDU2ZElsWHQ0ZCtpSkNKcE9GaElRZVBYb1VGQlEwZi81OHZENE1xOVRVMU03T3pxTkhqM0xPN2hzWUdOeTllL2Y2OWVzWWhvbUxpL2NSUXVpVmk0cUtQRHc4amgwN2hxS3VvNlBEMGRGUlRFd3NJaUppMnJScEdJYloyZG1oeDIvYXRLbWhvV0h5NU1uNGVINUdSZ2I2RjkreVpZdVVsSlNKaWNuang0OTM3Tmp4eGNIMjZPaG9mSThjUG4vY204bVRKL1B5RFFPQUw0SThCditIUnFPOWVmTUdkVXFtVDU4dUt5dUxCcTduenAzYjJ0cHFaMmUzZmZ0MjFzZmZ2SG5UMk5pWWN6Z1JyOGd2SVNIaDR1SlNWMWVIZmt4S1NycHk1UXJuNyszcDZUbHk1TWlNR1RQd1djYnIxNjluWldVdFg3NGNUUTI2dTd2bjV1YWlseFVSRVZtK2ZEblg5anM2T3JhMHRGeTZkRWxJU0loQUlORHA5SUtDZ2dzWExxU21wb3FKaVJrWkdjWEd4dGJXMXFJdzhQWDFuVE5uenVYTGw5M2MzT2gwdXBpWUdPcVFXVnBhdXJpNHNMNHBIUjBkMVAxRlFrTkQ0K1BqRHgwNnhMWC94eFdSU0VRcmxudnJQM0htTVZxcGhFaEtTaTVhdENnNk92cmx5NWVvWEtXZW5wNk5qUTFydmEyelo4L0d4Y1Z4WFdtRlBuOU5UYzNzN0d3ZEhaMCtaazlUVTFPVmxKVDA5UFM0M3Z2NTgyZTB0Z0M5SXhxTmR1L2VQYzRwYzdRaERjT3djK2ZPelowN2wrMEJCQUpoMzc1OUZoWVcydHJhL2FqYkpTNHV2bi8vL21uVHBxR0NNRGdHZzFGY1hJdzZyUGhGTkVpRHo3OU1tVEtGYldzNFZ3a0pDYWRPbmNJd3pNbkppZmVDN1FCOE84aGo4SC9ldlh1SE9sajYrdnI0T3RMNitubzBubGxRVU1BNmlGMVRVL1B3NGNQcjE2K0hoSVN3ZFpJK2Z2eUlCbS9IakJtemZmdjJmZnYyb2V1aW9xTDRnS3F5c3JLcHFhbWtwR1JOVGMyRkN4ZllKajVmdkhoaGJHeU1QNUZDb1lTRWhLQWFIV1ptWm4wc0R0cTVjMmRqWStQdzRjUFJiRzVJU0FoSzJjN09UbFQwZzBRaTZlbnBtWnVianhrenhzWEZKVHM3VzFSVTFNUERJekV4c2F5c0RJMlU4bkx1QWxkZlc5VUx4L2IyOC9QejBhN2xoUXNYb2luTUZTdFd4TVhGelo4L2YrellzZjcrL3RyYTJxdFdyVnE4ZVBIKy9mc1RFaExHakJuenl5Ky9XRmxaY1U3ODAyZzBWT1ZEUTBNak1qSnk5KzdkUmtaRzZHc0JPbE9ydmIwZDN6YVducDVPbzlGY1hGelk5dklpS05mUjREQksyWG56NXFHRjRxeEtTa3JRZnQ5RGh3NXhYZUJHSUJDK3RtWVdLNjRyb3ZQejg5RjVZa1pHUnZoRjlOK3RrSkJRYjR2Q09DVWtKSVNFaEtBMTI5YlcxdjF1SkFEOUFIa00vZy9hUjZTa3BNUTZUdnYwNlZOMEl6czdHNjF0WnZYeTVjdlkyRmdYRnhmV2kyL2Z2c1V3VEUxTlRVUkU1SmRmZnNuSnlkSFQwek13TUZCU1Vucng0b1dEZ3dQcU9pOVpza1JOVFkzSlpENTgrSEQ4K1BHc0tZdVcyN0NPSzZJNml4UUtwZTh1QzVGSTlQWDF4WDkwYzNPenNySmlNQmp5OHZLbXBxWXpac3pRMTlkdmIyOC9mLzc4MGFOSGUzcDZwaytmN3VibUZoTVRnOElZN1pMS3lNajRZcWxucm5wYmJQWHc0VU4wWGdYWEtRQk9RVUZCR0lhdFdiTkdXVmtaNWJHU2t0S1ZLMWVHRGgyS29pVXdNSkRKWlA3MTExOGZQbnlRa3BLS2pvNUdWY2M1WDZxNHVKakJZRkFvbE9IRGg1TklwSzZ1cmtlUEhyRStnRWFqc2UyaDZ1M0FRZlFSb1NqbFpTVjV2NytkOUFQYVZqNXMyRERXNHk1UUhyUDFwUHNRRlJWMSt2UnBBb0hnNGVIUjJ4b3hBTDRmeUdQd2Y5RG1JaE1URTlhTGFIUjMxS2hSYk5XZGJHMXQ4L1B6NTh5Wnd4YkcrSEZNa3laTlFqK3lWdEhDRnhQNSsvdWpjc1FwS1NrMU5UVnNLY3YyNXo0dkx5OHhNUkYxZjNuZkRZeVdKbGxiVzB0S1N0clkyS0JPWVZsWm1iVzFOWjFPbnpkdm5vMk56Wmd4WS96OS9WbVBaa0xGUXhJU0VsQW4rNnYwbHNmS3lzcG9zdlAxNjlkb1dMV1BKMTYvZmowM04zZkNoQWs3ZHV6NDQ0OC84TkZzdkQwVkZSVm8yRjlYVjNmbnpwMWFXbHBXVmxidTd1NE1Cb1B6UENLMG9udml4SWtFQWdGbCtmang0OCtjT2NQWkJyeGZ1MnJWS3E0dFJKUDM2SisxMzBkRWZBL3Q3ZTFvVzUyWm1SbnJoRFFhWU1kM3pQZUJScVA1Ky90ZnZYcFZXRmo0NE1HRG5NVkRBUGdQUUI2RC82KzF0VFVySzB0SVNJaDFOMmRXVmhiYWY4bFpjYkNob1FIRE1LN2xFZEFoaGdzWExuei8vdjJtVFp2d1phNnMyTW9zKy9qNGlJcUtvc1hQYkdwcWF2YnUzY3RrTWhjdlh0eDNKVXV1MElvZU5FdGRVbEx5K3ZWcktwWDYyMisvdWJxNnRyZTN1N201cGFXbENRa0pHUm9hWm1abUtpZ296Snc1OC9yMTY3YTJ0ajQrUHJ3WHZ1amI2TkdqMFplU29LQ2d2dk80cHFibXhJa1RXbHBhUVVGQkpCSUpYV2VMZVY5ZjM1NmVIaGtabVlDQUFIUWNzcmUzdDcyOS9iNTkrOGhrTWx2ZFRWVHRDNDN4Zmt1SXZuejVFaDNqZ2I1WS9KZDlYM1NrSTl0bWFGWnhjWEZ0YlcxU1VsSnNWY2NiR3h2eENlOCtsSmVYSHp4NDhOV3JWeVFTNmRpeFk1eWI5d0Q0YjBBZWcvOHZPVG01dTd0NytmTGxlTVEyTkRTZ2d3MTBkSFJZeTNXaFA1RW9qMUVlc0Nvb0tLaXBxWkdWbFowOGVUS1JTQXdKQ2ZIMDlCdzFhaFE2Z2FDNXVSbU5QQzlidG94dDF2bk5temN6WnN4ZzY4MDBOalp1M2JxMXRyWjJ3b1FKWDF2NnVLMnQ3ZSsvLzY2b3FLaW9xSGovL3YyN2QrL1E3TFd5c3JLc3JHeHVicTYzdDNkVlZkWFFvVU1QSHo1Y1VWR1JtWm5aMDlPemJkdTJyS3lzbXBxYWJkdTI2ZXJxMnRyYUdoc2JzNzdzM0xsemh3MGJ4bGFaR2Y5WXZxcUZuRStrVXFrYUdob2hJU0hvVkdsMG5UV1B6NTA3OSt6Wk0yRmhZVDgvUC96RG56UnAwb29WSzI3Y3VPSHU3aDRmSDQ5UE43UzF0V1ZtWmxJb0ZKVEgzMUt1QkEyVHJGeTVFZzB6OUhiNEI5OHhtVXdmSDUrMHRMVFRwMDl6TGNLVmw1ZVhrSkNBRnBDemxmbEVTOUI3MjVTRk90Q3hzYkZYcmx4Qi8yRW9LaXArNDJuTkFId0x5R09Bb1JnNGQrNmNtSmdZdnJ1anNiRngrL2J0TlRVMWNuSnlmbjUrYUNxM29hRkJVbEpTUkVTa29xSUMvVVhtSE5SRnV6eXRyS3pRWDM4OVBUM1dZbGdsSlNVb2p6ZHUzTWo2WEFhRDhlblRKN1l3TGkwdDNiNTllM1YxdFlHQlFWQlFFT2N5S3p3VnVBNFVpNGlJaElXRjRlZEhxYXVybTVpWXpKOC9mOGlRSWVIaDRhaFE1ZGl4WTQ4ZE82YWtwUFRnd1FQMDlVSkdSdWJFaVJNYk4yN3M3T3dzS0NoSVQwOW55Mk45ZlgxOWZYMnVIeU0rUFp5Y25JeDJLNkhoWXJaNklQaVBlTnZ3SjJwb2FNVEZ4ZUdEcm16OTQ0eU1qT0RnWUFLQmNPalFJYlR4Q2JkNTgrYVVsQlFxbFJvVUZCUVJFWUgvVzNSMWRWbGJXNk92UG4zWEVzRnhQcXl5c3ZMT25UdVNrcEtvcGdyK3lhZWxwZlZSNTV5MVNrWkNRZ0lhN3Y1YTlmWDFhSVRHMGRHUk01SUxDZ3EyYmR0R285SE16YzNOek15NnVycHljbkxVMWRXSERSdjI4ZU5IOUJ1NWJscGpNQmhYcjE0TkR3OUhxOERtelp1bm9xSnk3dHk1MWF0WDI5dmJ6NTgvdisrakZlbDBlbU5qWTN0N2V4K25iZ1B3dFNDUEFZYXFDZGJWMWUzYnR3L1ZtOHpOemZYeTh2cjQ4YU9xcW1wd2NEQXFrSWtxRnFXbnAydHFhcUxkcm16YlM5QmZ6NVNVRkVWRlJhNExkUHNRRkJUMDZOR2p1TGc0ZkhyNDNyMTdSNDRjYVd0cnM3S3ljbkZ4NGRxM3c3ZmJjbDBuSlNJaVltOXZmL2p3NFRGanhqZzdPeHNaR2RGb3RDdFhya1JGUmJXMHRNeWJOMi9kdW5WMmRuWkxseTZsVUNob2J3eEtsOUdqUjRlRmhmbjQrUGo2K25MdGsvVUdYejNPVm8rVHJSNElaM2tRMXZhenpvQ2k2K2gvWDd4NDRlSGhnV0dZbDVmWDRzV0wyWDcxMEtGREZ5eFljUGZ1M2FkUG43YTF0VkVvbExhMnR2ajQrQ0ZEaHVBN2ROSHJ2SHIxcXUvRFFqZzNNZnY2K3RMcDlGMjdkdUYxUTFIV3FxcXFjaTU4dzRkQVdQUFl6TXdzTlRXMXNMQ1FUQ1ovN1VtTGVEUjZlSGdFQndmanBheVNrcEtPSHovZTFkVzFidDA2VkIybHJhME4zUkFXRmlZUUNPaWZBNjJrWTFOYlczdjY5R2tVeHJhMnRtZ05CSkZJakl1TDgvWDE5ZlgxbFpLU2twV1ZsWktTRWhjWEZ4RVJZVEtaWFYxZDZLak56NTgvTnpZMk1oaU1rU05IOHJoMUd3QmVRQjREckxTME5DWW1adEdpUldabVpoOCtmSWlKaVVIcm04ek56VjFjWEZoSGxWSDNDTitNYTJob3lEWi9IQnNiMjkzZDdlWGxkZVBHamNyS1NzN2ZoYzhseDhiRzRxK01INkd6ZmZ2MjZPaG9NVEd4QXdjT3BLU2txS3VybnpoeG9vL3d3Sk9qdDJNdGxpMWJWbFZWNWVqb2lLWk9QMy8rSEJjWE4yL2V2TFZyMTZLYW1xZE9uVHArL1BpN2QrOVFrVzE4bW56aXhJbVhMbDM2MmdGZVBJL0R3c0o2MjhYTDZ2WHIxOXUyYmV1ajU0b1N0S2VuNTlHalIrN3U3aVFTS1NRa3BMZnlVci85OXR2ZHUzZVpUQ2I2V0U2ZE90WFUxQlFjSEl4L3p1aTZnb0lDVzQ4ZndYTVVsWExFWGIxNjllblRwOHVYTDJmZDlvMitrT25xNnJMVk9jZUhRRWFNR01FNjJpRXBLWG5xMUttMnRqYStuTWRRVmxZV0dCaVltWm1wcUtqbzd1Nk8xenlYbDVjL2QrNWNlSGg0VmxZV3VtSnViczU2WkFoT1NVa3BJaUxDd2NGaDl1elorSUxFYmR1MjZldnJuemh4b3FxcXFxV2xCZi9TeVpXeHNURmIwVllBdmhIa01jQlVWVlh0N096UUN1ZnIxNitucGFXWm1abFpXMXR6anNYcDZla2RQMzU4MTY1ZHo1NDlNemMzMzdKbEMrdTlUVTFOMTY5ZjM3UnBrNkdob2FhbXBvT0RBOXJoeWhYcmttWmNVVkhSbmoxN2dvT0ROVFEwOXUvZmIycHEybmNpb29CUlZWWHQ3VlJFWVdGaDFycVNRNFlNU1VsSllYMU5Bd09EeU1qSUpVdVc2T2pvdUx1N3N3Nmg5Mk8ybFVhalNVaElyRnk1VWw5Zm4ydmhLalppWW1LcXFxcHIxNjd0YlMwM0doWVdGeGZmczJlUHJxNnV0N2QzSHdPa2VucDZNMmZPVkZCUWtKT1RvMUtwZCs3Y3NiZTNaKzIvb285cjl1elpuQ0dLdnBiVjFOUXNYTGdRRlNWRlBuMzZGQkFRWUdob2lMcm1PQVVGaFpVclYzSTlUVVJCUVNFdUxvN3o2d2lGUXVIbE0va2lLcFZxWjJjbkpDUzBlZlBtdFd2WHNwYlNSR3NkUWtOREhSd2M4dlB6TjJ6WWdHWWx1Qm85ZXZUSmt5ZFozeXc2ZW5MbXpKazVPVG5QbnordnJLejg5T2xUUzB0TFcxdGJaMmRuVjFjWGpVYWowK2xNSm5QV3JGbCtmbjdmL2w0QVlFWG85d29Vd09wc3dvWERmc2N4REZ0dlkrWGwvcnVnbTlOL3pjM05ZbUppZlpmaHJhdXJrNWFXNWxwam9heXNURjFkSFMyK3JhK3ZyNm1wMGREUTRNdGZZYTQrZnZ4WVZGUTBaODZjYjZ6OVcxWld4cGVKd1BiMmRpYVR5ZnY3cFZLcEpCS3BqL0tOTVRFeEZBckZ3c0xpd1lNSHhzYkdYN1dxdWJxNldrbEppZlVwang4LzF0Yld4bWNmZUhUNzl1MEZDeGJ3WGxMalAvRDgrWE5kWGQwK3hyM0x5c3FrcEtUNm5nTUczK0p6VTdQbDJ2WHYzcGRLUzB0ZE9YZDJoTGFXb0ZzMEdFRC9HUHdQWGpqcjN1QUFBQ0FBU1VSQlZEWnJEaDA2dExlN1dGTk5RVUdoSDZmc2ZSVWxKYVUrdHNId2psK3Jjbmd2UFlGOHNSQVkzcjNqM0ZqOFJaenJpdnUzazRmckpqVEIrbUxaUzFobUJRWWlPRkVFQUFBQUVEeklZd0FBQUVEd0lJOEJBQUFBd1lNOEJnQUFBQVFQOGhnQUFBQVFQTWhqQUFBQVFQQWdqL21ETENaS0loRXhET3VrVXYrelV2c0FBQ0FRbloyZHFIaWN1TGo0dDV4VEFsaEJIdk9IZ3B3YzJudmEwTkRZM3Q3Qnd6TUFBR0NncW05b1FQWEpodzVSK09JMmVzQWp5R1Ara0pPVFJkV0NDdCs4L1ZoYksram1BQURBOThKZ01GNy9XOURVM0lKaDJCQUZCZktQVkx0dFFJTTg1bytSSTdUVlZGVXdES3Y2VU8wWEVQeXB2cjZydTV2SDQrMEFBT0RIaDQ0cWFXbHR6WHo2N0V6Q2VTcVZTaUlTSjQ3WGs1S1M1T0haNE11Z2ZqWGZaRDdOdHR1MEJjMnBxS29vVHplY0ppc2pUU2JETjBjQXdHQkFwek0rMVRkVVZGWSt6M21KVnNtTTFSbHpPanhJV1lrUFozWUJ5R04rWWpBWXU5ejJKYWY4SmVpR0FBREFmeUhRNzdEWjhxV0Nic1hnQVhuTVQyMXRiWkhSWjY3ZnZOM1MwdHBEbzlGb05CaXlCZ0FNR3NMQ3drUWlVWVJFVWxaVzJySnAvZktsdndpNlJZTUs1REgvbGJ3dkxTMHQrOXpVM05UVTFFbnRFblJ6d0dEVzJORFEyRmlQWVppY25JS2N2THlnbXdNR015RWhBa1ZDUWtaR1JrRkJic3lvVVVNVTRMODNQb004Qm1BQWk0cUtPbjM2TklaaGpvNk9EZzRPZ200T0FLRC9ZSDAxQUFBQUlIaVF4d0FBQUlEZ1FSNERBQUFBZ2dkNURBQUFBQWdlNURFQUFBQWdlSkRIQUFBQWdPQkJIZ01BQUFDQ0Iza01BQUFBQ0I3a01RQUFBQ0I0a01jQUFBQ0E0RUVlQXdBQUFJSUhlUXdBQUFBSUh1UXhBQUFBSUhpUXh3QUFBSURnUVI0REFBQUFna2NVZEFNQUFMenE3T3hNVGs1dWFtckNyN3g0OFFMZGVQNzhPZXRaNWhJU0VxdFdyU0tUeVlKb0pnQ2dQd2lzL3g4R0FQekltRXltbTV2Ymd3Y1B2dmpJNmRPbmg0V0YvU2VOQWdEd0I0eFhBekJnRUFnRUV4TVRYaDY1Yk5teTc5OGNBQUEvUVI0RE1KRE1uajFiWEZ3YzNXWWIzTUovRkJjWG56dDNyaUJhQndEb1A4aGpBQVlTRW9sa2FtcUsvNGhuTUdzMm01aVlpSWlJQ0tKMUFJRCtnendHWUlENTVaZGZpTVJlVjJJU2ljUUZDeGI4dHkwQ0FQQUI1REVBQTR5YW1wcTZ1bnB2OTJwb2FHaG9hUHkzTFFJQThBSGtNUUFEaklTRXhOaXhZL0VmbVV3bTYyRDF1SEhqWkdSa0JOUTBBRUQvUVI0RE1NQ0lpSWpvNit1VHlXUUNnY0I2blVBZ29MdkV4TVFFMXpvQVFEOUJIZ013OFBUV0NSWVhGeDgzYnB3Z1dnUUErRmFReHdBTVBGcGFXc09IRDBkOVluUUYzVkJWVllYSll3QUdLTWhqQUFZZVlXRmhZMk5qenV1bXBxYkN3c0tDYUJFQTRGdEJIZ013SUptWW1LRG94YnZJd3NMQ3JGdVRBUUFEQytReEFBTVNoVUxCaTNDaFNKNHpaNDZFaElTZzJ3VUE2Q2ZJWXdBR0t0WWkxUVFDWWRHaVJRSnREZ0RnbTBBZUF6QlFqUmt6UmxGUkVkMVdWbFllTTJhTW9Gc0VBT2cveUdNQUJpb0toYUt2cjQ5dTYrdnJ5OG5KQ2JwRkFJRCtnendHWUtBaWs4bGp4NDRWRVJFaEVvbGp4NDdGejMwQ0FBeEV2VmFsQndEODRBZ0VncjYrdnJTMGRIZDM5N2h4NDlqS2RRRUFCaGJJWXdBR01CMGRIU1VscGM3T1RwZzhCbUNnSTdBZGFRNitYVXRyNi92UzhwcmEydXJxajYxdDdZSnVEaGprL3MxN1NhZlR4MCtjTE9pR2dFRk9XRmhJWGs1T2NkalE0YW9xdzRlcmlzSVoyL3dHZWN4UERBYmp5ZFBzc01pb2lzcXFqczdPem83T0hocE4wSTBDZ3gyVFFTQVFtQmdNVm9Qdmprd21pNHVKU1VpSVQ1MHlhZWMySjJVbFJVRzNhRkNCUE9ZYk9wMGVFQndlRTVkSXA5TUYzUllBQVBpK3hNWEZ3d0w5NXMyWkplaUdEQjR3Zjh3M0R4Nm1SNTlOWURBWUdJWkpTVXBPbmpSQlRWVkZSa1phME8wQ0FBQStZRENZSFIwZERZMmZIeng4M05yVzF0SFI0UmNZb3E2dXBxV2hMdWltRFJLUXgveFJVMXNiZlRZZWhmSGtpUlAyZS95dW9xeE1rUkFYZ1NrV0FNQ2d3R1F5YVRSYVYzZjN5bCtYZVhvZnFhaXNLaTBydjNiOTVuWW5SeEVSa3FCYk54akEvbVArS0hwVFhGWmVnV0dZdEpUVW5sM2I5TWJxeXNuS1FCZ0RBQVlOQW9GQUlwRW9FaEpHMHd5c1ZxOGlrVWcwR2kzN1JXNXpjN09nbXpaSVFCN3pSMHRySzVYYWhXSFlwSW5qdFRVMUJkMGNBQUQ0WG9TRWhLWVpUSmFYazhVd3JLV2xwYXU3VzlBdEdpUWdqL21qdGJXTjJ0V0ZZWmppMEtHU2toUkJOd2NBQUw0akJUazVVVkZSRE1PYVcxcDZlbm9FM1p4QkF2S1lQN3E3ZTlDeWFqSlpsRVNDcVJRQXdHQW1MaUZCSkJJeERPdWtVbUZIQ2I5QUhnTUFBQUNDQjNrTUFBQUFDQjdrTVFBQUFDQjRrTWNBQUFDQTRFRWVBd0FBQUlJSGVRd0FBQUFJSHVReEFQelhEUlVTQUFCZkNmSVkvTlNLaTR1TGlvcjQvcktPam80aElTRU5EUTFmOWF6MjluWWZINSsydGphMjY4WEZ4V2ZPbktGU3FWOThCZHFYenZkODgrWU5qNDBwTFMxOTh1UUoyOFhtNXViNzkrK2pRK0hnYURnQStBdnlHUHpVWW1KaTFxOWZuNXljM1BmRE9qczdLeXNydWQ2Vm5aMWRXRmpJZHJHbHBTVWhJV0hac21VQkFRRzhWeTk2L1BqeHRXdlhWcTllbloyZHpYcjk5ZXZYRVJFUksxZXVmUGJzV2QrdkVCTVQ0K2pvK09MRmk5NGU0T0hoWVdOamMrL2V2Uy9XY1BqMDZaT3pzL09hTld0dTM3Nk54M3h4Y2JHYm01dTF0WFYwZFBRdnYveVNtSmlJemxENUtvbUppYjI5RVRxZEhoTVQwOUhSOGJXdkNjQWdBT2M3Z1ovWDI3ZHYwOUxTR0F6R3dZTUgyOXZiZi92dE42NFBhMmxwMmI1OWUxMWRYVnhjM05DaFE5bnVqWWlJeU0vUHQ3R3hjWEp5UWhXTDhINnFtSmpZN05temVhL1hocjRXMU5UVTNMMTdkOHFVS1FRQ0FWMDNOemQvK1BCaFptYW1zN1B6eFlzWHRiVzFVWFMxdDdkTFNVbXh2c0xNbVRNdlhyem80T0F3Yjk2OGZmdjJ5Y2pJc1AwS1VWSFJnb0tDdlh2M3VycTY5dlorRVhRYVNuRng4ZVhMbHlkTm1xU29xSWc2emFpVDNkN2UzdFhWRlJ3Y25KbVplZno0Y1FybHl6VmllM3A2ZkgxOXJhMnRHeHNidDJ6WlltaG9pQW91c3ZyOCtYTmVYdDdkdTNkUG5EZ3hmUGh3SGo4M0FBWUh5R1B3azJJd0dJY1BIMll3R0JJU0VwNmVub2FHaG12WHJ1WHM2Ykp5ZG5hT2pZMlZsSlJrdmVqbjUyZGxaUlVmSDUrVGt4TWFHb29DRXZYd0prK2VQSFhxVkI3YlUxWldocnJGYTlhcytmMzMzOW51ZFhKeXlzek1wTlBwRlJVVjJ0cmFkRHI5d0lFRFZWVlZwMCtmWmsyMWNlUEdCUWNIT3pvNlBuejRzTGEyTmpFeGtlMTEwRGNHQXdPRHZzTVlKVGU2RVI0ZWpzZHRYbDRldXV2OCtmUDE5ZldXbHBiUG5qMDdkdXpZNGNPSDBRZzIrZzd4OXUxYnppR0h3c0xDbHk5ZnBxZW5UNWd3QWNPd2x5OWZ5c2pJMEdpMCt2cDZETU5RM3JlM3QyTVlWbDlmWDFWVkJYa01mamFReCtBbmRlclVxWUtDQWtsSnlZaUlDRjFkWFFLQkVCa1o2ZTd1VGlLUmhnd1owdHRabVUrZlBsMjRjQ0hyRlVWRnhRTUhEdXphdGV2MTY5ZWVucDVoWVdFWWhxRTVZTTdPZEIvT25EbURBblhuenAzUG5qMDdlL1lzMThuZytQajRDeGN1dExTMGxKU1VZQmptN2UxOTlPaFJ2Q2VOWWRqRWlST3RyYTBURWhJS0NncHFhbXBRenVGUUhyTjlwZUJLU0VnSXY5SFIwU0VtSmtZZ0VKNC9mNDVoMklJRkN5Z1VDb1ZDV2JodzRkMjdkeHNiRzlHNGZVaElTSEJ3c0lLQ3dxaFJvM3A2ZXY3ODgwL09sLzM4K2ZQRGh3OHhESnMrZmZyeDQ4ZExTa3BXcjE1TkpwTlRVbEl3REV0SVNBZ0pDWmt5WllxUmtSSHZIeDBBZ3dQa01mZ1pQWGp3SURZMlZrSkNJaXdzcktTazVQejU4OTdlM3BLU2t1SGg0ZjE0dFRsejVzeWFOU3NqSXdNdERXdHZiMGZycTlteXNBL0Z4Y1czYjk4bUVva0hEaHdnRW9tblRwM0t5OHRqTXBtU2twTHk4dklrRXVuZHUzY29UYWxVS3BWS0pSQUlJMGVPUkFQSWQrN2MrZVdYWDFoZmJlM2F0ZGV2WHg4eVpJaUNnZ0xiTDhKVDlvdndSN2EzdDd1NnVtcHBhZG5aMmRYVjFXRVlscCtmYjI5dmp3OWZGeFlXMnR2YjUrZm5kM1YxT1RvNm5qNTlXa0ZCWWUvZXZUTm16QmcxYWxSalk2T05qUTJHWVptWm1halBmZWJNbVlpSUNCNmJBY0RQQS9JWS9IU2VQSG5pNmVrcEx5OGZFaEl5Y3VUSWZmdjJWVlZWMWRUVW5EaHhnblBDbFVmcjFxM0x5TWhZdEdnUm1nQkdGNVdWbFRrZldWbFo2ZVBqYy9qdzRTRkRocUFyM2QzZDN0N2VUQ2JUMmRsWlMwdnIxYXRYcjE2OXdqQk1RVUVoUGo1ZVVWRXhMeTl2L2ZyMWFGcDYwNlpOYkIxMFR2THk4a2xKU1dReUdaL1B4dldkeDVjdlh6NTI3QmpieGNXTEYyTVk5dSsvLzZJaGFBS0JJQ0lpMHRyYTJ0TFM4dm56WnhFUmthRkRoN2EydHFxcHFhSEhuemh4d3R2YlcwUkVaUGJzMldoSk50c0xDZ3NMOTkxK0FINU9rTWZnNTFKWldibHo1ODZSSTBjR0JBUU1HemJzMnJWclZWVlZHSWFSU0tTR2hvWSs4cmlnb09EWXNXTkJRVUZ5Y25JWWh2Mzk5OTlaV1Ztc0Q1ZzllemFUeVF3SUNNRHpPRFUxTlNjbmgrMTFjbkp5M3J4NVkyVmxkZlRvVVFNREF5cVY2dW5wV1ZSVU5IWHExS1ZMbDVhWGw2TVJid3pEVnF4WUlTY25SNlBSVUVhcXFxcDZlWGw5K3ZTcHU3dTd0K0YwcEx1N20wZ2trc2xrenJ0WVI3WnhwYVdsbXBxYUdJWlpXbHFTU0tTc3JLd2hRNFkwTnpmZnZuMGJ3ekFMQ3d1VTZ4Y3ZYa1NUeDVjdVhjSXdMQ2twNmNpUkk2cXFxdWhIM3FFMnBLV2xUWjQ4R1YyaFVxbjRiUUIrV3BESDRPY3lmUGh3VjFmWEZTdFdrRWlrK3ZyNjBOQlFkRjFMU3lzcEthbTNaekVZak9UazVNN096aDA3ZGtSRlJaSEo1S2xUcDE2K2ZQbWZmLzdwNDNmZHUzZXZ0N3M2T2pyUWZ1Sk5temFoUldUUG5qMWo3Zmg2ZVhuOSt1dXZHSWFGaFlVVkZSV05HVFBtMUtsVE5UVTFXN1pzQ1FzTDI3eDU4N0pseS9Cd2JXdHJ3M2NEbzZWZURRME5KMCtlWkZ0OXpUV1BIejkrdkdmUEhrZEh4dzBiTm1BWVptWm1abVptaG1GWVNVa0p5dVB0MjdlTGk0cy9mZm9VNVhGdmJ0NjhhV3hzelBWTEFLNit2bDVCUVFFMVZWVlZkZGFzV1NqMWlVU2loWVVGaG1GRlJVVzV1Ymw5dkFJQWd4amtNZmpwckZxMUN0M3c4ZkZwYlcyVmxKU01qSXc4ZVBCZ2NYSHhGNStibjUrL2I5OCtmMzkvRVJHUmdJQ0FWNjllalJ3NVVrcEtpblVjMk1YRjVlKy8veDR6WnN6NTgrYzVYMkhObWpYRnhjVUxGaXlZTldzVzZwSWVQSGdRRFRLcnE2dWovclNEZ3dNSzQ1U1VsTGk0T0VWRnhkRFFVRWxKU1VsSnlVT0hEbmw1ZVIwOGVQREtsU3ZlM3Q1bzc5TzFhOWRDUWtMWWZ0RzhlZk1JQkFMYmtEVmFJL2J3NFVORFEwTjBCVzJQam9pSW9GQW9scGFXbkEzT3lzcTZlUEVpM3RHbjBXam9Td3o2dUJvYkcwTkRRMHRMUzlQVDAyL2N1QkVjSEV5aFVHZzBHbDZockt1ckM5MTQ4ZUtGdTd2N3lwVXIwV3F5VWFOR3VicTZvdFFuRW9tdXJxNW9QVmR1Ym00LzlqUURNQWhBSG9PZjFNV0xGOVBUMDlFcWFIbDUrVk9uVHBXVmxXbHJhMU1vRk5TSjlQSHh1WGJ0bXBHUlVXK0x2RVJFUkF3TUROZ3UwdW4wbHk5ZlloaW1vcUpDbzlFNFozQS9mLzZNWVJnK01MNXMyYko3OSs2Wm1Kak1uVHZYMGRFUkRWTTdPanEydExURXg4Zkh4OGRqR0dablovZjI3ZHYyOXZhT2pvNzI5bllWRlpXcXFxcUNnb0oxNjlaZHZYcDE2TkNodHJhMlFrSkN4Y1hGYytmT2ZmYnMyZVhMbDRsRVluaDRlRVZGeGExYnQyYk5talZ5NU1qNit2cWFtcHJrNU9TNnVqcGxaZVZwMDZheE5lemR1M2QxZFhXY2E4Si8vLzEzOUM0VUZCVHE2K3RwTkJwcUZkTFUxSVQvbUp1YnUyblRwb2lJQ0NhVDZlVGtoTmFnNGJadDI0YldoMy94bndieUdQeWNJSS9CeitqcDA2Y25UcHhBdHo5Ky9QanAwNmV4WThlaWZiSGZLQ3NyQzIxMmV2RGd3YkpseTJ4dGJjM056Zkc5dkV3bUUrV3hyS3dzdWtJZ0VNTEN3bWcwbXF1cmExRlIwYXhac3p3OVBURU0rL0RoUTF4Y0hIb001eG9ycEtPakl6OC9IeVhvMnJWcjBVVlJVZEhMbHkrVHlXUURBd01EQTRPVksxZXlQdVhWcTFkMWRYV2pSNDlHdjRVck9wMSs5KzVkdFA4S3pSOTNkM2VucEtTNHVMaDRlWG1SeWVTMHREUTBRTzNyNjZ1cHFjazJERUFrRW9XRmhhT2pvMzE4Zk5ESXdkV3JWMUduSDYza2lvNk9wdEZvTDErK2RIWjJSaHUxdTd1N25aMmRNUXlycnE3R3Urd0EvR3lnWGliNDZieDc5ODdOelkzQllLQWswOUxTR2p0MkxMOWUvUHIxNnhpR0RSczJMRHc4dktPakl5QWdZUG55NVRkdTNFQ1RwazFOVGFoUUpaN0hhRFhUM3IxN016SXk5UFgxL2Z6OGhJV0ZtNXFhbUV3bTIyNmx1WFBub2dYYkkwYU1TRTlQUnl1d1ZGUlUrTlZ5MUx5RWhJUmZmLzNWeThzTDdXVkM4OGZ2Mzc5M2RIUWNNV0lFdWlJcUtpb3FLb3JDbFVBZ2lQNHZkRjFhV3RyZjMzL2Z2bjFyMXF4QnoxcTNidDJtVFpzMmJkcGthMnVMM25WMWRmV25UNTlRaDdpNnVycTZ1aG90eHNhSHVBSDRxVUFlZzU5TFZWV1ZrNU5UVzF2Yjd0MjcwVTRlUG5yMzdoMHFkbUZtWm1aa1pIVDI3Tm1oUTRmVzE5Y2ZPblJvNjlhdFBUMDlxQllWbWkxR056SXlNaXdzTE5DekpDUWtObTdjT0dmT25BVUxGdGpZMk5Cb3ROV3JWd2NFQktCSE9qazVvUVlyS2lwS1NFZ2NPM1pzMTY1ZG8wYU40bVA3bno1OUdoSVNnanFwckh1YVkySmk3T3pzK2k1NUhSSVNrcHFheW5tZDg5Z0pOSWR0WVdGeDdkcTFvS0FnRE1QSVpQSzFhOWV1WGJ0bVoyZW5vYUd4ZXZWcS9yMG5BQVlNR0s4R1B4RUdnN0Z0MnpZYWpSWVdGbVprWk1TNUJ1b2JoWVdGTVpsTUNvV0NWZ3RyYVduRnhzWnUyTERoMDZkUFQ1OCsvZXV2di9BOXgyalRGSnFVL2ZqeEk3cjk1TWtURW9rMGZ2eDRBd01EZlgzOXNXUEhTa2hJb0pKWUdJYXhMWmJXMXRaR2k3bjR5TVRFSkNzckt6azUyYy9QVDFOVDg2Ky8va0xYMGZ3eHltTWFqWWErSXFEcDRZYUdob0NBZ0xxNnVnY1BIZ2dMQ3hPSnhQbno1N08rSnVkazhLeFpzMWF0V3NXMVo3OXMyYko1OCtaQnBVendjNEk4Qmo4UklTR2hyVnUzVHBnd2diTncxYmY3NjYrL01qSXkwR0dMK0hJdFpXWGwwTkJRT3p1Nzd1N3V5c3BLdkxPSTk0OTFkSFNXTFZ1V25KeXNxNnRyYVduSnVXVUlWYU1VRmhiR0kveXJ2SHo1c3JpNEdIMC80TVdlUFh0MGRIU01qWTFSUFU1V2VCNnpibnhxYm03R2Y2VFQ2ZTd1N2dFQkFXanBPS2VDZ29KNzkrNmxwYVZ4WFhtT2FuZ2RPblRvMEtGREppWW1QRFlZZ0VFRDhoajhYRmozK1BMeEJOK3FxaXEwNmtwUFQ0OXQxeERhMkhQMDZGRkRRMFBVMlNVUUNLeGZDTFp1M1RwdTNEaHpjM1BXemNGbFpXVzF0YlhUcGsxRDVVcVVsSlQ2VWRicTd0MjdCdzRjbURGakJ1OTVMQ1lteG5YWEU5N1RKWlBKYU5jMXFnZWlwYVYxNWNxVlBsNFEvNUROemMzeFNpbHo1c3hoZlF4YlBaRDkrL2RUS0pRWk0yYncyR1lBQmdmSVkvRHo0dGUrbXJhMnRoMDdkclMydGlvb0tBUUVCSER1Y1ZxNWN1WENoUXVscGFYUmFpOTVlWG5XeHlnb0tLeGN1Ykt6czdPd3NEQXZMKy9WcTFkNWVYbE5UVTFEaGd5NWMrZk8wNmRQTVF6VDE5Zm4vTDFidDI2ZE5Xc1d2bUNLVFd4czdNbVRKeFVWRmZmdjM4K1h0OG4xZkl2ZTFOZlhaMlZsWldWbFBYbnlCRjJoVXFtYk5tMnl0TFI4Ly81OWNIQ3dscGFXbEpSVVMwc0xhejBRM011WEw2ZE1tY0o1SUNNQWd4amtNZmg1OFNXUE96bzZYRnhjU2t0TFpXUmt3c1BEZXhzSmw1YVd4bXRvc002UHhzWEYvZnZ2disvZXZjTkhzd2tFd3BRcFUweE1UQll1WEZoWldZbTYxRnhIZ0YrOGVLR2hvY0YyRWFWbVcxdmJ5Wk1uaVVUaXNXUEgwSy8rZG4zbmNVRkJRV2hvcUwrL3Y1U1VWSDE5L2ErLy90cloyWW51VWxGUnNiR3hXYjU4T2NwWGVYbDVmTHlhclI0SXdtQXdlRC8zQW9CQkEvSVkvTHc0eDZ2Ly9QUFA3dTV1U1VsSk1UR3gvUHo4THg1KzBOemN2R3ZYcnBjdlh5b29LRVJHUm1wcGFiSGVHeGtaMmRIUm9hcXFxcWlvS0NVbDlmVHBVNVRIa3laTndoOURvOUhRNG1vTXd6UTFOYzNOelJjdFdvUkNuVWFqb1JvYWlvcUtiSXVrMENiZG5wNmVwcVltdHV1c1ZUalFTRGpydmVnclNCOGJmSnVhbWxwYlc0Y05HOGE1bWhybE1kZjFYQmlHM2JwMXE3VzExY25KNmRTcFV3b0tDcnQyN2ZMeDhWRlhWM2R3Y0RBMk51WjlzSjFLcGU3Y3VYUGV2SG05RFpzRE1GaEJIb09mRjJlSDc5YXRXNjlmdjJhOTBzZVppZVhsNVR0MjdLaW9xTkRUMHdzSUNPRHNHZGZWMWQyOGVaTXQ5WWxFNHBJbFMvQWZWNjllSFI4Zkx5WW05dnZ2dnhzYkcrUFhQMy8rdkcvZnZ0ZXZYNHVLaWg0OWVoU05iNk5lWTNsNStZc1hMOUJjN0tOSGp4NCtmRGh2M2p6OGlhZ2FDWVpoQmdZRzZLQkRWaWlKKzhqanpNeE1MeTh2TkUrTS9oY2ZOTWJ6dUxmMVhPanNSU2NucDVNblQ1cWJtMWRYVjl2YTJxSmw0WVdGaFNkUG51VDhBc1JXRHdTVkJDa3ZMMy8yN0JtUlNEUTNOKyt0blFBTVBwREg0T2ZGbWNjeE1USFoyZG1uVHAzNjk5OS9VZWNZTDNiTkpqazUyZC9mdjZlbkI5VzRJSkZJbkk4NWNPREFqaDA3a3BLU1ltTmpVZkFRQ0FSWFYxZldRV1pKU2NuZHUzZlBuRGtUajNNR2czSHIxcTJRa0pDbXBpWU5EWTBqUjQ3bzZPaWd1OUFlb2NyS1NnY0hCM1NGU3FXeVZjL1l1blZyZVhsNVZsYVd0N2MzNStrUktJbng0dEtjNXMyYjUrSGhFUmtaaWVxSW1aaVk0RjFiOUZ4OFBkY1g0UkdMbHBFYkd4c2ZQbnhZVkZSVVRrNk9kZnBjWFYwZHI4ekZldVg4K2ZOcWFtcFRwa3poNVhjQk1BaEFIb09mVjNkM3Q2S2lJanJYQ0NFU2lVWkdScE1uVDdheXNwS1FrTmkxYTlmSWtTTTVuOWpXMWhZV0ZtWm9hT2prNU1RMlJzMUdXbHA2M2JwMVJrWkc2OWV2bnpCaGdxT2o0L2p4NDlrZWc0Nk93Rjk1NDhhTkpTVWw2dXJxVGs1T0sxYXNZSTJ1eFlzWFoyZG41K2Jtb2d5V2tKQXdNek5qcTJvaUpDUjA1TWlSWjgrZWNlM1pkM1YxeWNqSW9KT0p1UklURTF1NWN1WFVxVk10TEN5V0xsM0tPcTNiM2QwdEl5UFQyeGVVTDFxK2ZQbjA2ZFBsNWVXNW52a0lBQ0R3Y2N2SHoreHN3b1hEZnNjeERGdHZZK1hsL3J1Z213TjQ4dVRKazRrVEozSTlJckNycTZ2dnhiMGRIUjNpNHVLOC95N2VIeDhaR1dsb2FEaGh3b1R2a1Z0UG5qeVpQSGx5Mzhjbkk0Mk5qV3c3bnV2cjY2V2twSGg1TGhqMFBqYzFXNjVkLys1OXFiUzAxSlZ6WjBkbzkvV3RGUEFJK3NmZzUyVmtaTlRiWFYvY2FmTlZZZnhWajkreVpjdFh2ZkpYNmVNdHMrRXNQL0k5aXFnQUFIQ3dxUUFBQUFBUVBNaGpBQUFBUVBBZ2p3RUFBQURCZ3p3R0FBQUFCQS95R0FBQUFCQTh5R1B3WTRtSmlibCsvVHBic2NhUWtKQzR1RGdxbGZxMXIzYnIxaTNXSFgxdjM3N2wxeGtTdUh2Mzd2Mzk5OTlmOVJRcWxZcWZhdHdQNmVucHAwNmRhbTV1N3ZjcjhJTEg5L1h4NDhmazVPUStDbjdWMU5UMFVYNkVFNVZLWmYwblMwcEtZcTBBK3JXU2twTFlDcTRCOE1PQ1BBWS9sclMwdE1PSEQ2OWF0UXFkSll3ME5qYUdoWVd0WExteXNMQ1E5NWNxS2lvNmNPREFoZzBiMEIvMER4OCtXRnRiVzFsWnZYejVrbzhOcnF5c2RIRngyYkJodzRzWEw3ZytJRDgvSHc4WUJvTngvLzc5Tld2V09EazUvZlBQUDRtSmlYanhhbFJQT3pJeWtyTWtOWnZXMXRibzZHaFRVOVBnNE9CK2ZFZmgwUmZmRjlMVjFYWHc0TUZseTVZbEpDVGdwVHB4UFQwOXUzZnYzcjU5TzM2MnhCZGR2SGpSMmRrWlZRZkRNS3kwdE5UUzB0TGUzdjdWcTFmOWVCZFhyMTVkdjM2OW41OGZaOXNBK05GQUhvTWZTSE56ODl1M2I5RlcxOUdqUitQWDkrM2JOM3IwNkpxYW1pTkhqckErUGpJeUVqL09qOVBkdTNjeERNdkx5OXV3WVVOVlZSVTZaYWk0dUhqanhvMFJFUkY5TklPelNFNGZSeHVoK2xtdlhyMktpSWpnMm1jOWQrNmNuWjFkU2twS1lHRGdzbVhMM056Y0tpc3I2WFM2bTV2YlAvLzg0K3JxYW1OajQrenM3T3pzYkdkbkZ4TVRzM0hqeHRyYTJqNmFod1lQT2pzN05UUTB1Qll6K1cvZUY0SWE4T25UcDVTVUZNNWVjbWhvYUZGUlVYWjJ0cE9URXkrSnlHUXlrNUtTc3JLeTFxeFpnNzRIb0lNbUtSUUtYalNVZDAxTlRVVkZSVXdtODhxVks5N2UzcHduWkFEd1E0RjZJT0FIOHVUSkU1UVpRa0pDQ1FrSnJIZEpTa3FpMDRRdVhiclUyZG5aMmRsWlhsNSsvLzU5RVJHUkV5ZE9jSmE1Nk9ucHVYbnpKb1poVWxKU0NRa0pxcXFxR0lZNU9UazlmLzQ4UHovL3pKa3ptcHFhck9jNnNNclB6ejk5K3JTRGc0T2VuaDY2c25mdlhoa1pHVGMzTjg0NjFTaTN4TVhGWTJKaXVKNFNTQ2FUOC9QejBTSEVNakl5aG9hR1dscGFhbXBxMHRMU1NVbEo2TXhCSlNVbGRJWUVobUcxdGJWdjNyd1pObXhZYjU4U2lqMENnY0JhYUpNWC9IMWZDUDVFZTN0N1dWbFoxcnV1WExseTRjSUY5Rkp5Y25LVmxaVmZ6TlJIang1OStQQUJmU0ZEZGJNTkRRMkpST0xuejUvN1VSZnM5dTNiNkQrbnJWdTNzbFpGeFJVWEY5UHA5REZqeG56dEt3UHdQVUFlZ3gvSW8wZVBNQXpUMWRXZE5HbFNWRlFVNXdNK2ZmcDAvUGh4MWl2ZDNkMjdkdTNpak9RN2QrNmdlSE55Y3NMUEcwYm43SzVmdng3RHNLcXFLdnpCT1RrNSt2cjZlS1ZvVVZIUnpNek16TXhNdHQ5ZVVsSVNHUmtwSmliR2VoRS9lYW0zMEVKQlltQmdjT1RJRWJZU1Y4WEZ4YytlUGRQWDF6OTkralNHWVVGQlFlZk9uVE15TXVxanZqVHFHYVBpMVgwOEJwVzMzTDkvdjRlSEIvb3V3dmYzaGZSMmtHSnFhdXF4WThkUXNnWUdCcklkKzlpYnVMZzRWRU03T0RoNHlKQWhxR2RzWUdEdzVNbVRvcUtpcnczT0d6ZHVZQmltckt6TWVjNFZldGViTjI5bU1CaVJrWkVReWVCSEFIa01maFJVS2hVZEhHUm1abVp1Ymo1dTNMaUtpb3FrcENRL1B6KzJNeHMrZlBoZ2EydnI0K05qYUdqSTlhV1lUR1o4ZkR5R1lTTkhqbVE3czA5ZlgxOVBUKy9qeDQ4V0ZoYm9TbXBxcXFlbjU1dzVjL3o4L0ZBSTRYMitSWXNXeWN2THQ3UzBwS1NrWUJobWFtcktGbHA0YmlGMzd0eHBhR2l3dHJabWZRQktMRWxKU1R5TWEycHEwR0VQcmEydC9TaTlpUVorOFhPSWUvUFBQLzlVVkZUWTI5dEhSMGVqU09idisrcERTa3JLd1lNSG1VeW1qbzdPaVJNbmhnNGR5c3V6SGoxNmhJN1ZjbkJ3UUdHTW1KbVpQWG55SkR3OFBEdzhuUE5aMWRYVjl2YjI2UFJKcnFxcnEzdjc3d1Rac21VTFJETDRFVUFlZ3g5RldscGFSMGNIaVVSYXRHZ1JobUV6WnN5UWxKUU1DQWpBZzVQTnpwMDdRMEpDcGs2ZHlublgzYnQzUzB0TDBmZ3cxd2RnR0xadzRVTFdIeDgrZkxoMzcxNFV5WGh1V1ZsWjZlbnBsWldWb2R4Ni9QaHhlWGs1Mit1OGYvOGVmWms0ZVBCZ2NuSXlobUV0TFMyc05haFJIcmUydGhZVUZLQXgrZGpZMktDZ29HblRwbjM4K0JFL1JaRjNLSStwVkNycndjTzlxYXVyd3lPWnYrK0xLeWFUR1JVVmhjWTJmdjMxMTk5Ly81M0hHZTd1N3U3UTBGQU13elExTmEyc3JGanZtak5uanFxcTZwTW5ULzc0NDQvVnExZXpQVkZaV1RrNk90cmYzMTlKU1ltMXM1NmFtdHJRMENBcks3dDQ4ZUxidDIvTHlzcjJVYnM3SXlOanhJZ1JyRjlCQVBqdndYOS80RWVCSmxON2Vub2NIUjNEdzhObFpXWHhLVU1MQ3d2V3Y1VzVHNmR4U0FBQUlBQkpSRUZVdWJsRlJVWGEydHE2dXJxY3I5UFQweE1aR1lsaG1KcWFXbEJRMEtWTGwvNysrMjgxTlRVMHdQdng0MGMwS201cGFjazUxdnI4K1hORFE4UGV4bUNmUEhuUzIvSXhHbzJHUWd0dDJXcHJhM04xZFVVSE5LSC96YzdPWmgwMTNibHpaMUJRVUg1K1BvWmhreWRQWm4ycGxwYVcrdnI2ek16TW9VT0hjdTNZb1Y2MWpvN091WFBuZXY4NHVlRHYrK0xhTUM4dnI0eU1EQWtKQ1E4UEQ3YURJUHNXSFIxZFhsNHVJaUxpNit2TGxvdEVJbkg3OXUxNzl1d0pDQWlRa3BMNjVaZGYySjZyckt3Y0hCek1lcVd3c1BEU3BVc1lobTNidG0zRmloVWlJaUx4OGZIQ3dzSTJOamJMbGkzanZWVUEvSmNnajhFUG9iQ3dNQ2NuQjkxMmQzZG5XeG5FbGFLaUlvVkM0YnllbUppSTVvWXJLaXBDUWtMMjd0MkxKb3lSek14TWxNYzdkdXpvN1JDbjNtWk1Bd01EVlZSVVZGUlVXRWVZazVPVER4NDhTS0ZRSGo5K3pQVlpLTDEwZFhWLysrMDMxdXRvaGx0R1JtYmF0R25vQ3ZyRzhQejVjeE1URTVSRGYvNzVKejc1ald0cGFjRVh1SDBWL3I0dk5pOWZ2Z3dLQ3FxcHFaazFhNWE3dXp2WDlXalYxZFhLeXNxYzE5UFQwOCtlUFl0aFdHOEhUaTlZc0dEUm9rV3BxYW43OXUxNzgrYk41czJiKytoMk01bk1ZOGVPTVpuTTBhTkhvL1JGNzZ1OHZKeDEwcjI3dXh2T2pnUS9GTWhqOEVPSWlZbkJiNk81VmJ3amlGYnFjajZGNi82WnlzcEsvS1hFeE1SY1hWMzcwWmplK244YUdobzVPVGwxZFhVelpzejQydGRVVkZSa1hjNzk4ZVBIa0pBUTlPVURUOEhseTVjL2UvWXNOemVYVENZTEN3dXJxcXB5N2RHaWorV0xlWHptekJrRkJZWGx5NWQvMS9lRnUzanhvcnE2ZWtCQXdMeDU4N2crSUQwOTNkM2QzZEhSMGRiV2x2WDYrL2Z2UFQwOW1VeW1tWmxaYjNNVEdJYXBxNnVqRzRtSmlmZnUzYk8ydGw2eVpJbU1qQXpuSTY5ZnY0NXFnTGk2dXFLdklLakRyYWlvT0gvK2ZQU1k4dkp5QndjSFYxZFhZMlBqZnI5bEFQZ0w4aGdJWG41Ky9xTkhqeVFrSk5yYjI5R1Y3T3pzQ3hjdUxGKytuRWdrVHB3NE1UUTBsTFVyRXhRVWxKMmR2WHIxNnJhMnRvTUhEM3A0ZUtEK05KMU85L0x5NnVycWtwT1RhMnhzRkJZVzd0K01JSjViVzdac0VSWVdaaTNwZGZ2MjdkemMzUFhyMXpzNU9mVzk4TGczVDU0ODhmVDBSRHQ2bHl4WklpNHV6cnJnMmRqWStOV3JWN2EydG82T2pseWZYbDlmWDFsWmlXS3NqL1ZjZERyOTJyVnJOQnJ0MmJObjd1N3VxRi9JbC9jVkZSV1ZuWjJOLzRqdllCWVNFcEtWbGIxdzRRTGE0OFNHeVdTK2V2V0t3V0NFaElTb3FLZ3NXTEFBWGErc3JOeStmWHRIUndmNlIyZGJmTWY2OUlxS0N2ekhtcHFhd01EQXdNREE1Y3VYSHpod2dQV1J0YlcxK05pMXZiMDk2MTFWVlZWc1V3Tjc5KzU5Ky9idDFxMWIrM2kvQVB4bklJK0I0QVVHQnBKSUpBOFBEMDlQVDNUbDBhTkg2ZW5waFlXRmlvcUtUVTFOYkQycXo1OC95OHJLbmo1OSt2ang0N1cxdFpXVmxWRlJVVkpTVXRIUjBhOWZ2NTQ2ZGVxQ0JRdDhmWDE1K2RWZFhWMStmbjUyZG5ZYUdocWM5MDZhTkVsV1ZyYXRyUTBOY1dNWTV1M3RiV2xwZWZiczJjcktTbDlmWDk0ak9TTWpBM1hGbXB1YjhjSVV0Mi9mdm4zN051ZURvNktpSkNVbDJaWTFJWmN1WGFxdnIwZUZxOUNhdGI1OSt2U0pzd3pJdDd3dlcxdmJGeTllNU9ibURoczJURUpDQWcvMVljT0dvYTlUeGNYRmtwS1MrQ0FIVGx0Ykc5MUlURXdjTzNhc29xTGltemR2VUNrdUJ3Y0hNcGw4NDhZTk5Kcjk5dTNiaG9ZR2NYSHg4ZVBIbzZmZ0JVa3NMUzFwTk5xMWE5Y3dEQnM3ZGl4Ymg1NUdvKzNidHc4Zk9GbTRjQ0ZhcDExVVZKU2JtMHVoVVBESlk3UUVZZWpRb2FhbXBsLzhEQUg0YjBBZUF3RXJLaXJLejg4L2RPZ1FYcVNpdTd2Ny92MzdHSWFOR1ROR1RFeU13V0RRNlhRR0N6azVPUWFEUWFQUmlvdUxVUUFjT25USXdzSWlKaVptNXN5Wi92NytxRElYS3JSNTRjSUYxbzVnZFhVMXVoRVpHU2trSkpTVGsvUDY5ZXUvLy80N01qSnl4SWdSYkcyenQ3ZEg2NUR4M0ZKVlZmM3R0OS9pNHVMdTM3OC9hOWFzcFV1WDh2ZzJaV1ZsSjB5WXdIcWx1YmxaUVVFaEpTVmx6NTQ5YUpLNHFhbkp5OHNMclV5MnRMVGsranJPenM2cXFxclIwZEZuenB6cG8yYkk2OWV2MTYxYmg4WnNPV2ZaditWOWtjbmtzTEF3Qm9PQlpuQ2JtcHBRWjNmSGpoMW95YnFOalUxMWRYVjBkSFRmSStvZEhSMk9qbzVpWW1JUkVSRm9CdDNPemc3ZHRXblRwb2FHaHNtVEorTTkzWXlNakIwN2RxQ2V2WlNVbEltSnllUEhqM2ZzMk1FMm5uLzgrUEdjbkJ3eE1URzBSWHZObWpVVEowN0VNQ3doSVNFM04xZEdSZ2FmdndnS0Npb3FLbEpTVXVMNlBRd0FnWUE4QmdJMlpzeVlsSlFVQlFVRlBDblBuajJMdW9CNzkrN2w3R1loang4LzNyVnJGNFpoMDZaTjI3MTd0N2EyZGxWVjFhcFZxMXhkWFZuSHFPWGs1SlNWbFgxOGZEaGZJVEV4RWIvZDJOam80T0J3OHVSSnRBbVZzMFBKNnJmZmZvdVBqMmN5bWJ4MFQzSGp4bzNqN0xMWDFOU2twS1NVbEpTZ2JUeG9UUk9SU055eVpVc2ZJKzIvL3ZxcnFha3BaMFV0dExZY1hjZjdpRkpTVXZpOS9IcGZmUytEc3JDd09Ianc0SkVqUjFBOWtONklpNHZ2Mzc5LzJyUnBiSVZOR0F3RytwckZ1bmdlbjhoQVMvQ21USmt5WmNvVXRoZU1pWW41ODg4L3lXVHkwYU5IZCs3YzJmZGJBT0FIQkhrTUJJK3RhaFVLWXd6RERoOCszTnNTSkh3SzA5L2ZIL1gvVkZWVjkrN2R5L2xJYzNOelRVMU5hV25wb1VPSGtraWtwMCtmb2ovV2p4OC9ab3UwM3JZRGNiWjJ5cFFwZVhsNS9kNDVVMU5UazVlWDkrclZxeFVyVm93ZlB6NDVPZG5hMmxwUlVSSE52QzVac29UdEErSEVOWXpMeTh1ZG5aMzM3OTl2WUdDQUw0V1RscGJtc1ZYZi9yNlFKVXVXeE1mSDM3OS9QeVFreE1YRnBZOUg0cXVyV09YbjU2TXZFNnpiaGRIYkVSSVM2bTFKL01XTEZ5TWpJeVVsSlVORFEvRjZaQUFNTEpESDRJZmo2ZWtaRkJSVVVWR3hmdjM2OXZaMmVYbDVVVkZSR28yR0todWpWY2Q0RFkzZzRHQjNkL2Urb3hRTldpSjR2NU5FSXZYMng3MjNnd2Z3Y2UvOSsvYzNOemQvMVZCblEwUERoUXNYVUF6WDFkV2hucXVXbHRhU0pVdGV2WHJsNCtOallHRFEyTmhJSkJMWktpMVhWMWNIQndmM2NmQUQ3dDkvLzIxb2FOaXhZMGQ0ZURnNmtVSk1USXgxWDlEM2VGK2NpRVNpdTd2NzVzMmJFeElTMnR2Yjkrelo4MVdyNnU3Y3VZTm1vOGVPSFl0ZlJIbmNXNG5RaElTRWtKQVFEUTJOd01CQURRMk5ob2FHYjJrL0FJSUNlUXgrVUdwcWFsZXZYcVZRS09pdmVYVjFOZXEzeGNiR2ZySDcrSTN3Y2QwTEZ5Nmd1cExvUnp6UGxKV1Z1ZTZqWmZYbXpadlUxTlRxNm1wMFR0R3JWNi9RaVlFeU1qSy8vdnJyd29VTERRd01pRVJpWjJmbnlaTW5jM0p5MFBicmxTdFhzbTA0VmxaV05qWTI5dlQwSkJBSXNyS3lmWHp6SUpGSWFIamYxOWRYWGw0ZXBScmYzeGN2cGt5WjR1RGdjUHIwNmF0WHJ4WVZGWGw1ZVhIZFZjeXB2YjM5MXExYnFFWW02NW95VklxY2ExOC9JeU1qSkNSazhlTEZIaDRlS0xENWZzUTFBUDhOeUdQdzQrSzZ1L1EvZ0hkR1UxTlRXYTl6bmlmWUJ4VVZsYVNrSkh4aE1JVkNNVEV4V2JodzRlVEprMWt6VlV4TXpOVFVGSTFVUzBsSmNkMTdZMnhzcktlbnA2Q2d3SHRIMDhuSkNjTXdkR3dVZjkvWEY5SHBkTFEyM3N6TUxDa3BLVDgvMzhyS2F1blNwVlpXVmw5TTViaTR1TGEyTmlrcHFUVnIxckJlYjJ4czVKelhRS1pObThhMjZSbnlHQXhRa01kZ0VQcmF2OGdNQm9OQUlPQnoxWGgvTVM0dURxMURYcmx5SmRvY3hmdHJVaWlVVFpzMkJRVUZLU29xVmxkWEd4Z1llSGg0Y1A3ZXVMZzR2QXgxUzB1THY3Ky9oNGNINTBCNmIrdmF1T3JxNmtJRk1kaEdudm55dnZyUTFOU1VsSlQwNTU5LzF0VFV5TW5KblQ1OWV2anc0V2d4ZG5KeWNuSnlzcWFtNXF4WnMzUjBkQ1pPbk1oNllnU1NsNWVIRHRuY3ZuMDcyOXBzdE5hUGE5OWRSRVNFclFJSjU5ZytQakRnN2UyZGw1YzNmUGp3ZCsvZTlWRWdCUUNCZ0R3R2d4QUtIbDdtWEZFb2VudDdTMGhJdUxtNW9TdW92eWdrSklSUHZtcG9hRGc3TytQejBGVlZWZGV1WFZOVlZWVlVWTXpMeSt2dGxTMHRMYVdscFl1S2l0ajJYQ0d2WDc4K2R1eFlZV0VoaG1Felo4NFVGaForL1BqeHJWdTNjbkp5WEZ4YzVzNmR5M3R2dUthbTV2SGp4Nk5IajFaWFY1ZVFrSWlKaVVFVk52VDE5VmtmeHEvM3hRci9rT1BqNDcyOHZMcTd1OGxrc29PRGc0Mk5qYmk0dUphV2xwNmUzc0dEQjFFRlUzelA5SVlORzloR0Fnb0tDclp0MjBhajBjek56YzNNekxxNnVuSnljdFRWMVljTkcvYng0MGYwS1hGdVNPT0tjNW9jLysvQnhNUWtMeS92NzcvL1J0ZnhMWFlBL0FnZ2o4R1BnbXQ4SmlVbEpTWW1hbXBxNGwyWjNoWmhjYjRVbFVybHJHQ0ZqbFJDQzhIUXVIRkZSUVU2NTVGSUpPN2V2UnM5ZmU3Y3VjN096cHFhbW1qaytmTGx5NnlEekIwZEhlZlBuMmR0TU5jakJZbEVvcW1wS1RwRGtIVk1PRGMzTno0K1BpTWpBM1Y4blp5Y1RFMU5hVFRha1NOSGJ0NjhXVjFkN2VibUppc3JPMzM2ZEgxOS9WV3JWbjN4L2I1Ky9kcmYzNS90b3BTVTFNeVpNOWsrRnI2OEwxYnA2ZW5vQmpxOWFzNmNPWHYyN0dIdHpVK2FOT255NWN1WExsMktqNDl2Ym01V1VWRnhkbmFlTkdrUzY0c2tKU1VkUDM2OHE2dHIzYnAxenM3T2FMOFd1aUVzTEV3Z0VGQ1QrajQyRWRmZDNZMCtXRGs1T1hRRjVYRlBUNCtSa2RHRkN4ZTJiZHVXazVOamFHallXeEUwQUFRQzhoajhLTGlPbW80ZlAvN0Jnd2Q0MlFwMWRYVmV6bEhBRStYRml4ZHYzNzdsK3BqTGx5K3pYYmx3NFFLUlNIUnhjZEhSMFFrTURNU3ZjMjR1R2pWcVZGcGFXa3BLU25oNE9Ob2F5L1hFZTliR1VLblVxcXFxdTNmdjNydDNEOTlmYTJGaHNXVEpFdFFQSmhLSjN0N2VVNlpNQ1F3TWJHbHArZno1YzBwS1NuNStQaTk1Ykd4c3JLNnVIaHNiaStxb29FN3czcjE3MlU1VzV1LzdRbFJVVklTRWhCZ01Cb1ZDOGZUMFJHZGxzaEVWRmJXenMxdTllblZxYXFxQmdRSHJySFpaV1ZsZ1lHQm1acWFpb3FLN3V6ditCVUplWHY3Y3VYUGg0ZUZaV1Zub2lybTUrZWpSbzcvNFVhQmxYNkdob1VaR1J2aUtNUFJQZ0hLYVRDYnYzcjI3cWFtSngzUUg0RDhEZVF4K0ZPalBwWTZPRG11S2FHbHBoWWVIWDd4NE1TQWdRRVZGaGNjcW1EMDlQVUpDUWtaR1JnY1BIaXdySzlQVzFwYVVsT1R2WktHRWhJU2xwYVdjbkZ4UVVKQ0xpd3ZYSEVLNnVyb1VGQlNzckt4aVkyTnYzNzZ0cDZlM1pjc1dFeE1Uem9PYk1BeGJ1blRwdkhuenJseTVrcEtTTW1iTUdNNHA1OTZNR2pYcTJMRmpQajQrU1VsSlJrWkdqbzZPNDhhTis2N3ZDNWsyYlpxTGkwdFNVbEpZV0ZqZmE3UEpaRExyNFJib080cWRuWjJRa05EbXpadlhybDBySmliR2VxK09qazVvYUtpRGcwTitmdjZHRFJzMmJkckU0MXNZTW1RSTIrUTB5bU44SEJ0VmZRSGdSMFBvdTJRUDROSFpoQXVIL1k1akdMYmV4c3JML1hkQk4yZEFxcWlvS0Nzcm16MTdOdWRkM2QzZDZlbnBzMmZQNXZHQXZKS1NFaGtabWUrOUxRci9ROS8zUkc5R1JzYWtTWk1rSkNRYUdob2tKQ1Q2T0NpUURaUEovTnJ2RUkyTmpVSkNRdCsrTHAyWDk4V3FzN09UTFUxNTlQejVjMTFkWGJaK1BLdXlzaklwS1NsODVMbC9vcUtpV2xwYXJLeXMrTEtiQzJBWTlybXAyWEx0K25mdlM2V2xwYTZjT3p0Q1cwdlFMUm9Nb0g4TWZoUnFhbXBxYW1wYzd4SVJFVUcxa1huRTQ4S2ZiOGRMWXMyYU5RdmRRSHVDZWRlUER2MDM1aGJ1YTgvRjZsOFlvNTNLZlQrQUwvV2xIUndjdnYxRkFQamUrbk5nSEFBQUFBRDRDL0lZQUFBQUVEeklZd0FBQUVEd0lJOEJBQUFBd1lNOEJnQUFBQVFQOGhnQUFBQVFQTWhqL2lDTGlaSklSQXpET3FsVS9wNldBd0FBUDVyT3prNVVYMFZjWFB4cmQ4ZUIza0FlODRlQ25CdzZlN1dob2JHOXZVUFF6UUVBZ08rb3ZxR0JTcVZpR0RaMGlBTHZKVzVBM3lDUCtVTk9UaGJWR0NwODgvWmpiYTJnbXdNQUFOOExnOEY0L1c5QlUzTUxobUZERkJUSVBCenhBbmdCZWN3ZkkwZG9xNm1xWUJoVzlhSGFMeUQ0VTMxOVYzYzNuSXNPQUJnMG1FeG1kM2QzUzJ0cjV0Tm5aeExPVTZsVUVwRTRjYnllbE5TWGozZ0J2SUQ2MVh5VCtUVGJidE1XTktlaXFxSTgzWENhckl3MG1RemZIQUVBZ3dHZHp2aFUzMUJSV2ZrODV5VmFKVE5XWjh6cDhDQmxKVVVlbmcyK0RQS1lieGdNeGk2M2Zja3Bmd202SVFBQThGOEk5RHRzdG55cG9Gc3hlRUFlODFOYlcxdGs5Sm5yTjIrM3RMVDIwR2cwR2cyR3JNRjNKVXpBU01JRURNTjY2RXc2L0Y4WmZHZkN3c0pFSWxHRVJGSldWdHF5YWYzeXBiOEl1a1dEQ3VReC81VzhMeTB0TGZ2YzFOelUxTlJKN1JKMGM4Qmc5aXIzeGF2Y0Z4aUdqWjg0ZWZ6RXlZSnVEaGpNaElRSUZBa0pHUmtaQlFXNU1hTkdEVkg0dXZQS3dCZkJ2akgrRzZHbE9VSkxVOUN0QUQrRnFLZ29sTWVHVTZmQXFZSUFER2l3dmhvQUFBQVFQTWhqQUFBQVFQQWdqd0VBQUFEQmd6d0dBQUFBQkEveUdBQUFBQkE4eUdNQUFBQkE4Q0NQQVFBQUFNR0RQQVlBQUFBRUQvSVlBQUFBRUR6SVl3QUFBRUR3SUk4QkFBQUF3WU04QmdBQUFBUVA4aGdBQUFBUVBNaGpBQUFBUVBBZ2p3RUFBQURCZ3p3R0FBQUFCSS9BWkRJRjNRWUFBRStvVktxWGwxZFZWUlYrcGFHaG9hR2hBY013ZVhsNWVYbDUvTHE4dkh4QVFBQ1pUQlpRU3dFQVg0MG82QVlBQUhoRkpwUGw1ZVhUMHRJNDc4S0RHVm02ZENtRU1RQURDNHhYQXpDUW1KcWE4dkl3TXpPejc5OFdBQUEvUVI0RE1KRG82dXFxcTZ1ajIyeVRUZmlQS2lvcWVucDZnbWdkQUtEL0lJOEJHRWlFaFlXWExGbUMvNGhuTUdzMkd4c2JDd3NMQzZKMUFJRCtnendHWUlDWlAzKyt1TGg0Yi9lS2lZbk5tVFBudjIwUkFJQVBJSThCR0dBVUZCUkdqaHpaMjcwalI0NVVVbEw2YjFzRUFPQUR5R01BQmhoeGNmRng0OFlSQ0FUMEk1UEpaQjJzSGpkdW5JeU1qT0JhQndEb0o4aGpBQVlZSXBHb3I2OVBvVkR3U0VZSUJBS1pUQjQzYmh5SlJCSmM2d0FBL1FSNURNREEwMXNuV0VKQ0FsWldBekJBUVI0RE1QQW9LaXJxNk9pZ1BqRzZnbTVvYTJzckt5c0x1blVBZ1A2QVBBWmdRT0phR0dUbHlwV0NhQXNBZ0E4Z2p3RVlrS1pPblNvbko0ZHVvODR4aFVLWk5XdVdvTnNGQU9nbnlHTUFCaVFSRVpIRml4ZXpEbG5Qbno5ZlZGUlUwTzBDQVBRVDVERUFBNVdKaVFtUitQK1BoQ0VTaWNiR3hvSnVFUUNnL3lDUEFSaW9WRlJVdExTMDBHMTFkWFZOVFUxQnR3Z0EwSCtReHdBTVZCUUtaZHk0Y2VnMmxBRUJZS0NEUEFaZ29DS1JTT1BHalJNVEV5T1JTR1BIamhVVEV4TjBpd0FBL1VjVWRBTUFBUDJucDZjbkt5dmIyZGs1ZnZ4NFFiY0ZBUEJOSUk4QkdNQTBOVFZWVkZSYVcxdnhpV1FBd0FCRllEdlNISHk3bHRiVzk2WGxOYlcxMWRVZlc5dmFCZDBjTU1pOWZWUElvTlBINkk0VGRFUEFJQ2NzTENRdko2YzRiT2h3VlpYaHcxVkZSVVFFM2FMQkJ2S1lueGdNeHBPbjJXR1JVUldWVlIyZG5aMGRuVDAwbXFBYkJRWTc5SC9oL3oxYkFvRHZnVXdtaTR1SlNVaUlUNTB5YWVjMkoyVWxSVUczYUZDQlBPWWJPcDBlRUJ3ZUU1ZElwOU1GM1JZQUFQaSt4TVhGd3dMOTVzMkJrbkI4QS9QSGZQUGdZWHIwMlFRR2c0RmhtSlNrNU9SSkU5UlVWV1JrcEFYZExnQUE0QU1HZzluUjBkSFErUG5CdzhldGJXMGRIUjErZ1NIcTZtcGFHdXFDYnRvZ0FYbk1IelcxdGRGbjQxRVlUNTQ0WWIvSDd5ckt5aFFKY1JHWVlnRUFEQXBNSnBOR28zVjFkNi84ZFptbjk1R0t5cXJTc3ZKcjEyOXVkM0lVRVlFanQva0E5aC96UjlHYjRyTHlDZ3pEcEtXazl1emFwamRXVjA1V0JzSVlBREJvRUFnRUVvbEVrWkF3bW1aZ3RYb1ZpVVNpMFdqWkwzS2JtNXNGM2JSQkF2S1lQMXBhVzZuVUxnekRKazBjcncxbEN3RUFnNWVRa05BMGc4bnljcklZaHJXMHRIUjFkd3U2UllNRTVERi90TGEyVWJ1Nk1BeFRIRHBVVXBJaTZPWUFBTUIzcENBbmh3NFRhMjVwNmVucEVYUnpCZ25JWS83bzd1NUJ5NnJKWkZFU0NhWlNBQUNEbWJpRUJEcGJySk5LaFIwbC9BSjVEQUFBQUFnZTVERUFBQUFnZUpESEFBQUFnT0JCSGdNQUFBQ0NCM2tNQUFBQUNCN2tNUUFBQUNCNGtNY0FBQUNBNEVFZUF3QUFBSUlIZVF3QUFBQUlIdVF4QUFBQUlIaVF4d0FBQUlEZ1FSNERBQUFBZ2dkNURBQUFBQWdlNURFQUFBQWdlSkRIQUFBQWdPQkJIZ01BQUFDQ0Iza01BQUFBQ0I3a01RQUFBQ0I0a01jQUFBQ0E0RUVlQXdBQUFJSUhlUXlBSURHWlRFRTNBUUR3UTRBOEJqK0YxTlRVc0xDd1Q1OCtmZFd6eXN2TGk0dUx2MXVqTUF6RFBEdzhrcEtTK1A2eVBUMDlmLzMxVjIvMyt2ajRYTHQycmJ1N20rdTk2ZW5wZi8zMUY0MUcrK0p2S1MwdGZmTGtDZHZGNXVibSsvZnZvKzhaOEcwREFONFJCZDBBQVA0THRiVzFjWEZ4NTgrZnQ3ZTMzN2h4STQvUENnb0tldkxreWRhdFcyMXNiQWdFd2hjZjM5M2RMU0lpd25ybDRjT0hhV2xwTGk0dUNnb0tuSTl2YjI5UFMwdExUVTI5Zi8rK2w1ZVhvcUppYjYvYzBOQ1FrWkd4ZE9sU0lwR0lZUmlOUm91TmpXMXRiZTN0OFVWRlJibTV1WFYxZFhaMmRwejMxdFRVWEx0MkxUSXljdVBHald2V3JHRzd0N2EyMXMvUEx5UWt4TkxTY3RXcVZWSlNVcjM5bGsrZlBqazdPNDhjT2RMVzFuYlJva1dvYmNYRnhXNXVicU5IajU0M2I5N1ZxMWV0cmEydHJhMkZoTDd1cTM5aVl1TG8wYU9uVHAzS2VSZWRUajk3OXF5VmxaVzR1UGhYdlNZQVB6aklZekFJSlNVbDZlcnFqaDQ5R3I5aVkyTlRXbHA2NDhhTmt5ZFB6djUvN04xbldCTloyRGZ3azVBR29ZdUFnRFFyS29ocnc3NTJzRmZzZ2wwUnNXRVhHNkpZVUN4WVdYUjExVjNkZGUxbDdhSXVLZ3BXZEVWQVJFRjZKejN2aC90NnpqdFBBb2lJanZEY3Z3OWVrMGt5T1Vrdy96bDFPbmR1MEtBQnZldktsU3R0MjdZdE5YWG16SmtURlJXMWJkdTIvLzc3THlBZ29Qd1hUVWxKOGZQelc3Um9VZWZPbmVsT3NWaDg0Y0tGZS9mdUJRY0h0MjdkV3VNcHQyN2RnbW9vaDhQSnljbWhlWnlibTJ0c2JNeDg1Sk1uVHdJREF3OGZQaHdZR05pa1NSTWVqOWUrZmZ1Wk0yY1dGUldWVTZUdDI3ZnI2K3NQSFRwVVk3OVFLQ1NFQ0FRQ056YzMyUFArL1hzT2gyTmpZd1A3SVd0VFUxTTFUaTgwd0wxdjNydzVmdno0VHovOUJPVlBURXdraEx4Ky9icW9xRWdxbFlhR2h0NjdkMi9UcGszNit2cmxmNEJRclYrL2Z2MllNV095czdObnpKamg1dVlHUldYS3ljbDUrdlRwNWN1WHQyelpVcmR1M2M4ZUU2SHFBdk1ZMVVEeDhmRkJRVUU5ZXZRd01EQ2dPNHVMaTJFaklpS0Naa05KU2NuRml4ZnIxYXUzYTljdVpoVTJLaXBLTEJZN096dVBIVHYyd0lFREZ5OWV6TW5KaVlxSyt1eExMMWl3WVBQbXpaMDZkWUtiYmRxMEdUQmd3Smt6WjJiTm1uWDQ4R0htZVFDY054QkM3T3pzdG0zYnBxT2pBenR2M0xpeFlzV0t6WnMzdDIzYmxqNnlXN2R1blRwMWlveU1uRFJwMHI1OSs1eWRuWjJkblE4ZVBLaFFLUFQwOUdiTm1sV3ZYcjFldlhwMTY5WnR4NDRkdi8zMkd5SEUwZEhSMmRrNU96dTdxS2hJTEJZelg1ZlA1eE5DbWpScFltOXZEM3NpSXlPM2J0M2FvMGVQQ1JNbXdMMWNMbmZac21YbHYxa2FsanQzN3FRZjZkT25UK0d1STBlT1pHWm1lbnA2UG5qd1lNT0dEWUdCZ2RDQ0RTME4vLzMzMzVrelp6UU9HQmNYRnhzYmUvdjJiVmRYVjBKSWJHeXNzYkd4UXFISXpNd2toRURld3lsSVptWm1Ta29LNWpHcVNUQ1BVUTBrRkFyVmF2V1ZLMWNnV2pUY3VIR0RiaXVWU2tMSTI3ZHZ3OExDVnE1Y1NmZkh4OGR2M2JxMVZhdFdnd2NQNXZGNENvVmk0TUNCSFRwMHVIWHJscDJkWGFsVnZjakl5SVNFQkJzYm00WU5HekwzVDU0OCtjeVpNM0s1Zk1tU0pTWW1Kc3k3SGo5K1RBaVJTQ1RUcDArSFBXcTErc21USnlxVnl0L2ZmOSsrZlU1T1R2VEJmbjUra1pHUk1wbnMxS2xUenM3T21abVpqbzZPOFBST25Ub2RPWExreG8wYllyRllxVlNPR2pWcTZOQ2hEZzRPY3JtODFFK0FaaitWbkp5c1VxbisrZWVmbkp5Y25qMTdWdUF6SnBEWmRLTzR1RmhYVjVmRDRVUkhSeE5DdW5mdnJxK3ZyNit2MzZOSGo4dVhMMmRuWnhOQ0hqNTh1RzNidHREUVVETXpzNFlORzhybDhqLy8vRlA3c0RrNU9mQWR0Vy9mZnRPbVRmSHg4U05HakJDSlJPZlBueWVFSERwMGFOdTJiYTFhdFdyWHJsMEZ5NGxRdFlCNWpHb2dhRWUxczdNN2VmSmsrWThNQ3d1TGlJaG8wS0FCTTR6cEVhS2pvNDJOamR1M2I1K1Nrdkx6eno4TEJJTFJvMGVYZGFqMDlQU0VoQVJIUjBjTEN3dm1mbXRyNjBhTkdyMSsvWHJLbENsSlNVbjc5dTJ6c0xBd05EUk1TVWtoaE9qcTZob2FHako3Z3V2VnEwZkxGaHdjVExQZjBkR3hhZE9tTDE2OHNMT3pnM3VsVXVtOGVmUE16TXptelp2bjRPQ3dkdTNhb3FLaU9YUG1qQnMzRGs0eS9QejhWcTFhcGQxT0R2Nzc3Nys3ZCs5MjZOQUJ0Z2toTGk0dXUzZnZ2bkxsaXNZalg3NTgyYVJKRSswajBEd3VLaXJ5OS9kM2RIVDA4dkpLVDA4bmhMeDQ4V0xLbENtMCtUb3VMbTdLbENrdlhyeVFTcVhUcGszYnUzZXZtWm5aNHNXTE8zVG8wTEJodyt6c2JDanp2WHYzb000ZEVSRVJGaFpXL25lSFVBMkRlWXhxb0M4ZFBhUU5xcFY4UG4vRGhnMEtoZUw1OCtjTEZ5NmNPM2N1WkNINDlkZGZrNUtTbGk1ZFdtb2RsR254NHNYSnljbTllL2NtaEl3ZVBkckF3Q0FuSjZkZnYzNkVFQThQajhMQ3dyNTkrN1pyMTA2NzJxcGg3dHk1OSsvZmgzTUNvVkI0NXN5WksxZXVhRHpyOU9uVFVCL055c3BTS0JRelpzd0lEUTN0MkxFajNQdjY5ZXMvLy93VFdnV2d3N3RqeDQ1QlFVRXZYNzRraFBUcDA0ZkQ0V2lNWER0NjlHaElTTWlzV2JPOHZiMEpJY2VQSDkrd1lZTkd3ZHpkM1FraHo1OC9oeVpvRG9jakVBZ0tDZ3J5OC9OemNuSUVBb0c1dVhsQlFZR3RyUzA4ZnN1V0xhdFdyUklJQk5EWG5wZVhwM0hBejM0VUNOVThtTWVvQm9KZjgzZnYzclZzMmJJaWo5ZWUrY1BNQXg2UEp4YUxJeU1qNzk2OXl4elRXMWhZQ0s4U0docGF6aUJrcUhmU2tJTXU3WU1IRDBva0VuTno4eEVqUm93WU1lS2ZmLzZwVmF2VzZ0V3J5MitEYmRHaWhhR2hJUXhqaG4vTnpjM2J0MjlQQ0Nrb0tJQjZyWXVMQ3hUKzJiTm5iOTY4YWRhc0dmT1lzYkd4SjArZWhKNXBDd3VMVDU4KzNibHpaKy9ldlhLNW5CQ3liZHUyblR0M3doQXpsVXJWcFVzWCtqWjM3TmhCQ1BIMjl2YjA5T1R6K1ZGUlViVnIxODdMeTd0dzRRSWhaUGp3NFZDZVk4ZU93Ym5DNzcvL0RoM2thOWV1dGJHeGdac1ZCeC9YOWV2WDZUY29rVWdxK0cwaVZFMWhIcU1hQ0g3TjlmWDErL2Z2VDNlbXBLUkVSa1pDTGRESXlBaDJQbjM2RkJwUk5ZNmdVVCtER3JCS3BXclRwZzFFY2tGQndhMWJ0d2doUC8vOE0zUFVHUFg0OFdQb05JWFpTcHMzYis3ZXZmdXFWYXRFSWxGU1VoTGswNVFwVTJpUWp4czNEb0l6TGk2TzJXMGNGeGRIQjFGbloyY3ZXN1pzMkxCaDgrYk5nL3lyWDc4K2pMcUtqNCtIUFBiMzk0Y1NidDI2OWMyYk43VnIxMmErbDJmUG5oRkM4dlB6Q1NFUGZja3FBQUFnQUVsRVFWUk5temExc3JLS2lZbDUrL1l0SWNUZTNyNVpzMmFFa05UVTFFZVBIc0ZiWTc2anBLU2srUGo0K3ZYckR4NDhlUERnd2ZDaWtNZCtmbjU2ZW5yMzc5K0hQQzdMMmJObmUvYnNLUktKeW5sTVptYW1tWmtaVEZ5MnNiSHAxS2tUcEQ2UHh4cytmRGlkeWxYT0VSQ3FwakNQVVEwRUFXWm1adWJ2NzgvY1AzZnUzTnUzYjBkSFIrL2Z2eC9tOXB3OWU3WlBuejU5Ky9iVk9JSkdteTJkOWpOMzdsd3JLeXVJSXNqalljT0dsVG8xMmNEQXdOL2ZuOWtTZStYS0ZUTXpzN0ZqeDY1WnMwYWhVRmhiV3c4WU1JRDJIRVA0YmR1MjdjaVJJeHMyYk9qYXRTdnNWeWdVOCtiTlk4NXJPbjc4dUxHeE1iVEp3MGh5T0QrQWV6ZHYza3pyeHhwRnlzN09oakxUOW9DRkN4Zkd4c2IrOGNjZjBLZ09QYzFYcjE1OTlPZ1JsOHRkdlhwMUJUL3dxS2lvWThlT3dmQTBLUFAyN2R0aEtoUzg3dmJ0MnhNVEUyL2Z2bjM2OU9uUTBGQjlmWDJGUWtHTFFjK0hIajE2dEdUSmtxRkRoOElwVHNPR0RmMzkvU0gxZVR3ZWZKdUhEaDJLaVlsUnFWUVZMQnRDMVFYbU1hcUJvUDZuUFhYVjM5Ly83dDI3NmVucGh3OGZYckprQ1NFRUt0Q25UcDB5TVRHQjVsbWdFYkdWNkpCdTBLREI3dDI3SXlNajY5V3JkK2ZPblZPblRwbWJtMCtaTW1YMDZORnBhV21Fa0E4ZlBqQm5OQTBhTklodUwxbXlaUHYyN2JBYWhyT3pjMWhZMkpVclYrclhyeDhkSFgzKy9Qa0dEUnBNbVRKbDE2NWRzSGJIMmJObm1TdGhRWVdWRGgxbkNnNE9oa2xmdEVMZnNHRkRIbyszWWNPR1pzMmFsVFhzcXlJV0xGZ0E5WFV6TTdQTXpFeUZRdkhycjcvU2UzTnpjK25ObUppWXlaTW5oNFdGcWRWcUh4OGZxSnBUczJiTmdvNzV6NzRpNWpHcWVUQ1BVUTBFZWZ6Njlldk5temRyM0FVcDlmRGhRM3BYUVVIQnVYUG5lRHhlWUdCZ3IxNjlZR2RaZWJ4aXhRcG9icVd6bWN2UnFGRWpXSk1rS1NrSmhsSWJHUmx0M2JwMTRzU0pCZ1lHM2J0M2g2b2hEQUx2Mzc4L2N4cFZkSFMwcTZzcjFNdGh0akVFR3lGRVQwK1B5K1ZDQ1R0MDZMQnQyemFvS0k4WU1RTDZYR2w3TlV4RXBwNC9mdzVUbVlWQ1lXeHNMT3lFeWpHZGNLV3RzTEF3TlRWVlkrYTBVcW04ZlBseVJFUUUzQncrZkxoTUpqdC8vdnpzMmJNREFnSkVJdEgxNjllaCtXSDkrdlVPRGc1SGpoeGhQcDNINCtubzZPemZ2ejhvS01qUTBKREw1ZjcxMTErRWtLbFRwMExsZnYvKy9RcUZJalkyMXRmWEZ6NXFtVXptNit0TENQbjQ4U09zSFBMWnp4K2g2Z1h6R05WQW56NTlndjdqNDhlUGExY1RZUkRXdTNmdm1Ic1VDc1d5WmN0a01oa01lOVpBOHpnOVBSMHFnalFQdnJTaTFyQmh3eTFidHRqYTJzTHFGcm01dVpESGt5Wk5vcXRicUZTcTVPVGs4dGZHcW9TVEowK21wS1RVcjE5LytmTGxzQWZPUmZyMTYxZldPTEtTa3BKWnMyYTllL2R1Nzk2OUVNbTV1YmxuenB3NWNlSUU1Q0x3OC9QejhmR1pObTFhL2ZyMVlRODBUa0M0Y2pnYzdiWUtRb2lSa2RIR2pSc0pJUWtKQ1pESDN0N2U4RWlwVkJvUkVTR1JTRDUrL0FnZnRVcWxnbGVFTGdEdExuK0VxanZNWTFUVEtCU0sxNjlmRTBKbXo1N2R2bjE3RXhNVCtJbi8rZWVmQ3dvS3ZMeTgvUHo4bUk4dmRaQ1JSdjJZdGdidjJiT0g5aDlEZmJRU0RhZWxMc3RNeWVYeTVjdVhSMFZGaFllSGE5Ukt0ZDI1YzBkajFERmRHa3liU0NTaWVRa1VDa1dYTGwxa01wbjIwR1dWU3NYY09XUEdqUER3Y0h0NysvdjM3ME9OSENacjBhdFdoSWVIY3pnY21NZGNsbTNidGprNU9kRkdDRXI3c2hNd3hudjQ4T0YrZm41MFBSQTRjVGwwNk5EcDA2Zmh3MGVvSnNFOFJqWE4yN2R2WWFDUWk0c0xYUkU2TXpNVFJqeTlmUG1TMllpZGxwWjI0OGFOVTZkT2JkdTJqZGxjckpFUXBWYXlRY1h6K04yN2Q3MTY5ZEk0TXIzcDdlME50WENaVEFaVGpIeDlmUThjT0FEeHJ3MmVhR1ZsQmQzZTJsT1BZbUppWHIxNlZYNlJURXhNMXExYnAxYXJUVXhNWHI5K2JXdHJLeGFMMzc5L2YrZk9IVUxJcUZHam1BKytmZnUybloxZDc5NjlvNktpenB3NUV4d2M3T0RnUVBNWVhoUStLSVZDQVI4eWRBL0Q4UEwwOVBScjE2N3A2T2p3ZUx4dTNicVYveGwyNnRScDJMQmgxdGJXMm1YdTM3OS8xNjVkY2FWTVZQTmdIcU9hNXNXTEY0U1FPblhxTU91QzkrL2ZoNDJIRHg4K2ZQaFE0eW14c2JHLy9QTEw3Tm16eXpwbU9kY05MQ2VxTmRqWjJRMGFOT2pYWDM5MWNuS2lJNnBrTXRuTm16Y0pJYzJhTmRPK1lOSHAwNmRuekpoUnp1czZPanJDcUdPTnFVZlFmL3paUEFZY0RtZmh3b1gwNXRXclYrL2N1Y1BsY2pWR3AxTUxGeTUwY25McTJiTm5mSHg4cWFWU0tCVE1pVTk1ZVhuMHBsS3BYTEprQ1hPSmJ3MHZYNzY4Y3VYSzlldlhOYnFjcVh2MzdxMVpzMmJObWpXd3ZncENOUWJtTWFwcFlKS3h4by8xcVZPbm9POVdZNExzK1BIalg3eDQwYVZMRjQwdzFnaGdlakZnNW9SbWpic3FZdno0OGVQSGoyZnV5Y25KZ1R5ZU4yOGVjL0d2ejJKeGdMR3VycTZucDJlcGQwR3BSQ0xSM2J0MzZYb2dqbzZPSjA2Y0tPZUE5Tk1lTW1RSURENG5oRENIdTJ1dkI3Sml4UXA5ZlgxWTdCT2htZ0h6R05Vb0JRVUZVVkZSWEM0WDFvNEFVVkZSTURWV3U5TXhLeXVMWGppSVNTUHQ2RXpaQVFNR3dMV1NhUHZ3WndmNktwVks2RlV0S1NsUktCVFFyc3U4dDlSWC9LeXl6Z09lUEhtU2taRWhGb3ZoUmI5KzZkQXFLVldwTWpNem82S2lvcUtpL3YzM1g5Z2prVWdtVDU3czZlbVprSkFRR2hycTZPaG9hR2lZbjUvUFhBK0VpbzJOYmRXcVZha2p4UkNxampDUFVZMXk1c3dabVV3MllNQUFHckZaV1Zsd3BUOG5KeWVOMnExYXJZWTgxcmdDaEhiOUdFTFh6YzF0L3Z6NTBNMGNIeDkvOCtiTmlSTW5hbWM1VTJabTV1TEZpMkU5cWZUMDlJVUxGd1lHQmpLdmZrZ0RUSHZOVG8zeVhMeDRFU3IzTDE2OHVINzllbG5KRnhrWkNWT1lnUFpiSzcvNXZTd3hNVEV0V3JUNDdNUEt6K09YTDE5dTM3NTk0OGFOaG9hR21abVpnd1lOS2lrcGdidXNyYTNIalJzM1lNQUF5TmRhdFdyUjltcU45VUNBU3FYNnpxY2FDSDFybU1lbzVwQklKTC85OXB1dXJxNlBqdy9zeWM3Tzl2UHpTMHRMTXpVMURRNE9odWszV1ZsWkJnWUdBb0VnT1RrWmdsWjdjQkRVVm1sdW1aaVlIRHg0RUNZQkF3c0xpMU9uVHNubDh2ajRlRnRiV3owOVBYZ0tjMkQyczJmUDVzK2ZuNVdWWldSa3RHL2Z2ajE3OXR5NGNXUDA2TkcrdnI1ZHVuU0I2VXkwZWwzT0JKN2MzTndGQ3haQUZYL1VxRkhYcmwxYnNHQUIzTVZzbG0vV3JKbTN0L2ZQUC8vY3YzLy9vS0NndUxnNE16T3pVaTlJQlVXdGVJMGNwakxUSzBmbDV1WVdGQlJZV0Zobzk1MURIcGM2bm9zUWN1N2N1WUtDQWg4Zm56MTc5c0JscVlLQ2d1enM3S1pPbmRxelo4K0tYME5DSXBITW5UdTNhOWV1WlRXYkkxUWRZUjZqbXVQdzRjUHA2ZW5MbHkrdlhiczJWT2tDQWdKU1UxTnRiR3hDUTBOaGdVeFlwdXIyN2RzT0RnNndiQWdoUlB0aWdwQTBORzhzTEN3MEtwb3dJQXY2UndraHBxYW1zS1FsWFk4NlB6L2Z6ODhQWGlJZ0lLQisvZnJCd2NGcjFxdzVmLzc4NHNXTFJTSlI0OGFOcmF5c01qSXk0UEZYcmx5NWYvKytYQzR2TEN3c0tDakl5c3I2OU9tVG5aM2R2SG56Zkh4OFBuejRBTXRnalJ3NWN1ellzWFBteklHbEtQZnUzWHZ0MmpVTEN3dFlZQ1ExTmZYWXNXTnl1Ynh1M2JweGNYRU5HalFJRGc3T3pNeVV5K1hNU2pPa1psRlJrYSt2TDIwcjFxQXgzNGtRRWhvYXFsUXF2YjI5NzkyN0Z4QVFBUDNFOEM5dE5LWjVYTlo0TGxpUjI4ZkhaOWV1WFVPR0RQbjQ4ZVA0OGVQaFE0dUxpOXUxYTVkMjNWMWpQUkJZRXVUZHUzY1BIanpnOFhoRGhnejUzTjhGUXRVRDVqR3FJUklURThQRHczdjE2alY0OE9BUEh6NkVoNGZEUXBKRGhneVpQWHMyY3k0VGpLaUNCYVNnRlZxN3pSbXFyV3ExV2lxVmx0TkQyYWRQSHowOXZWMjdkc0hGakFraFAvMzBFMndZR2hxR2hvYk9tVE9uY2VQR3NCZzFqOGRidlhwMW16WnRkdTNhOWVuVHA5allXTHBJRmx6V1VPUGc1dWJtWGJwME1UYzNiOWFzMlljUEgzcjE2alZ5NUVqbzdZNklpTmk5ZXplczcwRmZXaHRrclVna0dqTm1qUGE3STRTRWhJUXNXN2FzdUxqWXlzcXEvTXM4Z0t5c3JPVGs1SzVkdXk1ZHVuVDM3dDA1T1RsUVI2ZFZXemd5SGMvMVdUUmlvVU9oWjgrZWdZR0JRcUhRMU5TVTJkRU9JOTJZSzVEQW5pTkhqdGphMnJacTFhb2lyNFhRRHc3ekdOVVFOalkyWGw1ZWt5Wk5ndEhVMTY5Zkh6eDQ4Smd4WSt6dDdUVWU2ZXpzdkduVHBubno1ajE0OEdESWtDR2xUaWlTeStVOEhvOWVOcmdzUXFHd2QrL2U3ZHExbXpKbFNsSlNrcmUzdDRlSEI3MjNlZlBtRVJFUnNGZ1k0SEE0L2ZyMWMzZDNmL1RvVVdSa1pIeDhmR3BxYW1abXBrUWkwVGl5bVpuWjc3Ly9EdGVoQ2dvS3NyZTNaMVlFOWZUMDVzK2ZQMm5TcEh2MzdrVkhSeWNrSktTbXBtWmxaWlhhTWJ4aXhRcU4wZVpTcVpUSDR6azdPd3VGUXUwbFJTdGk2TkNoYmRxMEdUNThlTDkrL1pqZHVqS1p6TmpZZU5pd1laVTRKZ3lYYTkrK2ZhMWF0VXE5UkFkQ05SdW5FaU03a0xZRGg0NEdCbThpaEV3WU56cGd5UUsyaS9OL1hWNWVucTZ1YnZuclRhYW5weHNaR1pWVjkwMUtTakkyTmpZMk5xN2dLNzU3OTA0b0ZKWS90cXNjVUJGWEtCUUtoVUtsVXFuVmFvRkFVT3BsSE11aFVxbUtpNHRMU2twa01wbGNMbGNxbFhBb1cxdGJqYnJ2NWN1WFc3VnFWYXRXcmNxVmxzck96alkxTldYdXljek1ORFEwclBLVlB0R1BKaWMzejNQc2hMY0ppVVpHaGlkK08xQy9uaVBiSmFvSnNINk1haUI2ZWVOeW1KdWJsM092ZHEyNmZGODBkVmdiaDhPcFNITngrYmhjcnI2K1ByTmx2aXhWdFpLR1JoaER0YjVLam96US8wRTRZUUFoaEJCaUgrWXhRZ2doeEQ3TVk0UVFRb2g5bU1jSUlZUVErekNQRVVJSUlmWmhIaU9FRUVMc3d6eEdDQ0dFMklkNWpCQkNDTEVQOHhnaGhCQmlIK1l4UWdnaHhEN01ZNFFRUW9oOW1NY0lJWVFRK3pDUEVVSUlJZlpoSGlPRUVFTHN3enhHQ0NHRTJJZDVqQkJDQ0xFUDh4Z2hoQkJpSCtZeFFnZ2h4RDdNWTRRUVFvaDltTWNJSVlRUSt6Q1BFVUlJSWZaaEhpT0VFRUxzd3p5dUdpSmRJWi9QSTRTVVNDUnl1Wnp0NGlDRTBEZFVVbEtpVkNvSklYcDZlandlaiszaTFCQ1l4MVhEek5SVUxCWVRRckt5c291S2l0a3VEa0lJZlVPWldWa1NpWVFRWWw3YlRDUVNzVjJjR2dMenVHcVltcHJvNmVrUlF1SmUvNWY2NlJQYnhVRUlvVzlGcFZJOWUvNHlOeStmRUZMYnpFd2tGTEpkb2hvQzg3aHFOS2hmejliR21oQ1M4dUZqOE9iUWpNeE1xVXltVXFuWUxoZENDRlVOdFZvdGs4bnlDd3J1M1g4UWNlaUlSQ0xoODNndG1qc2JHaHF3WGJRYWdxTldxOWt1UXcxeDcvNURyOGt6b0UvRnh0cXF2VnRiRTJNamtRalBIQkZDTllGU3Fjckl6RXArL3o3NmNTeU1rbW5xMUhqdnpxMVdkU3paTGxvTmdYbGNaVlFxMWJ4Rnk4K2N2OGgyUVJCQzZIc0lDUTRjUEtBZjI2V29PVENQcTFKaFllSHUvUkduemw3SXp5K1FLeFFLaFFLYnJCRkNOWWFPamc2UHh4UHcrVlpXZFdaTW5qQ2dud2ZiSmFwUk1JK3JYbnhDWW1KaVVrNXVYbTV1Ym9sRXluWnhVRTFXVWx5Y2x2WlJyU1oxNmxqcDZ1bXhYUnhVazNHNUhIMngyTmpZMk16TXRISERoclhOYXJGZG9wb0c4eGloYXV6Um8wZExsaXlSU3FWYnRteHAyYklsMjhWQkNGVWVqcTlHQ0NHRTJJZDVqQkJDQ0xFUDh4Z2hoQkJpSCtZeFFnZ2h4RDdNWTRRUVFvaDltTWNJSVlRUSt6Q1BFVUlJSWZaaEhpT0VFRUxzd3p4R0NDR0UySWQ1akJCQ0NMRVA4eGdoaEJCaUgrWXhRZ2doeEQ3TVk0UVFRb2g5bU1jSUlZUVErekNQRVVJSUlmWmhIaU9FRUVMczQ3RmRBSVRRRjhqSnlVbEtTcUkzNCtQakZRcUZTcVdLajQvbmN2Ly82YldkbloycHFTbExaVVFJVlFaSHJWYXpYUWFFVUVYRng4ZjcrUGpRbTNLNXZMQ3dVSzFXR3hnWThQbDh1bi9uenAwTkd6WmtxWXdJb2NyQStqRkMxVW05ZXZXRVF1SEhqeDgxOXVmbjU5TnRLeXVyK3ZYcmYvZWlJWVMrQ3ZZZkkxU2RjRGljZ1FNSEVrTFVaU0NFOU9uVGg5bDJqUkNxRnZBL0xVTFZUSmN1WFlSQ0lXeHpHR0NQcnE1dSsvYnRXUzBnUXFneU1JOFJxbVlzTEN3YU5teElBNWlKdytFMGFOREF5c3FLalhJaGhMNEs1akZDMVl5dXJtN1RwazBoaitsNFRMclJyRmt6SXlNalZndUlFS29NekdPRXFoaytuKy9pNGlJV2k3WHZFb2xFTGk0dUFvR0FqWEloaEw0SzVqRkMxVS9UcGsxTlRFeGdtdzdqSW9UbzYrczdPenV6V2pTRVVDVmhIaU5VL2RqWTJOU3JWMCtqQ3hrNmp5MHRMZGtyRjBLbzhqQ1BFYXFXZXZmdXJiMFRwa0loaEtvanpHT0VxcVd1WGJ1S1JDTG1IajA5dmE1ZHU3SlhJb1RRVjhFOFJxaGE0dlA1ZmZyMGdTWnJtSC9zN3U3TzQrR0tld2hWVjVqSENGVlg3dTd1ZEIwdUhvL1hyVnMzdGt1RUVLbzh6R09FcWlzSEJ3ZGJXMXVvSXR2YjI5dmIyN05kSW9SUTVXRWVJMVJkaWNYaXBrMmJ3cmF6czdPeHNUSGJKVUlJVlI3bU1VTFZsVkFvZEhKeUVnZ0VmRDYvY2VQR3VycTZiSmNJSVZSNU9Qb0RvV3FzUllzV3BxYW1Fb25FMWRXVjdiSWdoTDRLNWpGQzFWaURCZzNxMXEwcmtVZ2NIUjNaTGd0QzZLdHc2RXA3cUtya0Z4UWtKTDVMKy9UcDQ4ZlVnc0lpdG91RGFyaTR1RGkxV3Qya1NSTzJDNEpxT0IwZGJpMVRVMHNMODdvMjFuWHIyZ2h4bWZTcWhubGNsVlFxMWIvM0grN1l2Uy81ZlVweFNVbEpjWWxjb1dDN1VBZ2hWRFZFSXBHZXJxNVlyTmVtMVU5elovbFkxY0hGV2FzUzVuR1ZVU3FWbTBOM2hoODhyRlFxMlM0TFFnaDlXM3A2ZWp0Q2dydDI2Y1IyUVdvTzdEK3VNdGR1M041LzRKQktwU0tFR0JvWXRQekoxZGJHMnRnWXIwU0xFS29KVkNwMWNYRnhWbmJPdFJ1M0Nnb0xpNHVMZzBPMjJkblpPdHJic1YyMEdnTHp1R3FrZmZxMC84Q3ZFTVl0VzdpdVdMckEyc3BLWDZ5SFY2SkZDTlVNYXJWYW9WQklaYktoZy9vdlc3VTIrWDFLWXRLN2s2Zk8rdmxNRXdqNGJKZXVKc0Q1eDFYajFlczNTZStTQ1NGR2hvWUw1ODF5YnRyRTFNUVl3eGdoVkdOd09CdytuNjh2RnJkcjIzcjBpR0Y4UGwraFVEeDhGSk9YbDhkMjBXb0l6T09xa1Y5UUlKRklDU0UvdFdoZXo4R0I3ZUlnaE5DM3d1VnkyN1p1V2N2VWhCQ1NuNTh2bGNuWUxsRU5nWGxjTlFvS0NpVlNLU0hFMHR6Y3dFQ2Y3ZUlnaE5BM1pHWnFLaFFLQ1NGNStmbHl1Wnp0NHRRUW1NZFZReWFUdzdCcWtVakk1Mk5YQ2tLb0p0TVRpK0hpbmlVU0NjNG9xU3FZeHdnaGhCRDdNSThSUWdnaDltRWVJNFFRUXV6RFBFWUlJWVRZaDNtTUVFSUlzUS96R0NHRUVHSWY1akZDQ0NIRVBzeGpoQkJDaUgyWXh3Z2hoQkQ3TUk4UlFnZ2g5bUVlSTRRUVF1ekRQRVlJSVlUWWgzbU1FRUlJc1EvekdDR0VFR0lmNWpGQ0NDSEVQc3hqaEJCQ2lIMll4d2doaEJEN01JOFJRZ2doOW1FZUk0UVFRdXpEUEVZSUlZVFloM21NRUVJSXNZL0hkZ0VRMHFSV3F6a2NEdHVsUUQ4b3BWS1ptWmtKMjZhbXBudyt2eUxQVWlnVVBGNFYvOXhKSkJLUlNLUmRQQjBkbmM4K3Q3Q3dNREV4MGRuWldmc3V0VnFkbnA0TzIwWkdSdG92VVQ2MVdxMVVLbUdidytGVXBERG9CNEgxNC8rTERoMDZOSERnd0lFREJ3NFpNcVNDVDhuTnpUMSsvTGlYbDllV0xWc3EvYnJyMTYvMzh2THk4dks2Zi84K2MvK2FOV3Ztelp2MzIyKy9GUlFVeE1iR2poczM3cDkvL2luMUNJV0ZoVEV4TVRFeE1Ta3BLYkJISXBFTUdUSmt5SkFoRnk1Y0tPdDFwVkxwczJmUERoOCs3T3ZyUzMvS3E5YWVQWHNpSWlJcTk5emMzTnh4NDhiZHVYUG5hd3J3NzcvL1BuejRrTGxuNDhhTjd1N3U3dTd1NGVIaHpQM1BuajA3ZmZyMDE3d1c4MUFIRGh3NGNPQkFWRlFVM2JsNzkrNDVjK1pzMjdZdEtTbXByQ2VHaElSTW5EaHg0c1NKaFlXRjViL0V1M2Z2L3Zubm4rVGtaTFZhRFh2UzA5UDcvSSs0dUxqUEZqSW5KMmZObWpYZTN0NEtoZUpMM3R4bnZIbnpwbWZQbm9HQmdXL2V2SUU5Q29YaTc3Ly9IakJnd04yN2Q4dC83c1dMRjRjTUdlTGo0L1ArL1h2dGUwdEtTdWdidkg3OStwY1diTzNhdFczL2g4WlhqMzV3V0QvKzRYaDdlK2ZuNTFmdXViVnIxOTY3ZHk5eno0MGJOM2J1M05tcVZhdVdMVnUyYjk5ZVgxOGZBZ0R5ak11dDZBblp3WU1IRHg4K1RBaUppNHZyMzc5L2d3WU5WcTllZmV2V3JmS2ZaV3RyZS9EZ1FYb3pJU0hoK2ZQblVBQzZzN2k0K05LbFMxS3A5TW1USjEyNmRKazZkYXBTcVZ5M2JwMnJxNnU1dWJuR0FkKzhlVE41OG1SQ2lLZW41OEtGQy9QeThnUUN3YnQzN3dnaEJRVUZDb1ZDb1ZDSVJLTFkyTmpIang5blpHUjgvUGd4T1RuNXc0Y1B0TVp3L1BoeEh4K2ZDcjdyaWxDcjFaczNiLzc5OTkvaHcxbTllcldlbmg3ekFhWFdvaWlGUXJGMDZkS1hMMS9PbmoxNzdOaXhWNjllWlg0NDVWaTdkbTNYcmwxaCsvbno1LzcrL2xLcGRNS0VDZE9uVDRjcVVYNStma1pHQm53eTlGbVhMbDFhdlhxMVRDWXJLaW9hUFhvMDNmL0xMNytjT1hPbS9GZDBjSERZdW5WclNVa0pJWVRINHdrRWd1am82SjA3ZDhMWDRlYm1CZys3ZXZWcVVsSlNaR1NraDRkSFdZZDY4K2JOa3lkUDRPMlgvNkxuenAyREU1M216WnZEQnZNcG4yMUh5Yy9QSHpKa0NQeUhpb2lJbURwMUtpRms0Y0tGbjQxTTBLTkhqOVdyVjJ2dlY2dlY2OWF0S3k0dVBuWHExT25UcC8vNjZ5ODdPN3ZwMDZmSHhNUVFRb0tDZ2s2Y09DRVdpMHM5WmxwYTJ0cTFheVVTQ1NGazhlTEZ2Lzc2YXhWVzNHL2N1SEhxMUNsNk16WTI5bHMwREtCdkJMK25IMDV5Y25KZVhsN2xua3RUaDdwNDhXSlNVbEpTVXRLZmYvNTU5dXhaeU9OS21EQmh3dDkvLzExWVdLaFVLamR1M0xoLy8vN0N3c0xQbHJNaUp4YVhMMStXU3FXRWtBRURCdFN0VzNmZ3dJRW5UNTRzS0NoWXUzYnQ5dTNieTNyV3YvLys2Kzd1N3VEZ3dLeXZ4OFRFK1BuNXRXblRSbGRYOThxVks2VSs4YSsvL3BvMGFaSlFLUHhzd1NwSXFWVFN0M245K3ZYazVPVHQyN2RiV0ZqQW5zTEN3cUZEaDdadTNYcml4SW1Pam80YXoxV3BWQUVCQWJTMW9INzkrbWZQbm9WZjZvcThMdDIrZS9jdVBDc2lJdUxSbzBmcjFxMnp0TFRVZUx4YXJkNjFheGV0eEo4NWMyYlFvRUgwMUNFbko0YzJPWlJGVjFmMzNidDNRNGNPSllUMDZ0VnIvZnIxMm8vSnljbUJhckZJSkZLcFZLOWZ2MmJlVzc5Ky9TOXRQcVdWL3BZdFcycS84YzhlemREUTBOM2QvZmp4NDNETzBhVkxsMGFOR2ttbDBncCt5REtack5UOWYvenh4OU9uVDJHN2YvLytkbloyaEpDaFE0ZENIbi82OUduanhvMmxCamtoeE5MU2N2YnMyUnMyYkNDRXZIcjFhdCsrZlZWMWdoZ1hGN2RpeFFybW5nY1BIb1NFaEN4YXRLaEtqbysrTld5dnJsRTArdElLQ3d0cEsyanIxcTJ0ckt5KzlJQi8vdm1ubTV1Ym01dWJqNC9QbURGallPZmp4NDlqWTJORlphdjQrYmhhcmY3dHQ5OWd1M3YzN3JtNXVhTkhqeGFKUkdLeHVFR0RCcG1abWJuL0F6S2JFb3ZGbVptWmp4NDlZdFltNzkyN0o1UEpYcjE2WldSa3BQRkM1dWJtSFR0MjlQSHhDUTRPcm5pclFFWHdlTHpBd0VDb2VCRkM0dVBqdmJ5OGFCdm1MNy84a3BtWmVmSGlSVTlQei9qNGVPWVRaVExaMHFWTGFjdThwNmRuLy83OTlmODMrbUErbjY5eEYvTzdualp0MnNxVksrRmpmL0xreWF4WnM3VFB6RUpDUW1nWTkralI0OENCQTh4NnZLNnVMck9yVWlRU0dSa1owWStSdytFWUdSa1pHaHArOXRPQVFJSldnVEZqeG96KzMzSnpjNHVMaTR1TGkxVXFGVHlzcEtTaytIOUF6WnZwMDZkUHo1NDlnKzNPblR2RGhsd3VwdytveUZjNWMrWk1Nek16cUZpdlhMbVMrZlRLaVltSjJicDFLMndiR1JuTm1qVUx0ajA4UEZxM2JnM2I1ODZkTzNMa1NGbEg4UFQwaE5NTERvZVRrSkJRSlEzcGNYRnhNMmZPTEM0dUpvVG82K3QzNnRRSjloOC9mandrSklTMjlxTWZHZGFQZnpnQkFRRWFaK1d4c2JGd2dnOC9MdGJXMWhwUENROFBUMGhJME03alU2ZE8wUmhyMnJRcC9XbURaa3hBZHpLSnhXS296Q21WU3ZqOWtzbGtvMGFOT24vK2ZOZXVYWWNORzJaalkrUHE2aG9ZR0ZqcVcvampqejgyYnR4SWJ5WW5KOE52RmgybHNubno1bVBIamgwOGVCRGFObUdubDVjWDh5QUhEeDVrdG5YUG56K2YyYjdhdEduVGxKU1V3c0xDZS9mdTBaMjNiOStHc0tFLzkyUEdqQms0Y0tDTmpVMFZWb2laRkFvRmZGbmp4NCszdExSY3UzYXRTcVhLeU1qdzkvZi82NisvMHRQVGp4MDdCby9zMmJObi9mcjE2Uk16TWpJV0xWb0ViYmFFa0s1ZHUvcjcrME8xbFQ1R0lwRjA2dFFKM3N1c1diUG8rVkNwQmd3WVlHZG5Cd2ZadEdtVGRzWFJ5OHZyenAwN0h6NThtRFZyMXZqeDR6WHVuVGx6NXN5Wk0wK2NPQkVjSEV3SW1UUnAwc1NKRXdraGJtNXVjcm5jek16czBxVkxoSkJ5dW9SQitiM2c5Ky9mRHdnSVlPN3AxNjhmM1JhSlJCck55SmN2WDZiYkFRRUJrTDdNL3gzKy92NENnVUQ3aFpZdVhkcXFWU3ZZMXRmWG56MTdOcnl1VUNqTXo4L2Z1SEdqVXFuOCtQRWpuS0ZDc3dvOCtOQ2hRdzRPRGxCVUZ4Y1hBd01EalNPbnBxWXVYTGlRSm1oQVFJQ3BxU205ZC9YcTFTTkdqSUFPZ3REUVVGdGJXNXFMOElYU0R1KytmZnMrZXZUSXdjRkJMcGZQbnovZjBOQ3dyUDlORlJFWkdibGt5Ukk0b1JFSUJLR2hvYzdPem41K2Z0RDBjdlRvMFl5TWpEVnIxcFQ2V2FFZkIrYnhENGQyQ2xKS3BaTG1zWnViVzVNbVRUUWVjT0xFQ2RoZ3BvNVNxZnpqanovb1RZMTRBeXFWeXR2Ylc3c010SytPeWNEQTRPVEpreER3Y0JxdVRTQVFhRmVPWlRLWlJsdG9kblkyN0MrblJicDhPam82elpzM3YzdjNMaDFKbEpDUUFHbmg0ZUZ4L3Z4NTJGbS9mdjE2OWVwVjdpVXE0dHExYTB1WExvVjYwdlhyMThWaThiSmx5MHhNVExadDI4Ymo4WUtDZ3VCc1JsOWZmLzc4K2ZSWlVWRlJTNWN1cGEzOWJtNXU2OWF0MDA3UXhNUkVlbUxSc0dIRFVndXdhdFdxRnk5ZTBKdGNMbGVwVkM1WXNJQjU5blAyN0ZrNGE0R2U3TE5uejU0OWV4YnVhdHk0OGRmRWdBYTVYSDd0MmpWQ2lKNmUzdWpSbzJFd2thbXBLVDJSMHRYVnJmalJWQ29WL2NNbWhKUTY5Q2sxTmJYVTUycFV0VDA4UEtDbFo5S2tTY1hGeFZ1MmJMbHo1MDVtWnVZLy8veGpaR1RFL0Y4akZBcjE5UFRTMHRJV0xGZ2dFb2w2OU9peGVQRmkybXp3OGVQSHFWT253bDh2SVdUWXNHRWEvMXN0TEN4V3Jsd0paMFVxbGNyZjMzL0RoZzAvLy93ejNKdVNrZ0tqSDZpRWhBUTRrMmFHK2hkUktwWGg0ZUg3OSsrSEdyQ09qczY2ZGV0YXRHZ0JaNzFUcDA2Rk00QXJWNjRrSkNTc1hyM2F5Y21wY2krRXZnUE00NXFBbnEwejY4Zm56cDM3K1BGajFiN1EwNmRQTlg1UU5QajYrazZZTUtHQ1J6dHc0QUF0WWJkdTNlQkhKREV4OGVUSms0UVFLeXVyVWFORzBRZi85Tk5QR2s5M2RYWE56ODl2MGFMRmpSczNJTjFidG15Wm01dmJyRmt6bXNkZlJDYVRLUlFLTHBkYi9neVRjc1puOWVqUnc4REFvRzdkdWxaV1ZpZE9uS0RuQ3JUSkZBaUZRaHJHWGJ0MlhiZHUzZDI3ZDkzYzNIUjFkZmZ2MzA5UG0yZ1lFMExtekpuRGZLRnUzYnBCam43NDhBRiswSmx5Y25LWU4vUHk4amEzSnJrQUFDQUFTVVJCVkpnOS9jekhhOVQvNkN0V2JwTE1uVHQzWUx4MHIxNjlSbzBhQlhsc2JHeE0veVRldlhzSHJTQ1hMMTlPUzBzamhJd2RPMVpIUitmaXhZdjA3SUc2ZnYxNlZmMEJjemljZmZ2MndabWlXQ3krZWZNbURMTy9kdTFhcVZNTXpwdzVvMWFyUzBwS2twS1M2SGY5L3YzNzZkT25RN0doQXdqT2V6UjA3ZHAxMnJScE1LeFNvVkFzWExodzFhcFZmZnIwcVpJM29pRXBLV25WcWxXMGlVdFBUMi9qeG8zdDJyV2pOL2Z1M2J0bzBhSi8vLzJYRVBMMjdWc3ZMNitKRXlkT21ERGhHelVYb2ErRWVWd1QwTUVwOUwrWlZDcWxBNjA1SEk3R2Z6OFlod3picFViTGwwNTVMSitkblIyTStWeTJiQmxVNXViUG4yOXViZzQxUzlDcVZhc1JJMFpBSHpEa2NlM2F0WmtOMU5wR2podzVjdVRJa3BJU0dOSlZyMTY5QlFzV3lHUXlaazl6UVVIQnAwK2ZOSjVZcTFhdFVudTROMjNhZFBMa1NVdEx5L0xqM012THE2aW9xR25UcHJUamtLbHQyN2J3MngwYUdncDdXclJvTVd6WU1PWmpXclJvMGJObnp5dFhyb3dZTVdMKy9QblIwZEgrL3Y1MTZ0Ulp0bXlaVENZcmRhaVJ4azU2VTA5UFQzdU1ua1FpMGVpUzVISzVHcU8rNmROaFZCSGtQYTFXUmtSRVFFczcxTyt6c3JMYzNkMEpJZVdmalpXVWxCZ2JHK2ZtNW1xOFg4ck96ZzVhaHA4K2ZRckI1dXZyeStmelkyTmpOZkpZcVZUdTNyMGJ0dHUwYWJOcTFTcDYxNTA3ZDlhdFd3ZmJmLzMxVjZsMWJtTmpZMEpJVVZFUnM2TE01WEpOVFUyNVhLNjd1enVNV29CNVJ4clBWYWxVdE5lQTloRkVSa1l1WDc2Y3pzNXExS2pScGsyYnlob25NV1hLbFBmdjM4TUVQS1ZTR1JBUThPelpzM256NW9sRW9nWU5HakFmU2NjWlFJRzFLUlNLNDhlUER4NDhXS01yU2lLUlFJc1g3UTZ2WGJ2Mjl1M2JOZHBSeEdKeGFHaG9jSER3MzMvL0RZWFp2My8vcVZPbnBreVpNbkRnUUJ4My9hUEI3Nk1tb0Q4VE5FZkR3c0pvRGsyZlBsM2paM1Q3OXUyLy92b3IvRUpWY09LSEJrdExTenEraGhEeTh1VkxtTWhVS2o2Zlg3ZHVYZWJwUXExYXRSNCtmS2c5NXFqaWlvdUxtVDF6aEpDdFc3ZkNLSnQyN2RyQnl4RkN0bXpab2oxaCt1alJvNDBhTmFyYzY4cGtzc1RFUktWU21acWFPbS9ldkxMSzV1L3ZENUZwYkd5OGJ0MDZMcGVibTV2TC9NMmRQWHQyeDQ0ZCsvWHJsNXFhQ2wyYnFhbXBSNDRjb2MySkFvRkFPMmhMU2tvMFdtSzNiZHVtOFlDalI0OUdSRVJvNUxGS3BYSndjT2pUcDArdlhyMjBmL3JsY2pselNBSDhSVEZuQmtPbmVEbmpqVUdmUG4xNjl1d1pFeFBqNU9SVS9xd3RXcnl5SXVINTgrZTBqMlBDaEFsMHZEcU1BWVFORG9kaloyZFh6cFNuZmZ2MjBkR0N6UDVwRHc4UDJQLzQ4V1B0MDdXN2QrOUNNM2lkT25XNmRlc0dRNkpnT0RSbzBxUkpXRmlZZHRjeXhlRndWcTFhSlpWS29mVWVqcUNqbytQdjd3L3o0a0JFUkFUa01aZkxYYlpzV2FtSDJyWnRXMjV1N3JWcjF6WnYza3hmOGMyYk4zNStmaHBuTURrNU9SVnNtc3JJeUZpM2J0MkxGeTgwQm1NajFtRWVWM3RxdFRvckt3dTI0UmM4TFMzdDZOR2pzTWZDd21MczJMRlYvcUlPRGc3TVNSVGg0ZUhsNUhHcHZMMjl6NXc1UTMvZnQyelpBbjNKdE1uMDZkT25IVHAwb0kvZnVYTW5OR2l6NiszYnQzQWFZV1JreEF3SlNxVlNMVnUyakE2bFhyWnMyZDI3ZC8vNDR3K3BWUHJubjMvU2R1QTZkZXIwNjljdlB6OS8xcXhaOFBVWkdSbXRXcldLZHZuMzZ0VkxlOExNZ1FNSFlMNnZ0aGN2WGx5K2ZQbjA2ZE0wUndVQ0FUTStuejE3OXV6WnM1Q1FrQTRkT3ZUdjM3OVRwMDQwQzBVaWthT2pvMXF0VGt4TWhEME9EZzZRYzlDNHJhT2pBMU42REEwTllTWlZxZlc1Z0lBQTdmVXJFaE1UNmZkSW05bWhEWVBINDVXVnBzMmJOejk1OHVUV3JWdlQwdExhdEduRHZJdTJ2ZXZwNlZWdUhiZkdqUnM3T2pyQ1c3dDgrYkxHZ0F6NkZZd2VQUnErTHpjM055TWpJL3E2cWFtcHpKNlVzakJQTjJ2WHJqMXAwaVRtdlJjdlhnd0xDNFB0bVRObnVycTZidHk0VVZkWGQ4cVVLY3lId1dsTmRIVDB4SWtUZCt6WUFSKytvNk9qdGJVMTVER1B4eHM3ZHV6Qmd3ZVpqVjZsY25kM3o4dkxnN1pyTXpNelgxL2ZDbnhVNkx2Q1BLNzJZbU5qNmM5dXJWcTFJSU90ckt3K2ZQZ0E0M0tydHZFWktCUUtaZ1dvZ3JNNXFjdVhMMSs1Y21YUW9FRVhMbHlBL05EK05WR3IxY3pEYWxTbStYeStwNmNuTEhBQjAzOWJ0R2dCallFT0RnNDBWOHpNek1SaWNWWldGcnlLcWFtcGdZSEIxM1NlMFFtMWpSczNMdlVCMjdkdmgySGVNT2k2WmN1V2ZmcjBnVGR5L3Z6NUFRTUcwRWRtWldYTm5Ea1Rpc3JoY0ZhdlhzM3NZd1luVDU3ODVaZGZvT281YytiTVVzdHo4T0RCeDQ4Zk05Y2RFd3FGYytmT2ZmTGt5Y1dMRndraEF3Y090TE96TzM3OGVGcGFta0todUhYcjFxMWJ0NHlOamQzZDNZY1BIMjV2YjkrZ1FZTVRKMDVjdVhKbDhlTEZoSkM2ZGV2KytlZWZjQ2dZWDIxcWFrcUhWcm03dTBza0VqNmZYMVJVUkhzdUlkb2xFb24yWHdMemU2UWJVTXN2YTZsTHRWb3RrOG5Nek15Q2dvSUtDZ28wcHJyUnMwK3hXS3h4RjVPT2pvNUFJSUEvZnUxU2VYaDQ3TjI3dDJYTGxqWTJOaHAzT1RrNXZYcjFTaTZYRHh3NEVQYlkydG9HQlFYNStmbloyOXNuSkNSb2RNK1h3OUxTMHQzZC9kQ2hRMEZCUVNZbUpuVC85ZXZYVjY1Y0NkdGR1blR4OXZhT2lvcUM4NEQ3OSsvdjJiT0hQdExjM0J4eU55RWh3ZHZiZTlldVhZNk9qam82T3NIQndTTkdqTEMwdEZ5MWFwVzF0YlgyVUUxdFZsWldRVUZCTjI3YzJMcDE2OHFWS3lzOWdneDlPNWpIMVU5WVdGaEdSb2Fob1NFTUM2SnRZdEEvQnovdWd3WU5DZ3NMYTlldVhldldyVisrZktseEJQcUxCazNOR3ZjS2hjTFBqa2wrK1BCaDkrN2RLMTVtbVV3V0V4TkRXOWh1M2JwbGIyKy9jdVhLNHVMaWMrZk93ZXhTRnhjWG1Cd0Z2WGVXbHBiTWJraU4zMDArbjc5bzBhTG82R2c2OHJ4YnQyNG1KaWJ1N3U0Y0RvZjJMODZmUDc5WHIxNGJObXlBaDAyZVBCbDZxY0d6WjgrWWJ4OHFUTVhGeGN4eDZiVnIxNFpHUzQyUHExbXpadHB2Yy9mdTNiQ0tHU0drVTZkT3ZyNitPam82QXdZTWdGZmZ1M2V2aDRjSGhGQkNRc0xjdVhOcGs2eWZuNTlHOHpzb0tDaUFmbGJtR2x0TU5qWTJqeDQ5b2w4b2g4TnhkM2YzOWZXMXRMUjgrZklsdkphSmlZbVhsOWZZc1dPdlg3OSs5T2hSV01naU56ZjM5OTkvNzl5NXM3MjlQUVFrallHK2ZmdVcrbHJnMDZkUHpMTUtBQk9INEJzRWNyazhNaklTVWhQNjFLRjFBWmJ4Z2w3UGtwSVM1azJKUk9MbTV2YjMzMytyMWVyKy9mdVhVd2FRbnA3ZXZuMzdzdTcxOFBCWXUzYnR6Smt6azVLU1lBMFRKazlQVDA5UFQyaFBpbzZPWnQ0MWMrYk1xVk9udm4zN2xybkFWcnQyN1U2ZlBuM3o1czJRa0pEUEZvd1NpOFd6WnMzcTA2Y1A4ei9VMmJObjE2eFpROXVCV3JSb1VWaFl1R2JOR21pNG5qVnJGbk5TOVl3Wk0yN2Z2ZzBqRmpNeU1pWlBucnhqeDQ2bVRadWFtWm45OHNzdk5qWTJjQ1lFSHpYWXMyY1BUSDNtOC9uTTVncjRZK2phdFd1WExsMnFkZ28rcWlxWXg5V1BYQzZuODFXWXVGd3UvWGthTUdEQWtTTkhWcXhZY2ZiczJiSmFPS0Z4ZGR5NGNSbzc3ZXpzWUVSVlZibDA2ZEthTldzMHFqSjhQcC9aQStmbTVrYkhjMEVlVzFoWWxOOGZKcFZLbWJPYzkrelpVMVJVRkJzYnUyVEprcUtpSXRoWjZpQW02dmJ0MjlyVHVtQitLcjNadkhselpoNURjeDhoUlB0S0FIdjI3S0hMQmJ1NHVBUUhCME5yNTVneFkwNmNPS0ZXcTlQUzBzNmVQVHRreUpCLy8vMlhkakREd0RUdENjSDBQWmIvUnNSaThlVEpremRzMkdCc2JPemg0VEZ5NUVoNjR1TGg0UUV0L05CWnJxT2owN05uejU0OWU4SlMzdGV2WDNkeGNhRkplZkRnUVpndFptaG9PSHo0Y0kxWEtTZ29XTGx5cFVna1dySmtpWldWbFZBb1pINmI4TktFRU9iZlVtNXVMcHl4V1ZoWWJOcTBDWGJDdkhQbWtUVlc1NURMNWQ5NjVZcVJJMGRxVEoxaWptTWZQMzY4Umh2NDRzV0w0ZVRBeXNxcWZmdjIwRkNmazVORHh5VU1HRENBTGdNQ2R1L2VEU1BENFZ1allheFdxL2Z2MzYreG91M3UzYnN2WDc0TTNkaHo1c3hwMjdZdGN6SWhqOGNMRGc2ZU4yOGU5SHpuNWVWdDJyUUphc053SWdXWWZ4N01MdmxTLzJ3d2pIOVltTWZWVDZuWGhJRlRhZHJnYVdabUZoNGVycjMrYzFXcFU2Y09zMzc4N05renVyU0ZOb2xFb2hIR2pSczNMbi9zOUdlcDFlcFZxMWE5ZmZ0V1YxY1hHaitGUW1GUlVkR2ZmLzVwWVdGQmE1TmxyU0ZjT1VsSlNmQTd5K1Z5TlRxejgvTHk5dS9mRDl2Mjl2YWhvYUcwbThER3hxWnIxNjVRVXpsNDhPREFnUU10TEN4b0RubDZlaTVZc09EWnMyZnYzNy9YbmhWRG0wYkxlaU1LaGFKLy8vNTE2dFJwMDZZTnhEOXQ5dCszYngrc2xyVmd3UUptL2N6SnlXbmR1blVwS1Nrd0RCdCt2aWRPblBqcDA2ZXpaODh1WExpUTJUY2NFQkFRRlJWMTRjS0ZjK2ZPNmV2ckwxbXloTVBoZE92V0xTMHRqY2ZqNmV2cjE2dFh6OVBUa3o1bDBxUkorZm41WThhTW9aTnV3ZXpac3dzS0NseGNYQVlPSEppZm53OFZQcGhYclRFalZrOVBUeUtSYUsrd0JqVCtsamdjVGxtcmhwVjFCbE5TVWxKTzk0cDJBeml6RzhYZTNoNVNrTG1LVHJ0MjdYcjE2c1Y4eXFGRGgyQkRvNnZvdDk5KzB3aGplRVdZSXV6bTVsYnFraTg4SG0vVHBrMnpaODkrK1BDaGs1TVRjd1JmY25LeTlpcW5kSktZV3ExbXJwYkRMREJlUCszSGhIbGMvVGc1T1ZsYVdrSi9LcC9QTnpRMHRMYTI3dGV2SDNQQU0zU2p3Z08wKzQvTG4rOVVrVVViN08zdDU4NmRTMitHaDRlWGs4ZVFKVG82T2p3ZUQzN3Z4bzhmMzd0M2IrWmp2blE4MThXTEY2RkxlTlNvVVZESDlmTHl1bnIxNnJObno2NWZ2MDQ3VTh0ZnJ4c1dwYUkzZzRLQ3lwL3ZSQmVmYXR5NGNWbEh0clcxRFFzTDA0aVQ4ZVBIUXg1LytQRGgwcVZMZmZ2MkhUcDA2UEhqeDZkTm16WjE2dFRDd3NJbFM1YWtwcVpHUmtacVBKSCsybXAzTGNQNWdYWkxyTFpObXpiUkdxbzJHRzB1RkFybno1L2ZwRWtUUjBkSDVxTFQ5ZXZYcC9PVmxVb2wzS1hScHBLYm13c0RGMkQwVmw1ZW5uWVA2N05uei9MeThxWk5tOWEyYmRzTEZ5N1FQSmJKWkFFQkFkcnhVT3AxamRScXRiZTNOM1Brb0ZxdFhyaHdJY3pGK3A3ZXZuMUx0K3ZVcWFOeEw4MTdqYk1vZWxaa2Eyc3JsVW8xaG5aSFJVV3RXYk5tenB3NTJtUE9oVUpoYUdqb3pwMDdwMCtmenZ6RE8zdjJiRGxYRlZNb0ZLVk95YnQvL3o3T2RQb3g0YmRTL1ZoWldWVjh2WXV4WThkcWo2LysrdmxPaVltSnpCa2cycDNRVEE0T0RrdVhMdTNldmZ1Q0JRc2VQMzVjNm1PK2REd1gxSWxOVEV4R2pod0pQMGw4UGo4b0tPaTMzMzZiTkdrU2hEMlh5N1cxdGEzRXV5dExRVUVCbjgrWHkrVzByMWVqT3VYazVMUmp4dzQ2Y2ljbEpVVlBUOC9VMU5UWjJibDU4K1pQbmp4eGRYV0ZaSjAyYlZxclZxMjZkKzhPbDVTQUNUYTNiOTltbmxTcFZDcGFEeXRyZmE0cWRPL2VQZVozcXEya3BLVFVWZzFUVTlPeXJ0NVJLbWJXSmlVbFhiMTZ0V2ZQbmhWNTRpKy8vRUxEdUhIanhxOWV2U0tFckZxMXlzTENvdUpqNy9mdDIvZmZmLy9ScTFPVXRWNG1WZW9hay9RU0lCd09SK1B4R3JQRG1mdGJ0V3FscTZ0YnQyN2RzTEF3SHg4ZnlPTVJJMFk4ZmZvVXFzaW5UNTl1MEtBQkhVZkdKQktKWU5rdlZJTmhIcVBLU0V0TG93T3BQcXQrL2ZyTXBadEw5ZlBQUHpkdjNoeVdjSUxGUStyVXFRTWpxSUhHZUs3T25UdEhSa1l1VzdhTVdadTN0clpldEdnUnZSQnlsUzliUFdQR2pISGp4dDIrZmR2WjJWbWxVdjMrKysvTXZ2bldyVnVIaElRd3EwVFhybDBMQ3d0cjNicDFwMDZkNXMyYngrZno2YnhuWTJOamFQRGZ1SEVqSFkvdDYrdEwxMktFaWJDMDRiM1VKbFkrbnc4aitMVEJOU2lacksydFM2MFZmZWVsbWo1OCtBRHZ0MW16WnFtcHFWbFpXUnMzYnZ6cHA1OW9EYnNzQnc0Y29DdUVORy9lUEN3c2JOU29VZS9mdjVmTDViTm56dzRLQ2lwMVFKeUd4TVRFT1hQbWRPdldqZmxnN2ZVeXl6L0k2OWV2NlNsRm8wYU50RnRLNlBBRmpic0VBc0cwYWRNR0R4N00zRzlqWXpObnpweXRXN2NlUDM2OGQrL2VvMGFOS21zeFdtMTJkblowTlM3cTNidDMwR1RONFhEb1JUQ1pzUC80aDRWNWpINEliZHEwb2VPNUlJL056YzNMR3VVRXc1NjNiTm5Tb1VNSDdSOHZtc2VmUFFtb0JIMTkvVDU5K3J4Ly8zN3ExS24wV2tiUU1ybDkrM2FOdWxSbVpxWlNxWXlLaW5yNThpVnRvV1hhdG0wYm5VZms1dVkyY3VUSTZPaG9TRTByS3l0bUkvT1VLVk1HRHg3czRlRUI4M2VoamRUYTJscDc1SjFTcWR5OGVUUGtzWUdCUWJObXpXQU1XdTNhdFRkdDJsVE9MQmNMQ3d2bXlEVXFKU1hsdi8vK2c0NU1qVDRSVUpIclBsRmJ0MjZGcG80eFk4WWtKaWJ1Mjdjdk96dDcrZkxsMjdkdkwydjZVMVpXMXJwMTYyN2V2QWszOWZYMTE2eFpvNnVyR3hnWU9ISGlSSlZLVlZSVU5IZnVYQjhmSHk4dnIzSlcrcFRKWk9QSGp5OHVMcVpyWGxiQ3g0OGZtZGVUMEI2TExwUEo2TitrZGxSckQ1K0VuRjYwYUZISGpoMlp0ZmFLNk5ldkgvT0NISUMyZnZGNHZITEdjcUlmRU9ieGorWHQyN2ZhMXd4bTFuWCsrKysvY3VaY0FpY25KN1ZhWGM2MWg1a1pwcjArRWREVjFTM25kN1pObXphbFR2eUFRS0tEbGI3cHNCSG9YZVp5dWJWcjE2YmQzaytlUEtGRG9DdFNZZnBTQlFVRjRlSGh2Ly8rdTBick9vZkQwVzdZcEtzaGFyYzJLeFNLRFJzMjBEUzFzN01MRGc3bWNEaXRXN2R1M2JwMVhGemNzbVhMWUFZNVVLdlZKMCtldkhidG1xK3Y3K0RCZzh2NllKODhlYkpseXhiYXFEdGx5cFQrL2Z1UEdUUG00OGVQc2JHeG8wYU5talp0Mm9BQkEwcXRLTHU2dXJxNnVtcnZwMWZyRW9sRTVmUkRhNkJ6NG1VeTJjdVhMeUdELy83N2J6Z3ZzYmUzNzlhdFcxRlIwZkhqeDNOemN4ODhlREJuenB5UWtCQ04wUXdTaWVTUFAvNklpSWhnTG5LeWVmTm1hQ3h4ZG5aZXZYcjFpaFVyMUdxMVdxME9Dd3M3Zi82OHI2K3Z4alVlYUUrSFNxV0N2L3hLNTNGa1pHUmdZQ0NkWFdadGJUMXMyTEQwOUhTNVhHNWtaQ1FXaXprY0R2M3pnelZlS241dzVtZ0o5SDhUNXZHUFpldldyY3ovejlvcWNqV2V2Lzc2S3pvNnV0VEx4V3RRcVZSbHJYUS9jT0JBN2VYMHpNM05ZV1VpQndjSFpyTmVRa0lDOUsxeXVkeUNnZ0s2L0M4TXU1VktwWm1abVFxRklqazV1YXlTaElTRXdHcVhkTHJMa3lkUG1LMXRibTV1ZEVWb1dPbVFkbmJDNzI5Y1hGeGNYQnp0Mk5QUjBTbTFNbGVPWmN1V2xiVnNJWWlNakZ5NWNpWHoyZ3gwZEhkaFllRzVjK2M2ZCs0TVVWZFFVSEQ3OW0wNnNWWGpZaGdaR1JsTGxpeWgxV3NURTVQUTBGQURBNFBDd3NLSER4K2VQSG1TT1N6V3c4UER4TVRrMkxGamFyVTZMeTh2S0NqbzRzV0x5NWN2WjdaVUp5VWwzYjE3OTlLbFM4eU8vQUVEQm93ZVBackQ0V3pac21YbXpKbFpXVm1abVpsQlFVRVJFUkc5ZS9mdTNyMTdvMGFOb0RaWlVsTEN6SDROZEhDY1NxWFN1SVF6azFBb3BNdVU3dHk1azliTVVsSlNhS1dRZGpNdldMQ0F4K01aR1JuNSsvc3ZYNzRjUmpOTm1qUnAxYXBWc0toTGRuYjIzMy8vZmV6WU1lYlFNSDE5L2MyYk56TW5GL1hwMDBjbWs5SC9GRWxKU2Y3Ky9qQ2d2Vy9mdm5Bb2piZld0bTFibU96N1JWNitmQmtlSG43cjFpMjZSeUFRckY2OVdpQVFYTHAwQ2NZOHd6a1o4M1JadTJ1NXFseThlRkY3SVZoQXo3YmxjbmxaSGZPMnRyYXd6Z3o2b1dBZW95OWdiVzFkNnFDU216ZHYwc1gvbUtCZUtKZkxCdzBheEp6bHFkMW5xVlFxdFplelprNU8xYWlQeHNmSGw1TU5oQkE2VmJRSzJkcmEwcTVCa1VnMGFkS2tsaTFid25XQ0NTRjB4U1Z0WGJwMFlkNzgrKysvYVJpYm1abnQzYnZYMXRiMjlldlg0OGFOMC9nUTJyVnJ0MkxGQ29GQTBMTm56OVdyVjhNVTRjZVBINDhjT1hMTm1qVXRXclFJQ0FoNC9mbzE4eFFCb3NMSHgyZnMyTEZRalc3UW9NSGh3NGZuejU4UGc0WlNVMVBoVWdRQ2djRFIwVEVrSk9UZHUzYytQajZmZmZ2RnhjWE0xVlEwT0RvNk1pK1BXSTZoUTRmU015MFBENCtuVDUvQ1dJUlhyMTZOSFRzMlBEemN5Y2xwK3ZUcHpESE04QzQyYnR5b1BVQnYwS0JCWm1abUsxZXVwQXZHcGFTa25EaHhncDVvTWs5d3AwNmRPblhxMUM5dHRpa3NMRnk0Y0NIejJvNENnU0E0T0JnR2tkRjV3R3ExV21OYXR2WkZ5YXFLUkNKaERqVW9TMW1QS1dmeGJjUWl6T01maTFBby9QcmxMYi8vNU1KUzJ6bEZJaEVzc0tXdnI5K3dZVU1ZRFFzY0hSMDFIdHl1WGJ2eXI4eGExc0FsN2VQQVQvQ01HVE1xWFB5S3NyT3o4L1QwUEhyMGFPZk9uUmN1WEZpblRoMjVYRzV2Ync4eFdaWU9IVHBvTEs0NVlzU0lYMy85VlNLUldGdGI3OXk1RXpLbVVhTkduVHAxb3Iya2ZEN2YyOXQ3NnRTcE1Qckd4Y1hsMkxGak8zYnNnSlhKUlNKUjgrYk56Y3pNN08zdEh6eDRRSS9NNS9NOVBEeW1UcDJxTVFuSHdzSWlQRHo4Nk5Hamh3NGRvbVBFWkRKWml4WXRMQzB0dFFkL1ZacWpvNk5VS29VL1k1RklwS3VyQ3h2NStmbXdFRnV6WnMwMFR1bjgvZjJ6czdPdlhyMEtVUTNUNjdkczJlTGw1UVVSeStmenZieThKaytlWEZZSGM4ZU9IWC8vL2ZjMWE5YlFkb1hWcTFmVFBvSXBVNlpjdTNZdFB6OC9NREN3Z2dPNU5lanI2Ky9Zc1FPdTZ3Vi9CaHMyYktCWGF0S2U3d1FyMXdZRkJYM1I5WjRSd2p6K3NYelJhbnpsTURVMWJkV3ExZGNjb2Z5WnV4cWFObTNLNS9NVkNvVkFJTkRWMVRVMk5tN1lzT0g0OGVQcGhNdWZmdm9wTVRGUktwWHE2dXFPSHo5ZXU1YlRxVk9uY3VwZVZKTW1UV0MwVjFsMGRYVU5EQXpPbkRsVDZTczRsVy9peElsdDJyU2hQZE44UG4vSGpoMDdkKzZFRmFTWmEwdUpSQ0lySzZzdVhicG9YRWdBdWhWNzl1eVptWm01YnQwNlppZTlyNi92clZ1MzlQVDBldmZ1UFduU0pMaDRBQ1VRQ09iUG45K3VYYnVWSzFjdVdiSUVGbnVaUFh2MnZYdjMwdExTWEZ4Y2V2VG8wYXRYTCtZNnlVd2lrV2ppeEluRGh3OC9jZUxFOWV2WDQrTGk3TzN0WVg2cW1aa1pMTEQxTmVEcUduU0ZNbTBDZ2VEbHk1YzdkdXpRNkdqWDBkRlp2MzY5dWJsNVFVRUJ2YUt3alkzTjVzMmJaODZjMmExYnR4a3pabGhiVzVmLzZyVnIxOTZ4WTBkTVRNemV2WHViTjIvZW8wY1BlcGVwcVdsUVVKQkVJdm1hOFFRT0RnNnJWcTFhdjM2OXQ3ZjNzR0hEbUEwOHRyYTI2OWF0azhsa1NxVlNwVkp4dWR3NmRlcTR1TGg4MHpEMjhQRDRtcmVEODQ5L1RKeHZ2VHJkL3hFSERoME5ETjVFQ0prd2JuVEFrbEt1VW82Z3pabkw1ZUowQytpVWhXdnhhdXlQaVlscDBxUkorWE9RaW91TG1aMzM2ZW5wK3ZyNm41MmxveUVqSTBNbWszMDI1NnFRUXFFb0tTa3BwNlZVclZack5PMFVGaForMFhuaHQwYVhNME01dVhtZVl5ZThUVWcwTWpJODhkdUIrdlUwVzd4UUplRGZGdnArOExlTUtuVzlMYmk2d0dlZnF4RzlsVnNWRlFhbGYwODhIcS84Ymt2dGZwWWZLb3p4RHhoOWExaFRRUWdoaE5pSGVZd1FRZ2l4RC9NWUlZUVFZaC9tTVVJSUljUSt6R09FRUVLSWZaakhDQ0dFRVBzd2p4RkNDQ0gyWVI0amhCQkM3TU04UmdnaGhOaUhlWXdRUWdpeEQvTVlJWVFRWWgvbU1VSUlJY1ErekdPRUVFS0lmWmpIQ0NHRUVQc3dqeEZDQ0NIMllSNGpoQkJDN01NOFJnZ2hoTmlIZVl3UVFnaXhEL01ZSVlRUVloL21NVUlJSWNRK3pHT0VFRUtJZlpqSFZVT2tLK1R6ZVlTUUVvbEVMcGV6WFJ5RUVQcUdTa3BLbEVvbElVUlBUNC9INDdGZG5Cb0M4N2hxbUptYWlzVmlRa2hXVm5aUlVUSGJ4VUVJb1c4b015dExJcEVRUXN4cm00bEVJcmFMVTBOZ0hsY05VMU1UUFQwOVFramM2LzlTUDMxaXV6Z0lJZlN0cUZTcVo4OWY1dWJsRTBKcW01bUpoRUsyUzFSRFlCNVhqUWIxNjluYVdCTkNVajU4RE40Y21wR1pLWlhKVkNvVjIrVkNDS0dxb1ZhclpUSlpma0hCdmZzUElnNGRrVWdrZkI2dlJYTm5RME1EdG90V1EzRFVhalhiWmFnaDd0MS82RFY1QnZTcDJGaGJ0WGRyYTJKc0pCTGhtU05DcUNaUUtsVVptVm5KNzk5SFA0NkZVVEpOblJydjNiblZxbzRsMjBXcklUQ1BxNHhLcFpxM2FQbVo4eGZaTGdoQ0NIMFBJY0dCZ3dmMFk3c1VOUWZtY1ZVcUxDemN2VC9pMU5rTCtma0Zjb1ZDb1ZCZ2t6VkNxTWJRMGRIaDhYZ0NQdC9LcXM2TXlSTUc5UE5ndTBRMUN1WngxWXRQU0V4TVRNckp6Y3ZOelMyUlNOa3VEcXJKcEZKcCtxYzBxVlJpWVZISHdOQ1E3ZUtnbW96TDVlaUx4Y2JHeG1abXBvMGJOcXh0Vm92dEV0VTBtTWNJVldQdjNyMWJ1blRwcTFldjFxeFowN2R2WDdhTGd4Q3FQQnhmalZBMXh1VnlkWFIwQ0NHNENnMUMxUjNtTVVMVkdJZkQ0WEE0TUp5UTdiSWdoTDRLNWpGQzFaaU9qZzdVajJVeUdkdGxRUWg5RmN4amhLb3htc2M0RUFTaDZnN3pHS0Zxak1QaGNMbGNyQjhqVkFOZ0hpTlVqWEc1WE1oakhNK0ZVSFdIZVl4UU5VYkhWMHVsT05NZG9lb044eGloYWd6SFZ5TlVZMkFlSTFTTjhYZzhuSCtNVU0yQWVZeFFOYVpXcTdGK2pGRE5nSG1NVURYRzQvRjRQQjdXanhHcUFUQ1BFYXJHNlBocW5PK0VVSFdIZVl4UU5jYmxjcUYrakhtTVVIV0hlWXhRTlViSFYrUDZYQWhWZDVqSENGVmpkSHcxMW84UnF1NHdqeEdxM3JCK2pGRE53R083QUFpaEx5T1JTRXBLU3VoTmxVcWxWcXNsRWtsV1ZoYU03UUo2ZW5wQ29aQ2xNaUtFdmhnSFQ2c1JxbDVpWW1KKytlVVhlak1oSVNFdExjM0V4S1J4NDhaUVZ3YlRwMDl2MXF3WlMyVkVDSDB4ekdPRXFwbXNyS3orL2Z1WHYyQTFoOE81ZWZPbXZyNytkeXdYUXVpcllQOHhRdFdNdnI1KzI3WnRvYys0VklTUTd0MjdZeGdqVkwxZ0hpTlV6UWdFZ2xhdFdrRlhNZWQvZ3dkd09KeisvZnV6WFV5RTBKZkJQRWFvbXVGd09JMGJONjVWcXhhSFUzcC9rN1cxZGFOR2pkZ29Ha0tvOGpDUEVhcCs3TzN0Yld4c1lKdEdNbXh3T0J4WFYxY0RBd05XQzRnUSttS1l4d2hWUDZhbXBtV05uUmFKUks2dXJqalRDYUZxQi9NWW9lcUh3K0YwN05peDFMdk16TXcwSmo0aGhLb0Z6R09FcXFYbXpadWJtcHJTM0tXdDFqWTJOdlhxMVdPMWFBaWh5c0E4UnFoYTR2UDVnd1lOMHRqSjRYRGF0V3NuRUFoWUtoUkNxUEl3anhHcXJzYU9IYXU5ZUhXdlhyMVlMUlJDcUpJd2p4R3Fyb3lNakZ4ZFhablRqbHUxYW1WdWJzNTJ1UkJDbFlGNWpGQTExcWxUSitiTjRjT0hzMWNXaE5CWHdUeEdxQnByMnJTcGlZa0pWSkhOek16YXRHbkRkb2tRUXBXRWVZeFFOV1pyYSt2ZzRBQ04xVzNhdE5IVjFXVzdSQWloU3NJOFJxZ2FxMVdybHFPakl5RkVSMGZIMWRXVng4TXJtaU5VWFdFZUkxU042ZWpvd0xXZUxDMHRHelZxaE11QUlGUjlZUjRqVkwyMWFkTkdMQmJiMjl2YjI5dXpYUmFFVU9XeDJicFZWRlNjblpPVG5aTlRVaUpoc1JnSVZYY3VyajhabTVvK2YvbUs3WUlnVkwwWkdoaVltcHFZR0JzTGhTd3NxbFA2OWRxK3RhTGk0bDE3dzYvZHVDMlZ5YVJTcVVLcC9QNWxRS2pHVUNxVjBIYk5ka0VRcXNZNEhBNmZ4eE1LQkFZRytqT21UdTdSdGZOMy9qL0ZRaDZucG4xYXRIelYzWC92cTlWcUhSMGRBWitQdnlNSUlZVFlwU1pxaFVJcGw4bFVhclZBSUpqby9jeFFsd0FBSUFCSlJFRlVOZFp2eGhTUlNQVGRDdkM5ODdpa1JESjU1dXgvb3g3d2VMeU83ZG8yZDJsbWFWNWJMQlovenpJZ2hCQkNHdFJxZFU1dTdxZFBHZmVqSDhjK2ZhWlNxU1pQR0xkbzN1enZWbVA4M25tOGMwLzQxaDI3Qkh6Ky9OaytuZHEzMDljWDQ0aFFoQkJDUHdpMVdwMlZuUjN4NjlGemwvNHhNVGJhdlgxTHE1OWN2ODlMZjlmeDFTVWxKZWN1WEZLcjFkMSs3dlJ6cDQ0R0J2b1l4Z2doaEg0Y0hBN0hyRll0ejJHRExNM05zM055N3orTS9tNHYvVjN6T0NzN1J5cVQ4WGc2VFJvMzB0UERoWVFRUWdqOWlPeHQ2OXJaMnFqVjZ2VDBES2xNOW4xZTlEdm5jYlpVS3VYeitiWE5hbjNQMTBVSUlZUytTRDFIZTBKSWVrYW01SHZOeVAzTzdkVVNoVktwdzlYUjA5UDducStMRUVJSWZSRlRFMU5DU0dGUmtWeWgrRDZ2aU90eklZUVFRdXpEUEVZSUlZVFloM21NRUVJSXNRL3pHQ0dFRUdJZjVqRkNDQ0hFUHN4amhCQkNpSDJZeHdnaGhCRDdNSThSUWdnaDltRWVJNFFRUXV6RFBFWUlJWVRZaDNtTUVFSUlzUS96R0NHRUVHSWY1akZDQ0NIRVBzeGpoQkJDaUgyWXh3Z2hoQkQ3TUk4UlFnZ2g5bUVlSTRRUVF1ekRQRVlJSVlUWWgzbU1FRUlJc1EvekdDR0VFR0lmNWpGQ0NDSEVQc3hqOU0wcEdMNzB1VktwTkQwOS9kdVVpNmpWNm05MDVHOU5JcEdVdWwraFVPVG41My8zNHFCcVRDS1JsUFhuaEw0ekh0c0YrRDhuTnpkM3hvd1pCZ1lHblR0M0hqdDJiS21QT1hueTVMMTc5MkI3OXV6WmRldldyZmp4SHp4NHNHZlBIdGdPREF5MHRyYXVpbEpYM28wYk43WnMyUUxienM3T1FVRkJIQTZuSWs4OGR1ellqUnMzMHRMU3hHTHhvVU9IK0h4K2xaUW5NVEh4MEtGRFdWbFpHUmtaclZ1M25qZHZYa1dlbFpLU2N1UEdqWnMzYjA2Yk5xMU5temFWZTJtRlFpR1h5Ny8wV1h3K244ZjdYLzlQMzc5L1AyZk9IQmNYbDQ0ZE8zYnYzcDE1MTYxYnQwSkRRMDFOVFR0MjdEaGx5cFRQSGp3akkrUGh3NGQ5K3ZSaEh1SEFnUU9FRUFjSGg1VXJWOUw5T1RrNWx5NWQ4dlQwMU5IUitkSzNvQ0VySyt2NjlldUVFQ01qbzE2OWVuM2wwZTdjdVJNYkcrdnI2d3MzSlJKSnhVK3pPQnlPU0NTQ2JaVktwVktwS2xjR0hSMGQrS3RXcVZSU3FiUnlCeUdFQ0lWQ0x2ZC8xWkV1WExpZ282UFR2SGx6UzB0TDV2NzgvUHhIang0bEpTVWxKU1VOR1RLa2VmUG1YL3BhOSs3ZE8zdjI3TWVQSDdPenN3Y09IRGg1OHVSS0Z4dFZGY3pqNyszRGh3K0ZoWVdGaFlWQ29iRFVCN3g1OCtiUW9VTktwUkp1cHFTa2ZGRWVTeVNTakl3TTJLN0VyMy9WU2t0TDI3ZHZINzM1NGNPSDdPenNXclZxVmVTNUZoWVdxYW1waEpEQ3dzTFkyTmpXclZ2VHUxSlNVbWJPbkZucXMyYk1tT0h1N2c3YnBmNDAxNnBWNjgyYk4zbDVlZkNUTkduU0pJRkFvUEVZSFIwZGpaMGhJU0h4OGZHRWtMMTc5N3E0dUloRW9tblRwaFVVRkpUL0ZycDM3ejVwMGlSNjgrYk5tOXUyYmF2SWUyZGFzR0JCNTg2ZG1YdXVYcjBxazhtaW82TnIxNjZ0a2NmbnpwMGpoR1JuWjllclYrK3pSODdQejEreFlrVktTa3AwZFBTY09YTU1EUTNoUTh2S3lpS0VtSmlZMEVjbUpDU3NYYnMySXlQajNidDMvdjcrOVB3Z05qWjIxNjVkbjMyaDBOQlFIUjBkbFVyRjVYS0ZRbUZHUnNhaFE0Y0lJYmEydGwrVHh3cUZJaVFrNU02ZE80UVFjM056VDA5UCtMaVNrcElxZUFSYlc5dXdzRERZM3IxNzk2VkxseXBYa3RtelovZm8wWU1RRWhjWHQzang0c29kaEJDeWFkT214bzBiMDVzcWxlcklrU1BRNERGOSt2UytmZnZTdTVSSzVZNGRPK0EvdUV3bXEwUWUyOXJhUG4vK0hMWnYzTGpoNWVWVlZhZThxTkl3ajcrM2xKUVUyQ2oxRnpNakkyUHQyclUwakNFSjFxOWYzNkJCQTQxSHZucjFLalEwRkxaMzdOangyZjlMNGVIaDBkSFJoSkIyN2RwNWVYbDk5ZnY0dlB6OC9NREF3TUxDUXJvbk96czdLQ2hvL2ZyMVpaMkwvUHZ2djArZVBJRnRaajNqMkxGamp4NDlndTNtelp2WHJWdTNyS29NYy8vRWlSUExqMHlwVkZwcUUwV25UcDBXTGx6STNPUHQ3YjE4K1hKQ1NIcDYrc21USjBlUEhsMVFVUERaUEM2ckdaREg0MWxaV1pYLzNBOGZQakQvRENpRlFuSHQyalU0YVJneVpBanpyb2NQSDhKSkF5RmsxNjVkMmtuWnUzZHZacVg1elpzMzBCZnc4T0ZEUHorLytmUG5PenM3YTcvaXZYdjN0bXpaQWwvSGt5ZFBrcE9USFIwZDRhNlNraEk0WnlxZlNxV2FObTFhYm02dXNiSHg0Y09IUC92NEN1THhlUHI2K3JEOTIyKy9OV3pZME5YVnRhb08vcFY0UEI2YzBDZ1VpcHljSEVLSW5wNmVXQ3dtaEJRVkZSVVhGOE1aRDV6WlpHZG5sL3BkeDhYRlFSaHpPQnhYVjllU2toSjZsMGdrYXRldTNlM2J0d2toejU4L2YvbnlwWU9EQS9PNWNPb1RHeHU3ZHUzYXo1WTJQejkvMUtoUnBkNjFidDI2aGcwYlZ1b3pRRjhNOC9qN2lZbUpDUXdNcElFUkdCaElXMjVEUTBOdGJXMVRVMU5Ycmx5Wm5aMU5DS2xmdno2Zno0K0xpNU5LcFFFQkFTdFdyR2pTcEFuemFCS0o1TU9IRDdCZGtYYTI3T3hzZUR3Yy8xdkx6ODlmdVhKbGNuSXkzT3phdGV1Ti85ZmVtWVkxZWFWeFAzdkNLZ1lDaGt2V29pQUlpa3FscUhXcEMrMjRvQmFwMWdVVmthcVZLclVLeUtCVjFCYnJWcnJNMUFXcElyWnFhNjFUMTZtSUFnNnVSVGFCb0FnQkZCQUNFYksvSCs1M3p2VmNTUWdCTmZHZDkvNTk4SXBQbmkza3lmbWZlejEvL2drYXNIbno1c1RFUkJpYnRDZ3VMajU3OXF6dTl2THk4dkx5Y25qTlpyT0p3NERMNVhwN2U5Tm90T3JxNnBhV0ZocU41dURnOEJJL1JXcHFhbDVlSG8xR2UrKzk5d0lDQXY3NjZ5K3dRY1BDd25nOG5sd3UxM3VVUXFFdy9JM1kyOXQvOGNVWGhpKzljdVZLdmQ5VVhsNGVHUGR2di8wMjFZZXBWcXNQSHo1TS9xdlhhNnAxdzhPSEQ5KytmWHRLU2twemMzTlRVOU9tVFp0MEpUd3ZMMi83OXUzdzJzM05MVEV4VVNnVWtuZlpiTGFOalkxYXJaWktwU0JDRmhZV29OT1FLMkJ0YlUybjA0Mk1VUFNDcFV1WGxwU1VQSHIwU0tQUjdONjkrK3V2dng0NWNpU1pMb0FGRDM5R2UzdDdYU05TcjZ2RzN0NWU2N2ZXRlRkdTNPanFHWEIyZGdiTHU2aW9DQ3ptZDk5OU56SXlra2FqSFRodzROZGZmNlhSYUFrSkNXQU54OFRFa04reTF2bmhoYisvUDVsUDYyWDkrdlZhVzBKQ1F1TGo0MVVxbFpIKzg2NTI2N1VQSCtrRnFNZW1RNjFXVXgzSTFPUW10VnA5NTg2ZG5UdDN3blRZMGRFeEtTbUp6V2F2WDcvKzhlUEhVcWswS1NrcE9qcDZ5cFFwWnJyM25sRmJXN3RseXhZeXhDeGV2SGpXckZsQ29UQXpNNU5Hb3hVV0ZxNWZ2ejQ1T1ZrZ0VMemdoUndjSEZKU1VtZzBXblIwZEV0TGk2MnQ3YkJodzNSM0d6cDBxS3VyYTdkbnUzMzdOdkZlQUNUaXExUXE1OHlaMDlUVTlPNjc3MDZZTU1IUzB2TGd3WU5kbldmNzl1MGsvSytYaG9hR3JzeVJidm50dDkvQVlBb1BEejk3OW14bFplVzBhZE04UER4KysrMjNSNDhlMFdnMGdVQ2dGZUFvS1NrQjA0cFlrNFNCQXdmdTNyMTcyN1p0NWVYbGE5YXNjWEp5MHRvaEtDZ29PRGc0UHo5LzdOaXhxMWF0SXRGV1lNU0lFWm1abVk4ZlAxNnhZZ1dOUmhzOGVQQ1dMVnRvTkZweWN2THQyN2ZCdTlPdEorQkY0UEY0YTlldWpZdUxVeXFWTXBtc29xS0NPRHhFSXRIaHc0ZEJqSVZDWVVwS0NubmUxR3AxVGs3TzZOR2o5Y2JDdmJ5OHRMd2pYYkZnd1lLdTlGZ3NGaTlac29UNk0vL2pqei9BbklXNUM1aWV4RDdXUFlOR284bkp5WUhYb2FHaEVISHZOWFoyZGtaT01yU3dzYkY1a2VzaVBRTDEySFJZV1ZrTkdqU29wS1NFUnFQeCtYd3k5a2tra295TWpJS0NBckpuUUVEQXhZc1hhVFNhbjUvZjQ4ZVB3YkpKUzB1N2VmUG1raVZMcUFiS2EwaHVidTYrZmZ2SW9ETno1a3h3cTg2ZE83ZTV1UmxDZEk4ZVBWcTllblZNVE16WXNXT3B4eTVjdUhEZXZIbloyZGsvL3ZqanhvMGIzZDNkWWZ2NTgrZXpzckttVEpueTNudnY4Zm44aG9ZRzZsRWlrUWk4cGhNbVROQktmUUxHamgwTDRUM0RmUFhWVjFwNlRHWElrQ0ZmZi8wMURLOVV6eUVWM1h3Y3ZWaFpXWTBiTjg3d1BwY3VYZEkxV1lxTGkwdExTMmswMnJoeDQ1eWRuVGR0MnZUa3laT0xGeThtSkNRUVA3Q0RnME55Y2pLNWpYdjM3b0duM2RyYU9pd3NERGFlUFh2MlgvLzZGem10UXFGZ3M5bkhqaDA3ZHV3WWlTOVVWMWREa0Y2cFZOTHA5S3FxcXJpNE9ITEl2bjM3ZE1YczFkbkJCdkQwOUl5SWlCQ0pSREV4TVh3K1g2VlMzYnAxNjl5NWM5UWZsRVFpSWNJcGw4dS8rdXFyM056Y0N4Y3VyRisvSHFMbVZDb3JLM2Z2M20zTXBjSHRyQmVsVWtuU09Nak9XdnVESDdzcjd0Ky8zOWpZQ0ZsdndjSEJ6YzNOdXJkcUFDMG5zNmVuWjN4OFBDUURRbjZsaTR1TFZqTGp2WHYzMHRQVFlmeFp2SGl4OGRkQ1hoYW94NmJEeDhmbmswOCtXYjU4T1kxR216MTc5dlRwMDJHN3JqbDE2ZElsdldmSXo4OXZhR2pZdTNmdnF4ajQ1SEo1UjBkSG56NTllbjJHOXZiMkF3Y09VRzkrd1lJRmtHVURyRml4d3RiVzlxZWZmb0tkZCs3Y21aZVhGeDBkemVmellRYzJtMzNvMEtFelo4NkFEMy92M3IwOEhrK2owWnc3ZDA0cWxaNDZkYXFvcUdqbnpwMWExNFdNSG9pUDZyMnhjK2ZPa2JDMEFXQ3FaSUJUcDA0ZE9YTEV3QTVhK1RnRzBESTBkZEdyNnlDNlRDWno3dHk1dWJtNUVQME5EQXc4ZHV3WTBadVNrcEl6Wjg3TW1ERURkSWhra0MxWXNJQjh1YTJ0clNTVVFORGFJcGZMcVZ1MDNxVW15cEhZcHpGekVlT1J5V1JxdFZvM3QwNlhpSWdJT3AydVZDcS8rZVliNHM4SG96QXdNUERQUC8rVVNxVTdkdXpZczJkUFcxdmJ0bTNiNEl2KzY2Ky9Nak16WTJKaXRNN1cyTmpZYTJOMDBLQkI4SGhyMGRiV1JqTDdJaUlpWnMrZXJmZHdhbDVGZG5ZMnZQRDM5MmV6MlRObXpNakp5ZEhTK0s0SURnN1dkVXNrSnljWEZSVnBOQnA0VkNvcks3V0dIZktXU0NTQ3NKR1hsOWVPSFR1TXVTTHlVa0E5TmlrUEhqeUFGMVZWVlRCaWJ0eTRjZFdxVldWbFpVMU5UZUFZMUQzSzB0SXlMQ3dzS3l1THdXREV4c2ErQ2pFdUtDaElUVTN0Nk9nSUNncEtTRWpRYTJVYVFLUFJaR2RuSHpod0FJSzRFRXFNalkzVnNnTHBkUHFDQlF1Y25KeSsvZlpiR01Tdlg3OWVVRkF3YmRxMDJiTm5nMmZzN2JmZi92MzMzelVhalZnc3pzaklpSTZPdm5yMUtuRjlndzlRQzlEamdJQ0EvdjM3NjcyOXNyS3lzckt5SG4yaVY0cFVLajE1OG1SUGo3cDU4eVlreEZwWldmMzQ0NDhnS2d3R0E0eFhjTHEwdDdmTDVmSkRodzRKQkFJL1A3K2twQ1FZd1FNQ0FramFPY3g3ZE9QMzRQTFYycWczekU5TTRlam9hTGxjVGx5eWhZV0ZFQ0lsTmRBYk5teGdNQmpVZWlyamlZMk5yYTJ0blRCaHdwbzFhd3p2Q1RmRFlyRTRIQTZJTVp2Ti90dmYvdmJCQngrMHRMVGs1dWJLWkxLSER4Lys4TU1QTjI3Y0FLT1R3K0VzV2JLRW1ySDg0cFNYbHljbEplbDlpenA5K2VXWFh5QU5YaTk3OXV6cDE2K2ZWQ3E5Y3VVSzlkTkI3UlBKaURhTVVDalUxV081WEU3OWZqVWFqWUdZTWJ6MUlyVmJTQzlBUFRZcG9NZHNOdHZEdzRNa1N0alkyS3haczBZdWx3OGZQbHp2RHdDcUpBTUNBa1Fpa2Q2czdBOC8vSkM4cHVaZnhNWEZrUit6NFY0YzZlbnA0SU10S0Nnb0tDaDQ2NjIzalA5UW5aMmRHemR1MUJJOHRWcWRscGFXbHBhbTl4RHFUY3JsOHBNblQrYm41NmVscFNrVUNqYzN0OG1USjU4L2Y3NS8vLzRqUjQ1c2IyOG5udGpSbzBkN2VIaG8rWXFMaTR2QldVM1ZHeTNZYkxaZTAwMmxVaW1WU3QxazcyNlQxYjI5dmIyOHZNaC84L1B6b1ViSU1DRWhJYjJJNFpHNkl6TGJrRWdrSkxJNGVmTGs5OTkvUHo0K3ZyVzFOU2twU1N3V3A2YW1xbFNxMU5SVUJ3ZUgrdnA2cUd4SlNFaWcvZ1hDdzhQRHc4UEpmOVZxOWZYcjF3OGNPS0Q3K05uWTJJd2JOMjdjdUhGNkM5a2JHeHVwS1JGeXVWenI3d0F1V1FOKzNSY2hLeXZyeElrVDVMOXo1c3laTzNkdWZuNyt1SEhqcGs2ZDJxZFBud3NYTGh3OGVKQjhLSklxNk9IaEVSY1g1K2JtcHZlMFFVRkI2OWF0NjlHZHdBT2pVcWxJbU1ZQWNybThxNmd6K1dsY3ZuejVwV3RoY0hDd201dGJhMnNyekY5dGJXM0hqQmxEM2FHdXJnNmkva0toRVBJd0hCMGRYKzQ5SUlaQlBUWXBNTDBkTUdDQWxnR2FuWjBOdVI1VW9xS2lpTWJzMnJXcnZyNitxOVNZcm42NkJuNzJXamc0T0JDSHBKSDF3UVFlanpka3lCQ2l4MlBHakttc3JCU0x4WVlIRkE4UGo4R0RCNTg5ZXhiS1VsZXVYUG44K1hQcXhLS21wZ1lDbjRScjE2N0JVSkthbWtvMlF2RVBpOFVhTVdKRVY5ZGFzV0tGVnZ4NDE2NWRoWVdGalkyTkxCYnJuLy84SjNHWUc4bklrU09wZXZiNDhXTURlbHhUVTJOa2ZwQmg5dTdkNitycVdsMWR6V0F3WU5UbWNybHo1ODdsOC9uYnQyOFhpVVJlWGw1ZVhsNlZsWlduVHAxU0twVWd4dGJXMXBzMmJlckt6SzJ2cjgvTnpUMTM3aHdwVytKd09OVEhwcjYrUGlzckt5c3J5OXZiZThLRUNXUEdqS0VtK0xpNnVpb1VpdnI2ZWpoRUlCQkFmdldUSjArZzFrc29GTExaN0w1OSt6bzRPTERaN0JlSmh1aWlaZkFwbFVwcmErc2ZmdmhCbzlIazVlWDk5Tk5QNERZSURRMTk4T0NCU0NTQzNVSkRRNWN0VzZickF5Y1RWZzZIdzJhekRRZDNxVENaVFBqVW5wNmUrL2Z2MTd0UGUzdjdKNTk4QXEvRHdzS21UcDNhMWRuczdlMVZLcFZlQXpvNU9kbklWaWQ2UGZ6Z2tDc3ZMeWNWMjFxKyttdlhyb0VlZTNoNDZMcnhFUk9BZW13NnBGSXBkQ3J3OC9QVGVrdWhVT2lxbDFLcFhMNThlVk5UVTJwcWFtVmxaWFYxZFZkcFJDL082dFdyanh3NTB0allPR0hDaEY2VUc4NmJONis0dUxpbXB1YWpqejRLQ1FucDFzRUlLaDRkSFQxcDBxVHZ2LzkrMkxCaC92Nyt2V3YwQ0VYQVNxVnk5KzdkNjlldnB5WVprY0VyT3pzYmhtYUNXQ3dHdjZWU3FkeTFhNWRlVXdsY3IzcVJ5V1RVdTlWYlBFcFFLcFhkVmlvYmcxcXQzckpsQzR2Rit2UFBQMkhjbno1OU9zd2tuSnljbkp5Y0tpc3J6NTQ5UytLT1FIdDcrOS8vL3ZkSmt5YU5IajJhbUR0U3FUUTlQYjJvcUFpeUJRbWhvYUZ1Ym03LytNYy9hRFNhdTd2NzdObXp6NXc1QTA0ZDhQbnYzNzkvNU1pUm9hR2hVRHUwWjgrZXhzYkc2T2hvT1B6TEw3K0Vlak9TWDcxcDB5YVlSTTZZTVVNcWxiSllMSmxNUnB5dUw5N3FTNHZhMnRyczdPekxseTlEWkozSlpDNWN1SERXckZuZmZmY2QwZVBTMHRLblQ1L3FtdnZrUzJReW1kWFYxYkd4c1VaZVZDZ1VRdE1iRG9majVPVFUxTlFFT1NKZDhmdnZ2Ly94eHgrNjI0OGNPUUpaQlpjdlg5WmIxZjN2Zi8vYm1HcHZHbzAyY2VKRWVLUU5WQ3RWVkZTQVFoUCszMjBmK3o4RDZySHBhRzl2aHljK1B6K2ZQUG9aR1Jsa1pCY0lCSjk5OWxsblp5ZUpRc2xrTXBsTXB2ZDM0dVBqQStPbUZnVUZCV1NTbnB5Y3JHdFNXMXBhNmg1bGIyOXYvQUNrQzVQSlhMZHVIWXZGZ2hUUTdkdTNrM3UrZS9mdXRtM2I0UFhXclZ1SjJJTWozY1BENDRzdnZvQ2RPUnlPa2ZFOHFqOTV6Wm8xOWZYMVZWVlZlWGw1V1ZsWlZBdWIySGwzNzk2OWUvZHVWMmU3ZCsrZTNteXZycnFaMG1pMDQ4ZVBIejkrM0poYkJkOURiR3hzWFYwZFpQcDRlM3NUdDBkdWJpNmtBWWVHaGtJaHRRRnNiVzB0TEN5YW1wcU9IVHNHLzRXMG9BY1BIbVJuWnhjVUZGQUhhL2d1b0pDbXBxYm0wS0ZEaHc0ZGNuSnk4dmYzWDdGaWhaV1ZWV05qSTFXTWZYeDhsaTVkNnVQamMrblNKZmp6OG5nODhGU1hscGFlUG4wNkx5OVBwVklwRklwcjE2NEpoVUpTeTV1UmtRRXU2NENBQU1QRjN4OS8vTEZXT3BKV0Q4amMzRnhxNVEvNGZtdHJhNm5Hb3BlWEY4bVlDd3NMbXpoeDRwVXJWK0FQUXFQUlRwdzRRZElKbloyZDE2eFpNM0Rnd1BUMGRHb3krY09IRDllc1diTnExU3F0cm1mRVBuN0JObFhkdHN6c3FwRTcrY2xjdjM1ZDc0RTVPVGxHeG85OWZYMUJqOG1GOU1acnNMYjRkUVAxMkF4UXg4R0hEeCtTNmgyWlRGWmNYR3hrazBzZWo2ZlhmVTF0YytqZzRQQktxeitwVUYyKzFPUmhxdXVNeStXQ1owOEwwR1llajJla2w0eGFsV1JoWVJFWEYvZkpKNThvbGNvVEowNk1IVHNXNHF3cWxjcDRkLzByeGRyYWV1TEVpYVdscGFESFhDNlg2Qlp4SS92Nyt4dE9UZzRLQ29JNGQxcGFHZ2hWUkVRRUhQN28wU01vU2dZWURNYjQ4ZVBuelp2WHAwK2YzMzc3N2ZUcDB5VGZ1S0doUVNBUWdONHNXclRvNXMyYkhBNG5LQ2hvMnJScHhHY3pZTUFBS0NZbUQ1S1BqNCtQajgrVEowOU9uejU5NGNJRk9wMU82cWJ1M2JzSGJWNGdmS3Q3MitucDZSWVdGdlBuejRlcWFLb2VNeGdNTGJmdHI3LytxcHZpcnBXTEZ4NGVUdlRZOXIrUWR6Lzg4TVBzN0d3dWx6dHIxcXl3c0xER3hzYWtwQ1RvNGtLbG82TWpOVFgxL3YzN1VWRlI1UGtremljdWwydHJhMHZLSDdyRlFCblNqaDA3RElkZ0h6NTgrUG5ubjJ0dDdOKy9QN1ZZaThEaGNMcHFiS2NGQ1lmcDZyR2pvK05ISDMxaytQRFh2S0x5ZnhqVTQ5Y0lpVVFDcmZ5N3BhbXBpVFJ3VGsxTk5iTEI5ZnIxNjZGbHhOeTVjN1ZjVlM4RmlVUkN1bWdSU0FkSEdGdDFFMTRHREJoQVJqUzVYRDV2M2p6RFY5RTFUTjNjM041NTU1M3o1ODhybGNvLy92Z0RXa0pTZmZ1Yk4yOEd1L3pHalJ1a3llalJvMGNOUzZEZXFRUGc1K2RIN1dCNi9mcDFJd3RSb014R1Z5Rm9OSnJoamwzNzkrOTNjbkk2ZnZ3NE5HbWkwK25WMWRXYk5tMnFyNitQaUlnUUNvVjFkWFY5K3ZRWlBIZ3dWVnpEdzhPblQ1K2VrNU56NmRLbG9xSWlrdldtVXFuNjkrK2ZuSnc4Y09CQThKZVFnZnZxMWFzd2J3Z0pDYUUydE9MeitZc1hMNFpLWDB0TFM0MUdRNmZUaHd3WnNuejU4djM3OTArYU5JbTZjMWhZbUsrdjc1RWpSNkM3Mll3Wk13UUN3ZENoUXpzN095RUwydG5aZWZ6NDhkU2N1SmVDZzRORFltS2lqNDhQaThVNmMrWk1abVltbUtwZVhsNFNpUVNjMkw2K3ZzWEZ4ZENnbzd5OC9MUFBQZ1A1SVUrbXBhV2xnNE9ETWF0eGRBdDFRUTY5NkhWOVFlZkxLVk9tbkQ5L25ycDk4K2JOUGIwQllxbnplTHlTa2hLOUQ1NHViVzF0RHg0OGlJaUk2T25sa0JjRTlkaDBPRG82a25UUWl4Y3ZncmM1SVNFaEtDZ0lpa1E1SEk2cnE2dEtwZElLZHVwQ09oUjJHN3lrOHZ6NWN6anFGUm1PSXBGbzA2Wk5CbmJRbSsyeVpjc1cwbmJZUUEwR1FlOFFObWJNR0JpODh2THlZQ1NGYkNiQXhjVUZXbE1SMVdRd0dLZE9uZEo3L3I1OSszWTdXUmsrZkRnMW4wc2tFaG12eC8zNjlTTloxbFZWVmQxKzF3QzRFRWlsdFVhaklZTzF2YjM5eXBVcjVYSjVZR0RnN3QyN04yellZR2RuNStibTV1N3U3dUhoNGVIaEFlMVFtcHFhU09aOFpHUWtxVXpyaXR6YzNKa3paM2IxYmxSVUZQeVZRa05Eb1Y2QUJHaWhoUVcxOWd6SzFZWU1HYUxWc1ZJdWwxUGRKMTkrK1NYMVhlZ2lhVXk5RXhWZlg5OUxseTZkT0hHQ3VMNkhEUnUyWWNPR3BLUWswT09aTTJkNmVucUNEN3lpb3VMSmt5ZWd4MlQvVTZkT25UNTkydmdyQWpObXpOQnRDejlpeEFpOTRTR0NSQ0loVFRFSkxpNHVvMGFOR2pwMHFKWWU3OXk1RStiVDNSSVZGUVYvYXBKbWFHbHBlZi8rZmNQVjgxcWdIcHNlMUdQVFFhZlRpYnVKV0diUG56OG43a1NCUUxCNzkrNzI5dlplTjFQOG40SEZZbWt0YS9pZi8vekhRTWtXYVhiVzJOaW9WQ3BaTEJieGFUTVlET0o2SlN2L3FOWHFyaXFBdmIyOXU5WGpHemR1VUJPcTlUWWY3Z29mSHg4aU1Ca1pHVVNQdi8zMjI3MTc5MVpXVmlZbEpRMGFOQWpVSWpFeFVhUFJ1THU3ZzR2N3pUZmZwQzVlUktmVCsvVHB3K2Z6UWZ6VWFqV0V5VnRhV2xwYVdraFFuTVZpVFp3NGNlWEtsUVpLd25xTlJDTHBxcXFOb0NXMGhPKysrNjZya3ZIZTNjbStmZnR5Y25MSU1oNHNGbXZPbkRuaDRlRk1KaFBTOXlCM2N2bnk1Vnd1OStUSmt5UXhUYUZRa0MrMGR3c3Y2bjA0aFVLaDRYNlRldFB5WFZ4Y2xpNWRxbHN4WDF0YmErVFNWYVRBakV3VFgyNW1PL0tLUUQwMkhWVlZWWm1abVZLcFZDcVZrdEZoejU0OXBHbEdRME5EZEhTMFdaSXNuajE3bHBtWjJkalkrTTQ3NzR3ZVBicDNKOUhiUGxvaWtSQ1h0YmUzdDI3aGpkN3dtNFdGQmJUM0kzend3UWQ2aDd6NitubzJtMDJpbUJxTkJ2U1k2SnhRS0lSd1dudDd1OTZ3bkJiR2hPaGVwTUhJbFN0WFNLc0hLdTN0N1JVVkZTcVZhdWZPblpzM2IzWnlja3BMU3dOblFHUmtKRXpnUm84ZS9mejVjN0I5QlFLQm5aMGROVVZaTHBlSGg0ZUxSQ0tSU0ZSVFUwTWNKMHFsVXF1Z3k5blpXVzhGVkdOam81Wi9vbS9mdm5vdFBOMVcyR2JIMnRyNnhvMGJSSXk1WE83Q2hRdjkvZjNGWW5GT1RnNVJQcGpaUkVaRzJ0dmJrOVVxcTZxcXlOUGw1K2RIUWhVaWtZall6VU9IRG9VSHFiVzF0Ynk4ZlBEZ3dkUThDYjBOMHFubDBjYkQ1WElGQW9HQkI0ekZZdWxOVGRmMUxaRVVQM3Q3KzBtVEprMmRPalVqSXdOOEE2NnVydkh4OGRUaXhrZVBIbjM1NVpjZzRjYUh6NUdYQ09xeDZaQklKSHJiYnhHVVNxV1I5UXd2blgzNzlrRmc4dWJObS8zNjlldGRZTS9UMDFNM3hIWHIxaTNpeEk2S2lqS3luYVR4SER4NEVJS1VnS09qSTR5U3hBMUk4cFl2WDc1TUhQVkpTVWxhYXd0Q0NyUUpHdWpiMnRxU2ZKbkd4a2FpRTRNR0RWcTBhTkhCZ3dmYjJ0cmk0K01GQW9GWUxJYWxzWVlQSHc3N2VIaDRVR3RwSkJJSlZNSEI0dEE4SG85a1dzbGtzcXFxcXZML0VoQVFRTDBIdmJIcUsxZXVrT0Q2bURGam9PVUlnOEZZdTNhdGdSSTREb2NURWhLaXUvMzU4K2NrcDMzSWtDRjY1ZDlBaEw0WE1CaU0rZlBuYjkyNjFjL1BiOWFzV2FXbHBULzg4SVBXUG53K253VCtwMDJiUnJaVEoycUppWW53REZSVVZKREM4ZmZlZXcvU29NUmlNVVNGRlFwRmZIeTg0WjdTeWNuSmhuUE9IejkrM0pYendBQkxseTdWVzhFY0dSbEpOYmlWU2lWcENPanM3TXhpc1ZnczFySmx5eG9iRy9Qejg2dXJxeE1TRW1KaVlrSkNRcFJLNWRtelozLzg4VWRROU1tVEowZEZSZlgwcnBBWEIvWFlkT2h0UXVubTV1Ymw1UVVXSkdSMXltU3luMy8rR2Q2ZE5XdFdSMGNITldWYWw4N09UdW9hdzlRNXN0WmJCdW9McVNzMFBIMzY5S1VuMnZRVW1VeDI0TUFCNnBhdVl0NWVYbDVVUFlhUTU4T0hENGtQR2ZSWUxCYkQ2bEpnSzR3WU1ZS2F6S1hSYUVnODFSZzluamR2SGxFK0ttQmJrd3g1dloxTmh3MGJSaFpteU1qSWdPLzZ5Wk1uMWRYVk0yZk9mUGJzMlMrLy9DS1R5Y0RmN3Vqb1NCTDMydHJhU2t0TGEydHJhMnRyYTJwcUhqOStESkdPZ0lDQW9LQ2c2T2hvSG8vblRnSHlvcnY5TFBEdEh6MTZsUGdZM256enpjOCsrMHlwVk9ibDVUVTFOVzNZc0dINjlPbWtvYWtXMXRiV1dwNE00T0hEaHg5Ly9ERzhYckprQ1hVTnhKZElkWFUxeVFNb0tDaVlPWE1tOFlGYldWbVIzeEZnYVdtNWR1MWF2VDlEOGdnNU96dkR4NFNWeU9HcjlQYjJKdnBFZmxObFpXWHg4ZkZidG13eDBFeW1GeGxZTDVIS3lrcmlMU0NySXpNWWpIWHIxdTNidHk4N08vdlpzMmZidDIvMzhmRnBiVzBsbHNDY09YUG16NTl2bHFWQkVOUmowK0hpNHBLVWxNVG44KzNzN1BMejh5R2ZhOUdpUlVGQlFWOTk5UlVvUVVSRVJIdDdPeGxId0d1a1VxbEFMZlQrU0F6MDlqTys3ZC9DaFF0MzdkclYwZEV4WXNRSUE0MnV1cUlOL3BMZkFBQUt5VWxFUVZTaG9lSFRUei9WK3hiVnlieDU4K2F1T21PbnBhVlJRMXh5dVJ6V2lPMFdLT2hpc1ZpdXJxN3Z2dnN1aEVpUEhqMEs3OUxwOU9EZzROYlcxaDA3ZHBDZzJwdzVjeGdNUmwxZFhXdHJxNldsSloxT3YzWHJGc25ITm1EUURCdzRFTDRSWDE5ZnFtMVhVbEpDcDlOWkxCYWRUaGVMeFlXRmhiQ2RDTmlWSzFkSXVsTkpTVWxLU2twYlc1dEVJaUhXek9IRGh5c3FLb1JDb1ZhYnRpZFBucXhldlhyMDZORitmbjRxbFVxM05nWW1BVFUxTlRDZVVyUERiRzF0MzNqakRVOVBUL2pYMmRsWjYvbHBibTYrZS9jdWRHVWl6dTAzM25nREt0RmpZMk9ibTV2THlzb1VDc1hKa3lmUG5Uc1hFaEl5YXRRb1B6OC80cWMxRU02a2VucnE2dW9NcExLN3VMam85YjUrLy8zM1hSMENsSmFXYnQ2OG1jdzRLeW9xUHYzMDA4aklTQ2NuSnphYjdlM3R2V2pSSXBpRE1oZ01QcDgvZlBod3ZlYnM3ZHUzU1o3VXlKRWo0WGxPU2txQ2I4Zk96aTR1THE2am82T2xwUVVtaFJFUkVUQlpySzZ1M3JCaHc5YXRXN3NxYW9xTmpUVThtUmFMeGRCTHBFZWNPSEZDSzlVTElKa29BSG1XbkoyZHFSK2NUcWZQbURIajBhTkg4UFhCaW1HQXY3Ky9yNjl2YlcwdG44ODNuSW1HdkFwUWowMkhyYTB0eVZIcWFuZzZmdnc0R1ZMcGRIcDZldnF0Vzdma2NqbjBESGwxUWJ2ZzRPQWpSNDQ4Zi83Y3pzNnVGNGVUR1lOaHFNYTY3aGw2Y1YyNDg2eXNMQXNMQy9JbmxjbGtaSWdKQ0Fob2FHajQ0b3N2aVBJTkdEQUFOTHVrcEVUdnNub0dmTE9CZ1lHQmdZRzYyek16TS9YMkd5Rkd5YkZqeDhENURHTzkxbnFSQUxVTEJKMU9kM0J3Z0VpZVdDeis2YWVmdkx5ODlNNTRPQnlPbzZOamVYazVuVTdYOG45SUpKSTdkKzdjdVhNSC92dkdHMitBTzFxdFZ1L2J0Nit3c0JEeWphbE1tREFoSmlZR3BocFdWbGJidG0xTFMwc0R1MWtxbFY2OGVQSGl4WXQwT3IxZnYzN0xsaTBMREF3a0ZyQmhESzhSZFBUbzBSNnRKRWdvTGk0bVQ1U05qVTFiVzF0MWRmWG5uMy9PNVhJaGtZckpaTUo2R3pBUnVYcjFxa2FqMFdnMEtwVktvOUdvMVdxVlNoVWVIazVOeDVzNGNXSmxaZVhmLy81MzBxV25wYVdGTkNEVHBhNnVic09HRFNrcEtVS2hjTy9ldlVWRlJkUW5PVE16MC9EU0xGU3Z6K3JWcStsMCtyQmh3N3F0d205cWF1cTJYM3BuWnlkWnBXcklrQ0dabVpsTlRVM1BuajJEUGpCZHBVWVdGaGFTMlNTYnpiYXdzRWhKU1NITG5pS3ZHdFRqMTR1eXNqSVN5aElJQkFxRmdtcUNVR3RlWHpvY0RxZmJoZTFNaHJXMXRWYjNzV1hMbHVsZGxnQ2lZdFF0WEM1MzY5YXRDUWtKRW9sayt2VHBiRGFiakhvQ2dTQXhNUkdVVzZ2MkJuQjNkOWNLdFJxRHI2K3ZyaDczNzk4ZndycGdBb3JGWWphYmJXZG54K2Z6K1h4KzM3NTkrL2J0VzFKU0FuMGxQL3Jvby92MzcwUEkxcy9QTHlvcXl0UFRNenM3KytlZmY0YnVNZlBuejNkeWNtS3hXQUtCQUFxWlhGMWQzZDNkKy9YckI4YmxXMis5SlJLSnlzdkxLeXNyS3lvcWFtcHF0T1NackVUQ1lEQ0Nnb0tnN3pkaDZOQ2hjK2ZPMVZydWdzUGhyRjI3TmlnbzZNaVJJMlErb2RGb3JLeXM5TTVMVE16WXNXUFQwOU0xR2sxWVdOak1tVE8zYmRzR09WQ3dtcE14WitCeXViNit2a0ZCUWJXMXRlZk9uUnMyYkppcnEydHJhMnVQQ2dLZlBuMjZjZVBHYjc3NXBybTVXU3Yvdy9ncU9GS2haMHpmYkdQeXVUZ2N6cFFwVTZDSVlOS2tTZGV1WGJ0dzRZTFcva0toTURBd2NNU0lFYlcxdFFVRkJhV2xwZFFQcmxBb0JnMGFoR0pzU2xDUFh3dm9kRHFEd1dBeW1TNHVMZ1VGQlZ3dU56ZzRlUGp3NFN3V0N4WVBZTFBaL3Y3K1pObFVnVURRaTlUTmRldldHVm50MmxPY25Kd09Iejc4SW1jQXU1ekpaRUpjbHNmamFkbE15NVl0ZzhIQ21LYkhibTV1Vzdac3ljek1CSWRFU2twS1ltS2lnNE1ETmFIVTN0NmV6K2MzTnpjem1VeFlmekF3TUhEeDRzVzlhS29NTXNaa01sa3NscVdscFoyZDNlREJnOTkvLzMyU3FyMXExYXJZMkZqZCtHdEdSZ2Jvc2JXMTlkS2xTMjFzYkNaUG5reUVjL3o0OGVQSGo2K29xTGgzN3g2a2RHVmxaWFdWL3MzajhYeDlmWW1nZG5aMmFza3p0V3Y2cUZHajNuNzc3YXRYcjdxNXVRVUhCNDhiTjg1QTNkR1lNV05DUWtLdVhMbHk5ZXJWd3NKQ09wMGVGeGZIWXJIVWFyWFdlcHE5bzlmOUtlM3Q3U0ZUYk1tU0pYUTZQVFUxTlM4dkx5Y25wNktpb3JtNVdhRlFkTnVRZWRTb1VaQm9GaE1UMDl6Y0RNMVcrL1RwTTIzYXRKOS8vcG5KWk5yWjJkbmEydHJZMkZqOUZ3c0xDMHRMU3g2UFoyRmhvVktwdnYvK2V4YUw5ZkhISC9ONHZIbno1aGxZS01KSURQdTNBV1B5dVJnTVJtUmtKRVJBQmd3WTBMOS8vOHVYTHl1VlNraFlHVGh3b0srdnIwQWdnSjJEZ29MQ3dzSVVDa1ZsWmFWSUpLcXFxaEtMeFhWMWRSOTg4TUVMZmh5a1Iyajd1RjRwK2YrNXVmclREWjBkbmRzMmJ4dzJ0TWRXQ0lMMENPZ2hCYTlyYTJ2dDdlMnBCU3IvWDlIWjJVa3Rmd2YvczB3bTYrbkNWaDBkSFhWMWRhOG9PYXNYbEpXVnVidTdkelZIVWF2VlNxVVMvTkpRUnFnMTNIRzVYSElzckRNR3IyRzlFQWNIaDI3VG1vcUtpdXpzN1BRdVJ2bWFRSnF1U0tYU3JwYjVRdlR5MDhuVCs3Nzc1NmkzUnU3K2NwdURmYzkrS2IwRDdXUGtmeGJxWVBvNmo1Z21RSGNpQXRaZVQ4OWpZV0h4K29neHRaaE5Md3dHdy9nUUREV2xBeXFBalRsS2Q2MjIxdzN5RjBBeGZ2MHgxTDhYUVJBRVFSRFRnSHFNSUFpQ0lPWUg5UmhCRUFSQnpBL3FNWUlnQ0lLWUg5UmpCRUVRQkRFL3FNY0lnaUFJWW41UWp4RUVRUkRFL0tBZUl3aUNJSWo1UVQxR0VBUkJFUE9EZW93Z0NJSWc1Z2YxR0VFUUJFSE1EK294Z2lBSWdwZ2YxR01FUVJBRU1UK294d2lDSUFoaWZsQ1BFUVJCRU1UOG9CNGpDSUlnaVBsQlBVWVFCRUVRODRONmpDQUlnaURtQi9VWVFSQUVRY3dQNmpHQ0lBaUNtQi9VWXdSQkVBUXhQeWJWWTB0TEN6YUxwVktyT3pvN1RYbGRCRUVRQk9rUmtyWTJHbzFtYVduSllqSk5jMFdUNnJHandJSEg1U3FWaXVibVo2YThMb0lnQ0lMMGlFZlZqMEcyTEN4NHBybWlTZlhZd2Q3ZXdzSkNvVkNXVjRwa01wa3BMNDBnQ0lJZ1J2TGthV1BWdzBjMEdzM0Jucy9sY2sxelVaUHFNWXZGbXZydVpEcWRmdUh5bjMvZEwrNlV5VFFhalNsdkFFRVFCRUVNb05GbzJxWFNYMzQ3KzdoV2JHdHJNMnpvRUpOZG1tNWlSZXpvNklpTVhsVnc2N2FOdGZWYkkwY004dkh1NStSb1pXbHB5bnRBRUFSQkVDMDBHczJ6WnkwTlQ1N2UrYXZ3enQyL1pISjUrS3l3bEUySkxCYkxORGRnYWoybTBXaVZWUTgzYk54OCsrNDlqVWJEWnJFc0xDeFlMQk5GeXhFRVFSQkVMeG9OVFM2WGQzWjJxdFJxRm9zWk52VnY4ZXZXOU8xclo3SWJNSU1lUTk3YVYzdS91ZlR2S3dxbFVxbFVxbFJxMDk4RGdpQUlnaERvZEJxVHdXU3hXRlpXbGpGUmtiTm1URE9aWmZ4L2I4Q01FVnlwOUhuenMyZk56NTUxZEdENUU0SWdDR0ptYkcxcytQeStkblo5ZUtiSzRhSmlUajFHRUFSQkVBVEEvbHdJZ2lBSVluNVFqeEVFUVJERS9LQWVJd2lDSUlqNVFUMUdFQVJCRVBPRGVvd2dDSUlnNWdmMUdFRVFCRUhNRCtveGdpQUlncGdmMUdNRVFSQUVNVCtveHdpQ0lBaGlmbENQRVFSQkVNVDhvQjRqQ0lJZ2lQbEJQVVlRQkVFUTg0TjZqQ0FJZ2lEbUIvVVlRUkFFUWN3UDZqR0NJQWlDbUIvVVl3UkJFQVF4UDZqSENJSWdDR0orVUk4UkJFRVF4UHlnSGlNSWdpQ0krVUU5UmhBRVFSRHpnM3FNSUFpQ0lPWUg5UmhCRUFSQnpBL3FNWUlnQ0lLWUg5UmpCRUVRQkRFL3FNY0lnaUFJWW41UWp4RUVRUkRFL0tBZUl3aUNJSWo1UVQxR0VBUkJFUE9EZW93Z0NJSWc1Z2YxR0VFUUJFSE1EK294Z2lBSWdwZ2YxR01FUVJBRU1UK294d2lDSUFoaWZsQ1BFUVJCRU1UOC9CODI5Z3VPZk1SVXV3QUFBQUJKUlU1RXJrSmdnZz09IiwKCSJUaGVtZSIgOiAiIiwKCSJUeXBlIiA6ICJmbG93IiwKCSJVc2VySWQiIDogIjE3MjgyMTAwMDciLAoJIlZlcnNpb24iIDogIjYwIgp9Cg=="/>
    </extobj>
    <extobj name="ECB019B1-382A-4266-B25C-5B523AA43C14-2">
      <extobjdata type="ECB019B1-382A-4266-B25C-5B523AA43C14" data="ewoJIkZpbGVJZCIgOiAiNTYyNTk0MjE3OTMyIiwKCSJHcm91cElkIiA6ICIzMDU1Njc1NjU5IiwKCSJJbWFnZSIgOiAiaVZCT1J3MEtHZ29BQUFBTlNVaEVVZ0FBQW9VQUFBUmxDQUlBQUFCQTN5bzdBQUFBQVhOU1IwSUFyczRjNlFBQUlBQkpSRUZVZUp6czNXZGNGRmZBTnZ5ekJaYmVPd2dDOW9haVlNVVdZeGRGRXpYMlhvTWdRWTBhUmNXS1dJaTlLeWF4QnJDTEphaUlCYXdnaXFJMEZ3UnAwbUhyOCtHODkvejJYWXFveU56TGZmMC9MVFBEek5sRjk1cFRoeU9YeXdrQUFBQ3dpc3QyQVFBQUFBQjVEQUFBOEw4QThoZ0FBSUI5eUdNQUFBRDJJWThCQUFEWWh6d0dBQUJnSC9JWUFBQ0FmY2hqQUFBQTlpR1BBUUFBMkljOEJnQUFZQi95R0FBQWdIM0lZd0FBQVBZaGp3RUFBTmlIUEFZQUFHQWY4aGdBQUlCOXlHTUFBQUQySVk4QkFBRFloendHQUFCZ0gvSVlBQUNBZmNoakFBQUE5aUdQQVFBQTJJYzhCZ0FBWUIveUdBQUFnSDNJWXdBQUFQWWhqd0VBQU5pSFBBWUFBR0FmOGhnQUFJQjl5R01BQUFEMklZOEJBQURZaHp3R0FBQmdIL0lZQUFDQWZjaGpBQUFBOWlHUEFRQUEySWM4QmdBQVlCL3lHQUFBZ0gxOHRpNWNXRmlZbEpLVzhlSERodzlaeFNVbGJCVURBQUNBRU1MaEVDTkRRMHRMQ3l0TEMzczdXdzBOalhvdUFBdDVMSlBKN3R5OXQyUHZnUThmTWt2THlzckt5c1JpU2YwWEF3QUFRSkZBSU5EUzFOVFUxT3pnMU5abndUejd4bmIxZVhXT1hDNnZ6K3RKcGRMQTdUc1BIajB1bFVycjg3b0FBQUMxcDY2dXZtYmxzcDg5M0RrY1R2MWNzYjd6K01MbDhJV0xsOGxrTWtLSWpyYTJVOXZXVmxZV3VqbzY5VmtHQUFBQUpYSzV2S3lzdkxDbzZINzBvL3o4VDRRUVV4T1RJL3QydEdyWm9uNEtVSy90MWVrWkgvWWVQRUxEdUlOVDIvbXpwMXRhbUd0cGFxcXBxZFZuTVFBQUFKVEk1WEtwVkNvV2kwZWtwbTNjOG1kU2NrcHVYdDdwa0hOTGZPdzBOVFhyb1FEMU9yNzZlZHlMOUl3TVFvaSt2dDZDdVROYk5HdXFyNmVITUFZQUFOWnhPQncrbjYrcHFkbXllYk5SdzRjS0JBS1pUQmJ6K0VsZS9xZjZLVUM5NW5GQlFhRklKQ2FFZEd6dlpHbGhYcCtYQmdBQXFBME9oOVBlcWEyUm9RRWhwS0N3U0N3VzE4OTE2emVQQ3d0RkloRWh4TnpjVEtOZXF2OEFBQUJmeXNqQVFGMWRuUkJTV0ZEWU1QTzRva0pFTzQ4MU5RUjhIcTgrTHcwQUFGQkxtcG9hTktUS3lzdnJiVFlRMXVjQ0FBQmdIL0lZQUFDQWZjaGpBQUFBOWlHUEFRQUEySWM4QmdBQVlCL3lHQUFBZ0gzSVl3QUFBUFloandFQUFOaUhQQVlBQUdBZjhoZ0FBSUI5eUdNQUFBRDJJWThCQUFEWWh6d0dBQUJnSC9JWUFBQ0FmY2hqQUFBQTlpR1BBUUFBMkljOEJnQUFZQi95R0FBQWdIM0lZd0FBQVBZaGp3RUFBTmlIUEFaMmxKV1ZzVjBFQUlEL1JaREg4TDJjUDM4K0xDeE1JcEZVdVhmbHlwVmJ0MjdOeTh1cjkzS3B0dVBIajErNmRLbTh2UHlMZmlzMk5yYXdzUEI3bEVjc0Z1L2J0eThwS1VseFkwbEp5ZGVkcmNwL0xVRkJRUWtKQ2JVOHc1TW5UNktqbytWeStkY1ZvRXJQbno4L2Z2eDRSVVZGSFo0VG9ETGtNWHd2RHg4K1BIVG9rS2VuNTRzWEw1UjJ2WDM3TmlFaElTSWlZdDY4ZWZIeDhiVTVXM2w1K2RhdFcwTkNRcjVUcnFpSzVPVGt2WHYzenB3NU16bzZ1cGEvSWhLSk5tM2FOSC8rL0NkUG50VCtWNnJjbnAyZHZXWExGc1YwVkZOVHUzbnpwcGVYbDdlMzk0MGJOK2pHTFZ1MjdOaXhvN3Bic2VwRVIwZlBtemN2TXpOVGFYdGNYTnlpUll1V0wxOWVlVmRsbVptWi92NytzMmZQdm5UcDBsZWtjbUppWWt4TWpOTEd1M2Z2bmo1OWV1N2N1ZmZ1M2Z2U0V3TFVIcC90QWtEREpCYUw2YmUybnA2ZXJhMnQwdDZ3c0RENndzaklxR1hMbHA4OW0xd3VEd2dJb0YrVUowNmM4UER3R0QxNk5KL2Y4UC8xbmp4NWNzQ0FBWWFHaHN5V0pVdVcrUHI2cHFTa2JOdTI3Y1NKRTh4MnFWUWFFUkhSdDI5ZkxsZjVKbHRkWFgzcTFLbEJRVUdyVnEyYU0yZk9Eei84VVBORm82T2pqeDA3NXUvdmIybHBxYlNyc0xEdzBhTkh0MjdkY25KeW1qbHpwcDJkSFNGRVMwdXJyS3hNS3BXMmFOR0MxaWJwWHlvek0zUHAwcVU2T2pyTXIzLzgrSEhyMXEzVjFaNkZRcUZFSWxtMmJObjY5ZXN6TWpKYXQyNHRFQWdJSVJvYUdvUVFYVjFkTXpPenlyOFZGaGFXbjU4L1pzd1lMUzB0K21ZSklSOCtmSkRKWkJ3T3A0YTNHUjhmWHpsZm82S2k4dlB6WjgyYU5XVElFTHBGS3BVK2VQQ0Ezb3ZVYmJVYlFFbkQvMFlEVnJ4NTg0YldzZWJQbjYrbnAzZnAwaVVIQndjYXZRa0pDYmR2MzZiZjQrL2Z2dzhORFIwMWFsVE5aK053T0w2K3ZnOGZQZ3dQRDQrUGp6OXg0c1R6NTgvOS9mM3BsMjhEZHUvZXZiQ3dzRzdkdXZGNFBHWWpiVGd0TGk3ZXRXc1hzekVqSXlNMk52YkpreWMrUGo2S2R5bzNiOTVzMTY1ZHYzNzl3c1BERXhJUzl1M2JGeFVWRlJzYis5bExMMTI2ZE9QR2pSWVdGb29iSFIwZDE2eFpzM3o1OHVmUG4vLzIyMi9yMXExcjNydzUzVFZnd0FBYkd4dXhXSHp3NEVGQ0NJL0hVMU5UaTQrUDc5eTVNL1ByWm1abVU2Wk0yYng1czZHaFlVWkdSbEZSa1ltSmlZV0ZSWEp5Y2tsSmlibTV1YW1wS1NIa24zLytlZjc4ZVhsNWVaY3VYVWFNR0VIZlRwczJiU3JmYWhCQ25qNTkrdVRKazF1M2JrMmVQTGxQbno3MGcrSnl1Y09HRGF2NURiWnMyVEk4UER3aUlxTHlyb2lJaUo0OWUrcnE2aEpDN3R5NTgrblRKN3I5UzdzSkFMNEk4aGpxakZRcVBYdjJMRzFQVGtsSklZUUlCSUx3OFBDQ2dvTGJ0Mi9yNnVvR0JBUllXMXZ2MzcrZkVHSnFhdXJ2NysvcjYvdlhYMytabXByMjdObXo1cE5yYVduMTZkT25UNTgrejU4LzM3UnAwOHVYTDBORFE4ZU1HVk0vYnkwZ0lDQXlNcEw1c1UyYk5oczJiUGpTWSs3ZnY3OSsvWHI2ZXU3Y3VZTUhEMloyK2ZyNnZuNzltcjdldkhrenJXalMybDVKU2NuTm16Y1Y4NWh4OCtaTjVyVllMS1l0cTg3T3p2MzY5V08yUjBWRjdkeTVzMmZQbmwyNmRFbElTSkRKWk43ZTNuLy8vWGRoWWFHWm1SbXRlaXE1ZlBseVdWbFppeFl0Rk92bGpLWk5tM3A3ZTIvWXNLR2lvaUltSm9iSlkrckVpUk1wS1NtNnVycExseTV0MjdadFJVVkZlbnE2dGJVMWMwQ0xGaTBPSFRwRUNGbTdkdTNEaHc5NzllbzFaY3FVcFV1WHZuanhZc0NBQVQvLy9ETTk3TmRmZjgzTHk4dk16RFF6TTZ1aG1sdGVYazc3TzNnOG5xYW1KaUdreWxhVE4yL2VDQVFDV3B0bmNMbGNiMi92dG0zYm5qcDFhc0dDQmUzYXRVdElTRmkwYUJFaHhOL2ZuNTVOTHBlZlBYdVdFTksyYmR2MDlQUy8vdnFyUjQ4ZXROWU9VT2VReDFCbmVEeGVwMDZkbGk5ZnpqUklWbFJVbkQ5L25yNHVLaXBhdFdwVnAwNmRFaE1UT1J5T2w1ZVh0YlgxekprenQyM2J0bm56NXN6TXpKRWpSOWFtQ2RySnllbW5uMzQ2Y3VUSWhRc1hSbzRjcWFhbTlwM2ZGaUdFZE96WVVTd1cwM2JMenAwN3QyL2YvaXVPc2JDdzZOZXZIKzFrZmZmdUhiTmRJcEVrSnlmVDEwT0dEREV5TW1KMjBRK2tmLy8rOCtmUHI3bUVpeGN2ZnZYcTFkQ2hReFhEbUNhNlJDSzVjK2VPaDRlSGhZVkZ1M2J0VEUxTnZiMjlhempWclZ1M3lzcksyclJwVTEzd2RPdld6ZG5aK2NtVEoyM2J0bFhjbnBDUThPKy8vNXFZbVBqNys5dlkySlNXbHZyNyt3dUZ3bzBiTnlwR2NnMW9HL0tNR1RQb243VlRwMDdhMnRvMUhCOFRFME5iQzZaTW1kSzFhMWZGWGN4UVFkcWp6T2Z6TjJ6WVlHTmpvM2dNbDh1MXM3UEx5c3Bhdm54NWp4NDk2QmwwZEhSb0dOUDdtN1MwTkE2SE0zMzY5S2lvcURObnpodzhlUEN6Znd1QXI0TThocnJrNk9pNGVmTm1rVWkwZHUzYW5KeWNHVE5tREIwNmxLbmIzYjE3TnlBZ2dCQXliOTQ4Snljbm1tRjAxL0hqeC8vNzc3L3g0OGU3dXJwK3R2NlJrNU5EQ0Nrb0tIanc0SUdibTl2M2YxdmtoeDkrTURVMXBWbnI3dTdlcmwyN3J6akczdDUrNHNTSmxmTTRPVG1aR1Q4MVo4NGN4Vitwc2xyOFJXaXd0V3ZYYnRLa1NXUEdqTGw2OWVxQkF3ZCsrZVVYcGx0WEpCSnQyN2F0VFpzMlRJK3Brb3lNakdYTGx1WG01bGJlOWNjZmZ6Q3Y5KzNiUjEvazVPVE1uVHRYNmJCTm16YXBxNnVmUDM5ZUpwUFJqV2xwYVlTUUZ5OWVIRDE2bEE3VWlvNk9QblhxVkVWRlJWRlJVUzNmT05QYXZIbno1czJiTnpQYlpUTFo1TW1UbFE1ZXZuejVoZzBickt5c0ZEZlM5OFhuODBlT0hQbnk1VXRDaUltSkNkMVZYRnhNMjk0SERoem82T2hvYUdoNCtmTGxxMWV2MnRqWURCOCt2RGJGQS9naXlHT29ZNDBhTmJwKy9YcE9UazdyMXExRFFrSXVYYm8wZXZUbzNyMTczNzkvbjRZeEllVG8wYU5Iang1bFdsbXA5UFQwZ0lBQWRYVjFEdytQQ1JNbTFIQ0o1OCtmMHhjUkVSSDFrOGQxTGpVMVZTS1IwT3J2bXpkdnFqdU1OdFZldlhyMTZ0V3J0VG10NHVkSktmYTVDZ1FDRG9kei92ejVLMWV1TUYzdkVvbWtvcUtDVmdTVmNwU3lzckphdjM3OTVzMmJUVTFORFEwTm1UYU1pb3FLOFBCd3BZUGJ0R25qNE9CUStTUXhNVEZEaGd3eE16TlQ3UE1taEx4Ky9acHBxR2VHYlZmWnAxdVpVQ2g4OU9nUkljVE56WTFwV3MvSXlIajA2QkdIdzVrNGNXTGxYM256NWsyVmVXeHVidDYwYWRNN2QrN1FuaFM2NjlDaFEzbDVlZmIyOXRPblQ2ZGpEeWRPbkxoMzc5NkRCdy9tNWVWTm1EQ2hmdHBtNFA4TzVESFVNWmxNRmhJU1FnanAzYnYzdVhQbmhFTGhQLy84azVDUUVCNGVycU9qNCt2cmEyTmprNXFhK3VqUkk4VUpuZEhSMFNLUlNDUVM2ZWpvMEhFMDFjbk96cVpWS3pxV3A3Q3dVRTlQNy91L3JUb21rVWhTVTFNZEhSMXBTR2hyYTFjNTZwaW1xWjJkSFcxT29KZ1JSa09HREZGc2U4akx5NnM4VDBscERCU05FQzZYeXd5elNrOVBmLzM2dGJhMnR1TEFLeVZXVmxiYnRtMVQzRkplWGs3N3dtbXUwejljY1hIeGl4Y3ZQbno0NE9MaTBxTkhqN1p0MnlwZGZlREFnWTBhTmRMVjFUVTJObDY2ZEdseWN2TEVpUk9IRHgvdTUrY1hIeDgvWWNLRUVTTkcwQ01YTDE2c05LZTVzak5uenNqbDhxNWR1eTVldkpqWmVQZnVYWnJIVEZkMHpXalYzTnpjbkdsM29YbDg5KzdkR3pkdTZPdnJMMW15aEdtdzZkV3IxOTY5ZXdraElTRWg5Ky9mSHo1OGVJOGVQZlQxOVd0eklZRFBRaDVESGFNWnpPZnp1M2Z2ZnZueVpkcnVSeXRTcnE2dVZsWldYQzdYeU1qbzJiTm5NMmZPYk42OE9VM1Q4K2ZQUjBSRUZCVVZiZDI2dGVaOFpTcFBOTU9pb3FJR0RScFVYMit1YnRqWTJBaUZ3bmZ2M2pGNTdPRGdFQmNYVi9uSTB0SlNRa2lyVnExbXpwekpiQnczYnR6OCtmTnpjM1BUMHRKV3JWcEZFMUVnRURnNE9IVHAwa1hwREZYbXNaNmUzc0tGQyttV2l4Y3Z2bjc5MnRMUzB0blp1WmJsejg3T1hyZHUzYnQzN3pRME5KWXRXN1oxNjFhUlNEUnUzRGdIQjRlUWtKRG82R2hhb1RjMU5SMC9mcnpTOUtyV3JWdlQyNUgzNzkvVFd3MWFhNmRGWlpLdjVxbEtkQXI3clZ1M0xDMHRGeXhZVU10aTA1dEZwUS9rNDhlUHRHdWZ5V01URTVOWHIxNXQyclNKRm8vK0c2WVU1OHAvK1BCaDc5NjlwYVdsdFF4K2dNOUNIa05kaW95TVBIejRNSjB0ZXZMa1NUcW1oaTZOcWFtcCtkOS8vLzMzMzMvTXdXdldyR25XckpsQUlKZzBhWkpBSUhqNzlpMGhKRHc4dklZdk9MbGNUdk80Y2VQR0hUcDBDQTBOdlhidG1zcmxzWjJkSGMxam1yanA2ZW5PenM1VjVuRlJVUkVUb2d4dGJlM0preWR2M2JvMUxpN3U0Y09IdE1WKzBxUkpVcWswT0RoNHdJQUJpazJ5U3NIMjJaejdyTnUzYisvZHU3ZTR1TmpTMG5McDBxWDI5dlowM1EreFdOeTZkZXZXclZzbkppWWVQSGp3NWN1WDJkbloyN2R2THlnb0dEbHlwTkpKN3QyN0o1RklCQUpCbXpadHFyd0tiVHVwN3M1TUxwZnYzcjNiME5EUTM5OWZjWDV6emM2ZE8vZjQ4ZU5seTVZcGppci84T0dEVWg0bkppWUdCd2ZyNmVuSlpMTFkyTmpxNW9ZSkJBSWZIeDhYRjVkYVhoM2dzNURIVUplNmRPbGliMitmbkp5Y241L1BqS3ltYUNvM2FkS2tkKy9lc2JHeDBkSFI3ZHExYzNWMVBYanc0S0pGaTdwMTYwWXJqalhQUlk2T2poWUtoWFRBbElPRFEyaG82TnUzYjU4K2ZkcWhRNGVhQzFaY1hCd1RFMk5xYWxwZEFOUW5PenU3cUtnb21zZUppWWx5dWJ6S1BsZGFiTnA0b0xTZFdmcnEzcjE3VExkclNrcEtiR3pzclZ1My9QMzltVFZZbEFLWTFnNExDZ3I4L1B6b0ZscEJySTJFaElSang0N1IxZFlHRGh3NGRlcFVMUzJ0aHc4ZjBrSXl2UTlObXpiZHVIRmpXRmpZMGFOSFpUTFpzMmZQbFBKWUpwUFJTVVFEQnc2a3c2ZnBJQzltcUJjZFV0NmxTeGU2SUluU09sOVhyMTU5OWVwVlZsYVdoWVhGUC8vOG8xVEk3T3hzZXFyS0RleDA5UTkvZi84VksxYlFTSTZQajZkNS9PelpzNXljblB6OGZEb3RqUkRpNCtORDd5M1MwdEpzYkd5WS9vTE16TXdEQnc3TW5UdTNvS0NBTm04QTFCWGtNZFFsTlRVMUx5K3ZpeGN2enA4L244L25MMXk0OE8zYnQ3Tm56eDQ2ZEdod2NQQ1pNMmZvMkZTcFZCb2RIYTJqbzBQYko1czJiZXJtNW5idjNqME5EWTBxMTN5ZzVITDVtVE5uYUcybVQ1OCtmRDYvZWZQbXIxKy9QbnIwcUpPVFV3Mi9tSjJkN2VQalEvdGMzZDNkRmR0K1dXRmpZOFBoY0ZKU1VxUlNLUjFoVk9XUThvcUtDaHAxZW5wNmxTT1p1bnYzcnRLV3ZMeThwVXVYK3Z2N1Y1bnh0TDlaS3BWbVpXWFJMYlRmV2pFTEszdjY5R2xvYU9qVHAwKzVYRzczN3QxSGp4N05uUHowNmRQME51dkhIMzlranVkd09CNGVIaVltSmtGQlFZMGFOVkk2Mjk5Ly81MmNuR3htWnZiTEw3L1FMVFJ4Nlp1bGNuSnlacytlYldCZ29LT2pRMXUybVRsSWJtNXU0ZUhoaFlXRlJVVkZRcUdRM25ESTVYTGF0aThRQ0xTMXRTVVNDVzJKVVp3dVJWKy9lL2N1SUNDQTlnb25KQ1RRMjRnblQ1NG9MU2E2YXRXcVFZTUd6WnMzNytUSmsybHBhVUZCUVhRZVdrNU9UblIwOU11WEwyZk5tb1U4aHJxRlBJWTY1dWpvNk9YbFZYazdUWUpidDI3ZHVuVkxhV010Vjc2TWlJaWdZM0duVFp0R2YyWDQ4T0VCQVFGSlNVbVhMbDJxWVQybXg0OGZNMHNzM2JsemgvVTg1dlA1TmpZMjc5Ky9Gd3FGaVltSnpaczNyM0twNTdkdjM5S1lEQWdJNEhLNVptWm1QQjR2S1NtSmZyeXJWcTFpWm92Uit0L2R1M2VWSmg5WFJrOW9aR1JFeHlYUi91TjkrL2JWc0JKa1JVWEZ4bzBicmF5c0prK2UzTGR2WDhYcDBVeUwrdHUzYjArY09QSHJyNzhxVnNmZDNOenk4L092WDc5ZVVsTEM1R0prWk9UcDA2ZjE5UFJXckZqQmJLVER3c1BDd3RUVjFRY05HbVJpWXVMbTVsWlVWQlFaR1VucnJBS0JnS21oYW10cnIxbXpKanM3Mjg3T2pobk94bndzSzFhc2NISnlldno0OGFwVnEraUNvelY4R3FOR2pkTFcxczdLeW1JbVI3MTgrWExKa2lXRWtPblRweDg2ZEtoTGx5NC8vdmpqbGkxYmR1N2N1WExsU2pvd250NDYvUHZ2djA1T1RrcWZCc0MzUUI3RGQxZGFXaG9YRjBjWGs3S3hzWEYyZG43MzdoMnpyRkl0VDFKWVdIanMyREc2MUFhejhrT1BIajNPbmoyYmxKUjA5T2pSRGgwNktLMzJ3S0NqWnl1L1pvdEVJbW5TcE1uNzkrL2Z2WHYzNXMyYm4zLyt1Ym84cHBWakt5c3JKdWRvY3ozdHgxV3MwaVVrSkx4NTh5WXBLV25tekprMWRCSlhWdytXU3FYVkZmWGt5WlB0MnJXamk1dlNQNEVpMmo1c2EydHJhbXI2MTE5L1NhVlNzVmdzbFVxbFVtbHBhV2xrWktSY0xsKy9mcjJmbjUrNnV2ckZpeGYzNzk5dlpXWDF4eDkvS05hYnJhMnRlL1RvY2Z6NDhkT25UMSs1Y21YTGxpMHRXclJvMGFMRm1ERmo1c3laWTJob3VIanhZbVphTUIyZG9EUUluOWFoditMdk8zRGdRT1oxZVhrNW5VcEhSNXNmT25SbzM3NTkyN1p0MDlIUmlZbUp1WGZ2WHJkdTNlZ2ZSVmRYMTkvZnY4cjF5d0MrR3ZJWTZwaFlMTTdLeWhJS2hXbHBhZlRMK3ZqeDQ4emVKazJhekp3NU15UWtoT1p4N1Jmb0R3b0t5c3ZMMDlQVFUxd2RpY1BoVEpzMjdZOC8vaENKUk92V3JRc0lDS2h5cmxTSERoM216Smx6L2ZwMUd4dWJTWk1tMWNXNy9DWWlrY2pSMFRFaUl1TFJvMGU1dWJuTm16ZXZjZ295M2VqaTRxS1lyMCtmUHFVdnFweWtlK25TSlNjbnB4cG1MbFgzZ1ZlWDAzdyt2Mi9mdnN1WEw4L1B6K2Z4ZUVycmEwb2tFbm9ua1o2ZS92ZmZmMnRvYUNqZFlORm5QTHg3OTI3ZnZuMmVucDZ2WHIwYU5HalFsQ2xUbU1abmFzbVNKU2twS2ZUZnlmTGx5NW5uV0VSRlJSRkNKa3lZOE5sZWYxcHQxZFhWclgwZWw1U1VaR1ZscGFlbnA2ZW5wNmFtcHFhbXBxZW4wODlCVDAvUDB0S1NMckpOSDU0UkZSVjE4dVRKYnQyNjBkNzZFU05HSUl5aHppR1BvUzVkdm54NTM3NTlTbC91TGk0dXc0Y1BqNDJOUFgzNjlOMjdkMk5pWXBobEsycnV0bVNjT1hNbU9qcWF4K010WHJ4WTZYdlF5Y21wZi8vKzE2NWRFd3FGYTlldVhiRmlSWlVEYm9jTUdWTGQrbFBmYnRPbVRiYTJ0a3h2YUEzSERCZ3dnTjZ5TkduU2hEYmVxcXVyTjI3Y21LNE1wVWdpa2REcXIrTEszaVVsSlhSUTB2RGh3MmZNbU1Gc3I2aW8rT21ubjJoTHZsSVlLd1V3amMvczdHeWw1djNxNnNkMGdaY3RXN1lvTHBUQk9IYnMyTm16WjNWMWRlZlBuNzl4NDhZdVhib3NYTGl3aG81OFgxOWZEb2NURXhOeitQRGhLZ3RHQ05tMmJSdnRqSkRKWkhTdzFhNWR1OVRVMVByMDZWUGRhWmxCV08zYXRhdDVBUG1hTld2YzNOem9xUUlEQStseUlwU3hzZkd3WWNPU2s1TmpZMk5wSzdTOXZYMStmdjdWcTFkNzkrNGRGUldWbkp3c0ZBcUZRaUdQeC90c3Z3REFWOER6ajZFdTllblRoOVpRTFN3c3BrNmRTaWZlT0RzN096azUwUzlaRXhPVHpwMDdNNk4vYTRnQnhxMWJ0NEtEZ3draHMyZlBWbHdXZ3pGOStuUmFLM3I1OHVXaVJZdVkxVUlZVXFuMHlKRWpzMmJOV3IxNmRXMmVvZnRGc3JPejc5Ky9YK1Z5a3RVZEk1RklIQndjYUhJNE9qcnkrZnpLN2RXeHNiSEZ4Y1ZXVmxhS1E4ZERRa0pLUzB1NVhLNWlLeXNoaEhheVZobVpTcDh3dlpDbXBxYjcvNkJyVUZmM3dHUG10SlhQbkplWGQrWEtGVUpJdjM3OXVuZnYzck5uejF1M2JnVUVCTkNCOUZXaWI5bkZ4YVZuejU0ZlBueFFWMWMzTVRFeE56YzNOemMzTmphbXh4Z2JHOU10ZEVxMHM3TnorL2J0Nzl5NVUvblB5a2hJU0tETitMMTc5NjdoWGNoa3NwaVlHS1psZS83OCtiUUR1MVdyVml0WHJqeDgrUENNR1ROb01XamJPSDI4SS9NOERENmYvK3JWSy9ydkdkM0c4RDJnZmd4MVNWTlRjL1RvMGUvZXZmUDA5T1R6K1hUb2xtSk5xRVdMRmdzWExnd0pDYUg5Y1BRQmRqWFVxS0tpb29LQ2d1Z0RrYXFiWjZ5bHBiVjgrZklsUzVhVWxaVUpoVUl2TDYraFE0ZTZ1N3N6RVhMdjNqMjZaTmlIRHg4NEhBNGRtRk1uS2lvcWR1M2FKWlZLYTNpS2MrVmpKQktKcHFhbXRiVzFVQ2hzMXF4WmxldGNYcnAwaVJBeVpzd1lwc0lYSHgvLzc3Ly9Fa0tHRGgycTFGUE9qRlpqVXEwNllyR1l6K2NQR0RDQXJnRkp4M045L1BpUitiSDJiM3p6NXMwbEpTVzZ1cnAwdnZpQ0JRc3lNakxvUEs0NWMrWW9qaldyN0pkZmZoa3hZb1JpcTdWUUtLU3JkWHA2ZWxZM0RxQTZwMDZkb3AzUU5jOEdwamNLekx3c0V4T1RhZE9tU1NRU3hRZHQwZFNudDNlMDJkemUzcjUxNjliTm16ZnYzNzgvN1VIbzI3ZnZGeFVQb0phUXgxREhCZzBhSkpmTGFXMllKakZ0bEs2eUtzemxjbi82NlNkM2QzZkZsWThZRVJFUjI3ZHY1L1A1dnI2K3ZYcjFxdUdpOXZiMmZuNStmbjUrRlJVVkVva2tMQ3pzL1Buem5wNmV0RjFSc2ZKWFErMnRCaGN2WG1UV2hiaHc0Y0xEaHc5cDYvR3paODlvcmJkbHk1YWZQY2JNekl4MmtkNjllOWZZMkxoSmt5WkNvYkI1OCtZaElTSDBZRUxJM3IxN1I0NGNTV2RMTjJuU2hHbWtmZjM2OWRxMWEybW9NNE9CczdPelRVeE02TlFwdW9YcGVXWFFENSs1SldyWnN1WCsvZnNWSzdzdUxpNzkrL2RQVDA4WENvVVdGaFo4UHA4ZVhFUERiM1oyOXFaTm0xNi9mczNqOFJZdFdrUmJSQVFDd2VyVnE1Y3ZYNTZTa3JKcTFhcm16WnYzN2R2WHhjV2xjc1dhVXVwQ3JvRk1KcnR4NDBiLy92MnIzSHZpeEFuYTdEeDkrblNtOTVvcHZPS0NYUFJKb0xRTm5PcmZ2MzlPVHM2alI0K2FObTJxcjYrZmxaVkZGK21rRmVLZVBYdW1wS1NNR2pWS1IwY25NRENROXB2bzZPaTR1cm9XRlJVbEppYldma1V6Z05wQUhrTWRVMXhNaXJhTzBpU20zL0pKU1VreE1USE1JR0ZiVzl1blQ1OGVPSENBanZ4U3pJQlRwMDdSUnlNdlc3YU05cmJXckhYcjFtdlhydlgzOXk4c0xGUlRVK3ZVcVJPVEJDNHVMbFpXVmhrWkdUd2V6OTNkL1N2ZVZGUlVGRjBIZ3hCQ24rQ2tTRjlmMzhyS2FzZU9IVFVmbzZhbVJoL3U5UHIxNjlqWVdFZEh4MXUzYmpWdjN2ejA2ZE5Nb0Y2NmRLbDM3OTdIangvbjgvbGVYbDcwQXdrUEQ5Ky9mNzlJSkhKMmRsNnlaQWxkSUZNdWwzdDdlMHNrRXJyNkp1MGpxTHlnbGRMTmtOTGppcG02WUVoSXlLMWJ0K2hTcG5SVnRTb2ZkRmhZV0hqKy9QbXdzTENLaWdwdGJXMGZIeC9GNW5ROVBiMU5tellGQmdiR3hNVFFCMFhzMmJQSDJOalkxdGIyeHg5Ly9Pb25meHc3ZGl3a0pLU3dzSkQya1RQRVl2SGh3NGN2WHJ4SW43ZW9XRGxteHAxZHYzN2R5Y21KZm95MGt6NG1KdWFmZi80Wk4yNGNQZURwMDZkLy92a25JY1RRMEZBbWs5Ri9wYlFsdzhURXhNZkhoemxuZW5wNlptYm13SUVEMWRYVk4yL2UvT0xGaXovLy9MTzZ1dzJBcjRBOGh1K0l4Z0JOWlZwSlRVdExXN05tRGQycnI2K3ZvYUh4OGVOSHBtdVFMbHRJQ0RseTVFaElTRWozN3QzbnpadFgrOGRGdEdqUmdrNFZuVGx6cHVMRDUvWDA5UDc4ODg5bno1N1oyOXZUVHNFdnRXSERoam81NXNLRkM0by8wc2NuN05peFEzSGp0V3ZYWW1OajU4NmQyN2h4NC9qNCtPUEhqOGZIeDJ0cGFVMmNPTkhkM1oycDdjbmw4dm56NTU4OGVaSVptNjI0SWdlRHRvUXJQcnFqU2pObXpHamN1UEdwVTZmb21wRmNMcmRWcTFiTVhwRkk5UHo1ODhqSXlLaW9LSkZJcEthbU5uRGd3TEZqeDFadUh0ZlMwbHE1Y3VYVnExZVBIVHRHMS9mSXpjMFZpOFdkTzNmKzhPSERwVXVYcWh2Z1RlY3gwd1ZHRkFmSmw1U1UwSmx5eDQ0ZHM3Q3c2TkdqQjkyZWxKUzBmZnYyNU9Sa1RVMU5UMDlQcGJDM3RiWFYwTkFvTHkvZnVYTm41V3NwTnRWMDc5NjlzTER3bjMvK1lmcmdEUTBOYWNZclNVOVBwK3VCQkFRRTBQdXRyVnUzcmx1M3JvYmVGb0F2Z2p5RzcwZ3NGbk00SEZyVG9zSHd5eSsvbUp1Yjc5aXhRMHRMYTlpd1lZMGFOZHExYTFkWVdOaWhRNGNhTldyRXRNUzJidDNhM3Q2KzV1RTVWYkt3c0ZpN2RtM2w3UUtCb0laWlFQK3JPRHM3VDVreWhYWnFIajE2TkRjM2QvejQ4WU1IRDFhNkwrRnl1ZDI2ZGV2WXNlT3NXYk80WE83UFAvK3MyQS9LRUl2Rk9qbzY3ZHUzci9taSt2cjZvMGFONnRDaEExMjRhdTdjdWN5TlMyUmtaRkJRVUVWRmhZYUdScnQyN1Z4Y1hOemMzR3ArQnRmQWdRTjc5T2dSRWhKeTVjcVZIajE2eko0OW0vWmZHQmtaSFRseXBPYVMxUEN3eFczYnRwbVltRmhaV1IwL2Z2emF0V3QwWEZ1VnR3VTZPanFMRnk4K2ZQaHdlbnE2NGgyQWtaSFJEei84TUg3OGVHYUxscGJXcUZHaldyZHUvZnZ2djB1bFVrdEx5L1hyMTU4OWU1YjIzMWVtT0NUN3hZc1haODZjR1RObVRNM3ZDS0NXT0xXZkFQcnRnbmJ0QzlxMWx4QXliZEs0YVpQRzErSTNRTFhST2k1dEViMXg0MGJqeG8yWmVUNnRXclZpdmtabE10bURCdzljWFYxcnVWRFgveDE1ZVhtR2hvWTF6K0hKek13ME56ZXY3cGpFeEVRN096dm1hY2VmbFpBUlJsSFJBQUFnQUVsRVFWU1FZR2RucDlpNW01MmQvZno1Y3djSEIxdGIyeS85QTFWVVZIQTRITVdydjN6NVV1azV5bDhxT1RsNTdkcTEvZnIxNjlldlh4MDJGd2NIQjV1YW12N3d3dyswdExHeHNkYlcxdnI2K3ZnMytYK1RSQ0taUHRmclhYSUtqOGU3Y1BhZkZzMmIxY05Ga2NjQW9HTGtjdm0zUDZnS29BYXM1REY2UGdCQXhTQ01vVUZDSGdNQUFMQVBlUXdBQU1BKzVERUFBQUQ3a01jQUFBRHNReDREQUFDd0Qza01BQURBUHVReEFBQUErNURIQUFBQTdFTWVBd0FBc0E5NURBQUF3RDdrTVFBQUFQdVF4d0FBQU94REhnTUFBTEFQZVF3QUFNQSs1REVBQUFEN2tNY0FBQURzUXg0REFBQ3dEM2tNQUFEQVB1UXhBQUFBKzVESEFBQUE3RU1lQXdBQXNLOWU4MWhUVTRQUDV4TkNTc3ZLSkJKSmZWNGFBQUNnbHNvcktxUXlHU0ZFUzB1THgrUFZ6MFhyTlkvTlRFMDBCQUpDU0c1dWZrV0ZxRDR2RFFBQVVFdDUrWjhxS2lwb2JHbHFhdGJQUmVzMWowMU5UQVFhQWtMSXE5ZHY4ajk5cXM5TEF3QUExSVpjTG4vOU9yR3dzSWdRWW1waUxCQUk2dWU2OVpySGJWcTF0TEt3SUlRSTB6TjI3RG1RbTVjdkVvdGxNbGw5bGdFQUFLQXl1Vnd1Rm90TFNrb1MzaVQrZmZwc1NXa3BoOE5wMzY2dGdiNWUvUlNBSTVmTDYrZEsxTzNJZXpQbUxaQktwWVFRU3d2elRzN3Q5WFIxQlFMMStpd0RBQUNBRXBsTW52L3AwNGZNck9keDhiU3gyc0xjN1BpaHZZNE85dlZUZ1ByT1k2bFUrdHZ2Szg1ZnVsS2ZGd1VBQVBoU1Bndm16NTg5bmNQaDFNL2w2anVQQ1NIRnhjWGJkKzI3ZURtOHBLUkVJcEdJSlJJMFdRTUFBT3Q0UEI2ZnoxZmo4ODNOemFaTkd2Zkw2Si9xOCtvczVESDFKdkZkYWxwYVh2Nm5UNThLeWlzcVdDa0RRQVB3TVN1enNMQ0FFR0ptWnFHbnI4OTJjUUJVRllkRHRMVzFEUTBNakF3TldyVnNibVpxV3Q4RllDdVBBYUJPckZxMTZzS0ZDNFFRUHo4L2QzZDN0b3NEQUY4SjYzTUJOQkQxMXNzRkFOOEQ4aGhBaFVtbFVyclVIWS9IcTdkVmhBRGdlMEFlQTZnd21VeEd1NXc0SEE3cXh3QXFEWGtNb01Ma2NqbWR6Yy9sY2xFL0JsQnB5R01BRlNhVHlaREhBQTBEOGhoQWhVa2tFcHJIZE40azI4VUJnSytIUEFaUVlYSzVIRk1XQVJvRzVER0FDbVBhcS9sOFB1ckhBQ29OZVF5Z3dtUXlHWmFiQldnWWtNY0FLa3d1bDlNOHh2eGpBRldIUEFaUVlWS3BGT09yQVJvRzVER0FDbE5jbnd2OXh3QXFEWGtNb01LWXdkVlluQXRBMVNHUEFWU1lUQ2FqOVdPMFZ3T29PdVF4Z0FwajFxL21jcmxjTHY0N0E2Z3dkRGdCcUl5S2lvcnIxNitucDZjeld3b0tDckt5c2dnaFJVVkZZV0ZoVVZGUnpLN3g0OGZyNk9pd1ZGSUErR0ljTE80RG9FSTJiOTU4OHVUSnp4NW1iMjkvNXN3WmRDb0RxQkEwY0FHb0VqYzN0OW9jTm5Ub1VJUXhnR3BCSGdPb2trNmRPbWxyYTlQWFNvMWJ6RnJXQW9IZ2h4OStZS21BQVBDVmtNY0Fxb1RQNTN0NGVEQS9NcEdzbU0wZE9uUXdNREJnbzNRQThQV1F4d0FxWnVqUW9UVXMvY0hsY2p0MDZLQ2xwVlcvaFFLQWI0VThCbEF4alJvMWF0NjhlWlZyZ0hBNEhBTURnMWF0V21FdU1vREtRUjREcUJnMU5iWE9uVHN6UHlyMUlwdWJtemRyMW95TmNnSEFOMEVlQTZnWUhvL1hybDA3UFQwOXBlMjB1dXprNUdSaVlzSlMwUURnNnlHUEFWU1B2YjI5dGJVMTg2TmlGYmwzNzk0c0ZRb0F2Z255R0VEMVdGbFpPVGc0S0hZaDB4ZW1wcWJ0MjdkbnUzUUE4RFdReHdDcWg4dmxkdS9ldmZMMjRjT0hxNm1wc1ZFaUFQaFd5R01BbGVUbTVrWm5QVEZWWkM2WHF6ZzFHUUJVQy9JWVFDVnBhV2tOR2pTSXZxYVJqR1ZBQUZRYThoaEFWWTBkTzFheC85alYxVlZkWFozdFFnSEFWMEllQTZpcTVzMmIyOXZiMDlkNmVub3RXN2JFSTVBQlZCZis5d0tvS2c2SDA3Tm5UL3E2VWFOR2pvNk9iSmNJQUw0ZThoaEFoVGs3Tyt2bzZCQkNXclpzYVdabXhuWnhBT0RySVk4QlZKaXRyYTJ0clMwaHBIdjM3bWlzQmxCcCtBOE1vTUlzTFMyYk5XdW1wNmZuNHVMQ2Rsa0E0SnR3bEJhamgyOVhXRlNVbEp5YW1aV1ZrZkdocUxpRTdlSkFBNWYwTmpFdkw2ZVRhMWUyQ3dJTkhJL0hOVFl5c2pBM2EyUmozYWlSalFDRCtlc2E4cmd1eVdTeSt3OWpkdXpabi9aZVdGcFdWbFphSnBaSTJDNFVOSFJ5T1lmRHdYOWpxQWNhR2hwYW1wcmEybHF1blp3WGVzNnpzclJndTBRTkN2SzR6a2lsMHNEdE93OGVQUzZWU3RrdUN3REE5NldscGJWank4WSt2ZHpZTGtqRHdXZTdBQTNIellnN0I0NEV5MlF5UW9pZXJtNUg1L2EyTnRZR0J2cHNsd3NBb0E3SVpQTFMwdExjdlB5YkViZUxpb3RMUzBzM2JnbXlzN04xYUd6SGR0RWFDT1J4M2NqTXlqcHc1QmdONDQ0ZDJxOWN0c2pheWtwSFd3dnJKUUZBd3lDWHl5VVNTWVZJTkdyRXNPV3IxcWE5RnlhbnBJYUVYVmd3YjdhNk9wNWlVZ2N3dnJwdUpMeE9URWxOSTRUbzYra3Q5dkZzMjdxVmthRUJ3aGdBR2d3T2g2T21wcWFqcmQyMXM4dTRNVCtwcWFsSkpKS1l4MDhMQ2dyWUxsb0RnVHl1RzRWRlJlWGxGWVFRNXc1T2p2K3poQ0VBUU1QRDVYSTd1M1EwTmpJa2hCUVdGbGFJUkd5WHFJRkFIdGVOb3FMaThvb0tRb2lGbVptdXJnN2J4UUVBK0k1TWpJd0VBZ0VocEtDd1VDd1dzMTJjQmdKNVhEZEVJakVkVnEyaEljQUQ0UUdnWWRQUzFxYVAzeTRyTDhlTWtycUNQQVlBQUdBZjhoZ0FBSUI5eUdNQUFBRDJJWThCQUFEWWh6d0dBQUJnSC9JWUFBQ0FmY2hqQUFBQTlpR1BBUUFBMkljOEJnQUFZQi95R0FBQWdIM0lZd0FBQVBZaGp3RUFBTmlIUEFZQUFHQWY4aGdBQUlCOXlHTUFBQUQySVk4QkFBRFloendHQUFCZ0gvSVlBQUNBZmNoakFBQUE5aUdQQVFBQTJJYzhCb0R2U3lRU3NWMEVBQldBUEFiMmZmejRzWlpIZnZyMDZjeVpNNW1abVY5M29STW5UaVFuSjlkd1FHUmtwRnd1LzZKelhydDJiY2VPSGRuWjJWLzBXNm1wcVltSmlWLzBLMVhLeWNrcExpNnVibTlXVnRhOWUvZSs5QjNSdjhqcTFhdVRrcEsrdVlDRUVESjc5dXlnb0tEYzNOdzZPUnRBUTRVOEJwWkZSa1lPSHo0OE5EUzBOZ2MvZmZvMElDQmd5SkFoQ3hZcytOSUlwQ2s0ZnZ6NGJkdTI3YXVLdjcrL3Q3ZTN0N2QzVVZGUjdjK1psWlYxOU9qUlljT0dIVHAwcVBhL3RXM2J0Z2tUSmdRSEI5Y3lMS3VyWWw2K2ZObmQzZjJmZi80Umk4VjBTMFZGQmJPM3FLakkwOU56MUtoUnAwNmRLaTB0emN6TWxNbGt0U3poclZ1M3hvNGR1Mi9mdmkrSzg1aVltRmV2WGlsdExDd3NEQTRPSGpac1dHQmdJRk5PQUZEQ1o3c0EwS0RJWkxMdDI3ZC9VYjNxMGFOSFlyRjQ3ZHExaEJBUER3L0ZYUktKNU9QSGo4Ykd4Z0tCZ0c3cDA2ZlA2dFdyVjZ4WUVSVVZ0WGJ0MnFDZ0lLV3pTU1FTaVVTaW9hRlI1YlhVMU5RcUtpcisrdXV2R3NvVEZSVVZFUkhoN3U1ZTVkN1EwTkJXclZvMWI5NmMyVEp4NHNUazVPUno1ODd0M3IyN1o4K2VUWnMyWlhaZHYzNjljK2ZPZW5wNmxjL2o3ZTM5NE1HRG9LQ2dOMi9lckZpeG9vYnlFRUtFUXVHQ0JRdVdMRm5TczJkUHBWMVBuandwS0NqWXNtVkxWRlRVenAwN09Sek9uRGx6N096c2ZIMTlkWFIwNk9lV21wcDY3ZHExQVFNR3JGMjdWaXdXcjFtenh0emN2T1lybXBtWmVYbDUrZnY3NzkrLzM5VFVkT1RJa1RVZno5aTFhMWQ4ZlB6RWlSUG56WnZINS85L1h5OFNpWVFRb3FtcDJiTm5UelUxdFZxZUN1RC9HdVF4MUNVdWx6dDU4dVRaczJlbnBxWWFHeHRyYVdreHUwcExTMm1OMXNiR2hzZmpNZHV0ckt6b2k3Lysrc3ZLeXFwejU4N01ydWpvYUU5UHozMzc5blhxMUluWk9Ianc0S2RQbjRhRWhKU1ZsU2xkWFM2WHIxNjlPak16YzhlT0hWVkdNZzBERnhlWHpaczNWOTY3WWNPRzhQRHdvVU9IVmhmR2hKQzNiOSt1VzdldVg3OSt1cnE2aW0rTnZqaDgrTENPamc1OVhWWldkdVhLRlVkSHg5MjdkNXVZbURBSFAzandRRnRidTIzYnRoTW1URGh5NU1pVksxZnk4L01mUEhoUTNSVVppeFl0Q2d3TWRITnpZN2JJWkxLblQ1OFNRaG8xYXJSdTNicXlzaktwVk5xalI0L2R1M2RIUjBkdjJyVEoxTlNVSHZucnI3OFdGeGMvZVBCQUxwZVBHVE5tNjlhdHpzN09pcC9ibkRsemZ2NzU1Mzc5K2pFYmh3MGJ0bmZ2M3V6czdMZHYzeXFWcExpNGVQLysvUXNXTEdBU2w3Rng0OFp4NDhZZE8zYnN5Wk1uZi83NUo3MFhvWjlQeDQ0ZFhWMWRQL3MyNjhxZE8zY1dMVnAwN3R3NUN3dUxlcnNvd0xkQUhrTWRNelkyUG5yMEtJL0gwOVRVVk54KzQ4YU5KVXVXRUVLQ2c0UDE5ZlZyYzZxb3FDamErMWpsM3NlUEgzZnMyTEhLWFo2ZW5sVkdNczBQUHArdm1LWU1tdFkxVitBRUFvRmNMcjkrL1hxVmgwVkVSREN2cFZJcEllVGR1M2U3ZHUzeTgvTmp0cjk5KzNiYnRtMmRPblh5OFBEZzgva1NpV1Q0OE9IZHUzZS9mZnUyblowZEUrZUtJaU1qazVLU2JHeHNtalZycHJqOXlaTW50UE40eVpJbEFvSEEwOU5USXBIczJyWHIvdjM3VDU4K25UTm56bzRkTzVpRC8vcnJMN2xjYm14c3ZHTEZDc1V3Sm9Ra0p5Yy9ldlJJTHBjL2UvWk1jVHU5ZjhySXlBZ01ERlRjL3ZqeDR6ZHYzcFNXbHY3eHh4OUtSYld3c1BEejgvUHg4WW1MaTF1K2ZEa3RBQzJrbVpsWkRSOXNIVnEzYmwxSVNFajlYQXVnRGlHUG9lNVZHU3BNSlZKYlc3czJKNG1MaTZPZHluMzc5djFzKzJwUlVaR3VydTY5ZS9kU1UxTUpJV2xwYWFkT25abzhlYkxTWWJSZWZ2LysvZXFDL0xQVTFkVUpJWFoyZHAvOXh0KzFhOWZodzRlYk5tMnFHTWJNR1I0OWVtUmdZTkN0V3plaFVOaTdkMjkxZGZWeDQ4WlZkNnFQSHo4bUpTVTVPRGdvZlE3WHIxK25MMzc5OVZkbTQ2SkZpK2JQbno5anhvenk4bko2UTBNSStmRGhRMmhvcUthbTVzNmRPNVZDblJCeTVjb1ZtcktQSHordWZQWEl5TWdxU3hVYUdtcG5aemR4NGtTbDdiMTY5WEp6YzR1TWpFeElTQ0NFbEpTVTBNN3ZlcXVudXJxNkZoY1hYN3QyalJEQzRYRHE1NklBM3c1NURQV0VWcEkwTlRVck4zSldKaGFMRnl4WVVGRlJvYWFtOXR0dnY5WDhWUjRSRWVIbjUrZnI2eHNXRm1ac2JPenI2OXV2WHo4dXQ5cXhpaFlXRm4zNjlLbTgvZjc5K3lrcEtUVVhySWJUMWhKVEM5KzBhWk5FSW5ueDRzWGl4WXNYTGx4b1oyZkhISFBzMkxHVWxKUmx5NWJWVUZtWFNxWC8vZmNmSWFSbno1N1cxdGJNOXZmdjM5KzRjY1BPemk0MU5iVjE2OVowNDVZdFcrUnl1WStQVCtVd2pvK1AvL3Z2djJtUWp4MDc5clBsRHc0T3B0MzJQWHYyMU5mWGw4bGtsVCtUS1ZPbVJFWkc5dS9mbnhEQ0RJWm5PaVlVdlgvL2Z0MjZkZjcrL2t6VGV1MjlmUGx5NHNTSmZuNStTdjBMUC83NG82MnRMZklZVkE3eUdPcEpRVUVCSWFUS2htSkN5Smt6Wjl6ZDNabHhXMnBxYWhNbVRJaVBqMy8rL1BtUUlVTnFjLzdWcTFkYldsb2VQSGp3cy9Vd2UzdDdYMS9meXR2OS9QdyttOGUwaHAyYW1sckxHbmJsY2RHS2ZlZDhQbDliV3pzeU1qSXFLa3F4cjUzZXU2U21wbTdmdnIzSzRXQzAvVDh2TDgvQ3dtTGp4bzIwRlQwNE9IakVpQkU1T1RtalI0OXUyclJwMzc1OW1hSFJwYVdsUC83NDQ3NTkrNjVkdTdaa3lSSjdlM3ZtUEwvLy9qc2RrbDJiK210NWVUa040OTI3ZHl2MjlOKzllMWVwQzd4bno1NXl1VHd3TUpESjQydlhyajE1OGtUcGhFK2VQSG45K3ZXNGNlUFdyMS92NHVMeTJRSW9pbytQLyt3eHlHTlFJY2hqcUNlRmhZV0VrQ3JUWmRPbVRhZFBuNDZJaU5pMmJSc1R5ZE9uVDZlMXdJQ0FBS2xVU2p1RHc4UEQ4L0x5Q0NFREJnd3dNakppemxCV1ZoWWZIOSs5ZS9mYTlFd25KaVlxdFNGVFNyMm5WYUxmN3pvNk9zT0dEV00yQ29WQzJxZzdlUEJncGdDeHNiSHg4ZkdLczQ4b3hUeG1xc3N5bWN6VjFaVkdjbEZSMGUzYnR3a2h2WHYzcnU3MmhSQnkvUGh4Mmx0UCsyalQwdEtpb3FLdVg3KytmUGx5K2g0VEV4TnBCWnJlRmx5OWVwWE9WL2IzOTkrM2J4OVQ4KzdidCsrVksxZjY5T25UbzBlUHo3NTlHcTQ4SHE5bHk1YUsyMTFkWFUrZlBzMDBqMWVKYVYydnJMUzB0THk4L0xOWFowZ2trb1NFaE1PSEQzLzJTT1F4cUJEa01kU1o2T2pvdFd2WDBuRk1sZEg2Y1VwS2lsSjlWeXFWMG5GRER4OCtYTGh3b1dJazA2LytwVXVYMHByWnBrMmJhQmgzNk5CaC9mcjF6REZpc2RqWDF6Y2xKZVczMzM1VEdrUldwZno4L0Z1M2JsWGVYcHRJS0NrcElZU1ltSmdvMWJBWExseDQ1ODZkUjQ4ZUhUaHd3TWJHaGhCeTRjS0Z3WU1IVjY3Y0t5VUU3VTZtWjZBdHVtL2Z2cVY1L05OUFAxVVhKMUZSVVhTYWIzeDh2R0kxOGRXclZ6NCtQdlQxNnRXcjFkWFZ3OFBEUjR3WW9hNnVucFdWdFhyMWFrTEkxcTFiRlp2QkRRME4xZFRVN3Q2OWUvZnUzYysrZlZweGwwcWw4K2JOMjd0M0x6TlFRRjFkUFRBdzhQbno1MDJiTnRYVDAxTnN3ZmJ5OHJwNzkyNkxGaTFvcTdpU3NXUEhKaVltL3ZEREQ0cmp4aE1URS9mdjMvL2t5WlBTMGxJcks2dEJnd1pObkRpUitWY3hjK1pNeFhyMjZ0V3I2ZnVpbjdsU3EvanIxNitEZ29MdTM3OWZYbDdldEdsVGIyOXZKeWNueFFQeTgvUDM3OTkvKy9idDNOeGNDd3VMZ1FNSFRwa3loZjRyT252MjdJWU5HNWdqSjArZVBHUEdqR1BIamwyNWNpVTNON2REaHc2clZxMVNIRGtQOEkyUXgxQm5YRjFkWjh5WUVSQVE0T2pvYUdob3FOU3QrUERoUTFxenljek0xTmJXVnB6Q3BPamN1WE9qUjQ5VzJoZ2JHN3Q2OWVxVWxCUjFkZlZtelpvOWZmcDA4K2JOaXhZdG9tT0FseTFiUnIrZ0Z5NWN1SGZ2M2padDJueTJuRHQzN3F5ODNjL1A3K0xGaXpYL0xxM2xLOTR4VUw2K3ZsRlJVUjgvZmp4Ky9EaTlnYUFWNkxDd01FTkR3MTY5ZWpGSEtrWHNWM1JJaTBTaWdJQUFUVTNONE9EZzI3ZHY3OXk1VTNGOFdYWjI5c0NCQXdraFRrNU9Pam82UzVjdWpZMk5IVDkrUE5POHJGUkJueng1Y2taR1JrUkVoTDI5dmVKQXZMS3lzdWpvYURvOVRMRXRuUkVTRWpKcDBpVG1SM1YxOWNvTnpsS3BsTFk2V0Z0YlN5U1N5a01IOHZQekNTRUdCZ2JNbHNqSVNGOWZYNGxFMHFsVEp4c2JtenQzN3V6WnMrZnUzYnQ3OXV5aE1kbXZYejg2Ly92TW1UTVNpYVJ6NTg0T0RnNzBkeXNQRlZ5d1lBRnRsZUh4ZUxHeHNYUG16QWtORFdWYTVvVkM0YXhaczdLeXNpd3RMVHQzN3Z6OCtmT0RCdy9ldVhQbjRNR0QydHJhcHFhbWRDRDZpeGN2UkNJUlhVd21MUzNOMnRxNnZMejgvdjM3dTNmdlhybHlaYTMvYmdDZmdUeUd1dVR1N2o1czJMREt0VHFKUkVLYlE3VzF0VXRLU3F5c3JMWnUzVnFiRTZha3BCdzRjSUMydGJxNnVpNVpzdVRPblRzdlhydzRlZktra1pHUnRiVjFRRUJBUVVHQmdZSEJxRkdqV3JkdVhXVnkxQ0dheDY5ZnYxYWFBc1JNY0lxSmlXRjJGUlVWWGJ4NGtjL24rL3Y3MDhGTk5lVHh5cFVyYVpzOE14QzlPbzhmUDg3SnlkbXlaWXVEZ3dPdFNWUGw1ZVVTaVVReGJtbmxPeTh2NytiTm0xMjZkS255YkJ3T1o5bXlaY3VXTGJ0eDQ0YTF0VFhURVAzKy9mc1JJMGJRVzQwbVRaclUraFA2LzNudzRBR3RVdCs4ZVhQWXNHR1RKazBhT1hJa2N6Y2psOHRwSGhzYUd0SXRtWm1aeTVjdmwwZ2tucDZlVTZaTW9TdWtUcDA2TlM0dWJ0dTJiY3VXTFNPRWpCa3poaDU4NGNLRjR1TGlnUU1IMWpCZlhGdGIrL2ZmZng4NGNLQklKQm96Wm94UUtEeC8vdnlzV2JOb0g4SHZ2LytlbFpYVm8wZVB3TUJBTlRXMWpJeU1LVk9tdkhuelpzK2VQYjYrdnIxNjlhSTNVcE1uVDM3eDRnVnRVMW00Y09GUFAvM1VwMDhma1VqRXRHMEExQW5rTWRTeEtwdFlFeE1UNlVLSnRIYjcyWlBJWkxMNzkrK2ZPWE9HOXN1NnVMaE1uVHJWMWRYMTBLRkRlL2Jzb2NmczNyMmJ2dWpjdWZQMjdkdHIvK1g0TGZPZHNyS3lhUC94NmRPbnEyeVpUMDFOcFhPdUdCS0paUG55NVNLUmFPalFvWldQWi9MNDQ4ZVB0UHJJckNoWjNkcVdYYnQydlhMbGlsSlBmSEZ4c1plWEY4Myt5cjh5ZmZwMFpqWjJkYWU5YytmT3BVdVgzTnpjWnMrZXJkUTlyUFIyYWpOQ25nb0xDeU9FbUp1YnIxaXg0dmZmZnc4TUREeDY5T2k4ZWZQYzNkMDVITTZuVDUvb1o4ams4YUZEaDBwS1NwbzJiY3JNVlRNd01QRHk4dnJ0dDk5Q1EwT25UcDFxYVdsWnkwdFQ2OWF0b3kzaEdob2FyVnExRWdxRjc5Ky9wN3RvbXorWHkxMjBhQkZ0d0xleXNobzdkdXl1WGJzdVhMaXdjT0ZDcFlZRU9oVit3b1FKaEpDOWUvZStldldxeWo4b3dGZERIa045b0gyVEFvR2diZHUydGNuanExZXZybGl4d3R6Y2ZOS2tTZTd1N3ZiMjl2bjUrUXNYTG95TWpPUndPTE5uejM3MjdObURCdys2ZHUzNjZkT24rUGo0NmpxdHExU2IrVTVTcWJTc3JFeHBJclZFSW5uOStqWHRFKzNXclp1aG9TR3Q2dlh1M2J1b3FHank1TW0wZFpSeDRjS0ZIMy84VVdsWkVxWDdGV1lJOU42OWU1bitZMW9GckM0NFQ1NDhxYlMrV0dwcUt0TWtycmhHQjNNR3hXYUQ2dGFqcGxYVnlNaElHeHViNnZKNHg0NGRyMSsvM3JwMWEyM3VmdDY5ZTBjWFNQSHc4T2phdGV1UkkwZm16NS8vOGVQSE5XdldoSWVIQndVRjVlVGswQ09OalkxcHdlZ0FORGMzTjhWUHFXdlhybHd1VnlhVDNicDE2NWRmZnZuc2RSVTVPam95cjJtWjZRZ0E1dCtralkwTjdlK242SEtueGNYRjc5Ky9iOXk0c2RLcHBrMmJSbDg3T1RrcDlVTURmRHZrTWRRSE9yYlcxZFcxdXBXbGxYVHIxaTA0T0xoVnExWWNEa2NtazRXR2h1N2N1ZlBUcDA4bUppWnIxcXpKenM3ZXUzY3ZJU1FwS2Vubm4zL2V1WFBuaFFzWEt2YzZWK2V6ODUwa0VzbXlaY3N5TWpKMjc5NnRXQTE5OSs0ZG5iL1VybDA3cGc4eUp5ZUhQbi9pNWN1WGlvM1ltWm1aRVJFUllXRmhRVUZCaXJtdUZJYzEzRWxVbDhkMGx2REZpeGNkSEJ6UzB0TGk0dUowZFhXWnVob1Rjb3JabzFnQXVwcDBaUmtaR1hTc25OS0hzMzc5ZWhybnBhV2x6NTgvSjRUNCtQalVKcEozN05naGw4dDFkSFIrL3ZsblFvaURnOE9oUTRlbVRadVduWjM5OE9IREsxZXVNSE9PNlZENS9QejhUNTgrVlo1NUpSQUlEQXdNOHZMeWxCb2V2bEY2ZWpyOXVCVFhqV0Urc1E4ZlBpamxjWThlUFdyZk1BRHdGZkRQQzc2N21KaVlkKy9lRVVLR0R4Lys1czJiS28raGo0NHdNaktpZ1cxZ1lFREgrTVRFeEFRRkJiMTY5WXJENFl3YU5lclhYMzk5K1BBaE01NDJLeXVyZmZ2MlBCNXZ4NDRkWGJ0MmJkU29rZUk1VTFKUy92bm5IOFg4bzJPU2s1S1MxcTFiVjdrTXNiR3g5QkZTYytiTW9aWDRPWFBtN042OW14bHRSRWN5VzFwYUt2YW4wbkZxdEtneE1URks1M3oyN05taFE0ZTh2THlxKzNCcWVIcFNEVkU5ZHV4WW1zcEhqaHlKaTRzek1qSmlRalF6TTVPWldjUTh5TkxTMHBLT2I2L3V0QktKaE9aVDVTV21zN096bWZIWWROR1NqSXlNSFR0MitQajQxRENiNk1xVks3U3ZZZmJzMmN3SGFHVmw5ZWVmZjA2ZVBGa2tFcjEvLzU1NTcwejltUDVZK2JUZnZneExMV2xyYTlQeGdIanVCZFEvNURGOFgzSzVmTmV1WGZTWkI3MTY5YW91ajFOVFUwZVBIcjFwMHliNlNBT0pSSEx0MnJXLy8vNDdJU0ZCVFUxdDJMQmhVNmRPdGJXMURRNE8zcmx6cDB3bU16WTJwcy9URllsRXc0Y1BEd2tKV2JSbzBlN2R1eFVuSlRkdTNOakd4b2F1WDhIbGNtbDNJSS9IeThyS0Nna0pVZnpDcFYyMmZENWZUVTFOS0JRS2hVSzZOeWtwYWNHQ0JUdDM3cVMxWkJvd0F3WU1VQ3c1N1NKdDFxelppUk1uRkxkUG1qUXBQajYrVjY5ZVNtR3NGTUJNYlZWeFFyUFNydG9MRHc5WHJGWFQxblZOVFUxRFEwTW1qNnQ4NG1GOGZEemRmdS9ldmVuVHB5dDJuVzdidHUxTHgzTUpoY0pObXpZUlF0cTJiYXZVYnRHc1dUTmZYOS8xNjlkMzZkTGwwYU5ITkgzcHJDRkRRME02M0kvT2FtTklKQkphYjFaY2hxeXloSVFFSFIwZHhjYm5tdEgxdEUxTVRJNGRPNmE0dmJTMGxNL25ZNndXMUQva01YeGZZV0ZoY1hGeHRKR3pobG9PbmZ2TFBMTHA2ZE9uSzFhc2FOS2tpWmVYbDd1N3U0R0JRWEZ4OFcrLy9VYUhFN3U1dVMxYXRJaU9xaTBvS0pnMWE5YU5HemNTRXhOLytlV1grZlBuRHh3NGtQa3luVFJwVXBjdVhjek16R2dWVFM2WGI5aXc0ZDkvLzlYWDE5KzFheGZUUzNyeDRrVS9QejhMQzR0Um8wYU5HREdpeWtWTGlvcUtIang0d09WeWFlc3I5ZURCQXpyVmlobjB5NkMzQzVVWHZWSnFoV1lXOEhKM2Q2ZlRkUW9LQ2k1ZnZseGRjRlluTGk1dXk1WXRjWEZ4OUUwMWE5Wk1WMWMzUER5Y2Zxb1JFUkZXVmxaY0xuZmd3SUdLazRzWXRET1Z6K2ZIeGNWdDNMaVJqbVQrT3NYRnhmUVowaVltSm9HQmdaWGJlRWVOR3RXdlh6OTlmWDE2SzJOc2JFeVA0WEs1UFhyMENBOFBqNG1KbVRGakJuUDgwNmRQNmEySjRoeGxPb3VwdUxpWXFlNmZQWHMyTWpLU3Z1WGE2TlNwMDdsejU5TFQwek16TXhYL1RIdjM3cjF5NWNxRkN4ZHEyYmNDVUZmcXFSVUkvbStLajQ4UENBaWdkY3JLeis1VlJQdnRhQmNtN2FBOWZmcjBxVk9uSmsyYXBLK3ZmL255NVZHalJ0MitmZHZBd01EZjMzLzc5dTFNcU1qbGNsTlRVN3BtWkU1T3p1clZxMy84OFVkZlg5L0V4RVI2UUxObXplakJJcEZvMmJKbC8vNzdMODJNelpzMzA4bExoSkFoUTRiNCtma1ZGeGNIQlFVTkhqdzRLQ2lJZGdrck9uLytQQjBqelh4MzUrYm0wc0hNTFZ1MlZLcmR5dVZ5bXNlVm40U2hWRCttb2R1bFM1ZmZmdnZOMTlmWDE5ZDM4dVRKV2xwYXYvNzZhMjBXc0tSbkV3cUZVNlpNaVl1TG16WnRXbUJnNExadDIwNmNPUEg0OFdQYTZxNnBxZW5yNnp0dTNMZzJiZHE0dTd0WGZ0cUhSQ0k1Zi80OGZTNUYxNjVkUTBKQ1ZxNWNXWGxsc2Rvb0xTMzE4dkpLVGs0Mk1ERFl1WE5uZGN0bDBGWE02TjlJc1pkaDJyUnBmRDcvMGFOSGRJWWJ2VkdqQzVBTkhqeFlxVU9YVm9YcFV5dXlzckp1M3J6NVJTdHU5dXZYejhMQ1FpcVZybGl4Z3Y2eDZLS2VKMCtlZEhGeFFSaEQvVVA5R0w2WDU4K2ZlM3Q3aTBTaTl1M2JWN2srcFNMYVJCa1JFVEZ6NWt3dWx5c1FDQndkSGVrakV3NGRPcFNZbU1qajhRWU5HdVRyNjB2RGxSa0lUYi94TzNmdXZIdjM3aVZMbHVUazVCUVhGNzk2OVlySld1cnQyN2QvL1BFSERZQStmZnI4L3Z2dmlsSEI0WERjM2QyN2QrKythdFdxZS9mdUJRY0hYNzU4T1RBd3NHM2J0dlNBOHZMeXYvNzZTMU5UYzk2OGVVeUJGeXhZa0ptWmFXUmt0SEhqUnRyQW01dWJxNnVycTY2dW5wYVdSb05XcVV1YnFSOHpxV3hvYUhqMDZGSG1RalRDdzhMQ3hHTHgyN2R2YlcxdHRiUzA2SzlVMlZsTG44Z2tsVXE1WE80ZmYvd3hmUGh3V2ltL2MrY09YYXBpOE9EQnExZXZQbmZ1M002ZE8rbUNHRTJhTlBIMTlWV01ydlBueitmazVGaFlXUHowMDAvdTd1NXo1c3k1ZlBseWJSN0pyS1Nnb01ESHgrZlpzMmNtSmlaNzl1eGhsdW1nOXV6WlUxcGFhbU5qWTJGaG9hZW45L0RoUS9yblVIejRZNU1tVFZhc1dMRnExYXJseTVkZnZuelozTno4M3IxN21abVo3ZHExKy8zMzM1VXU1K0hoRVIwZGZmYnMyVHQzN3VUbjU4dmxjbHFydm5mdjNvVUxGNWlMamhneG9tUEhqanQyN0tEakF4SVNFZ0lEQTMxOWZkWFYxUU1DQW43OTlkY25UNTRNR1RMRTN0Nit0TFJVS0JSYVdGZ3NYcnlZbnVmZXZYdjBkb2YrU0Jzeit2VHA4OVh6NVFCcWdEeUc3K0w4K2ZNYk4yNnNxS2pvMWF2WG1qVnJtQmRtWjZVQUFDQUFTVVJCVkNVZ2FLaDgrUERoeFlzWFRGK3ZUQ2Fqai94TFRFeGNzV0xGdW5Yck1qSXlMbDI2RkJvYW1wV1ZwYUdoTVhyMDZBa1RKdXpmdjMvWXNHR09qbzVXVmxiMHUxVkRRNE5wYzI3ZnZ2MnBVNmVDZ29JRUFzSGl4WXVadHZIeTh2SWpSNDRjUFhwVUlwSFkydHA2ZTNzcnJwYWx5TmpZK004Ly8venp6eitEZzROemNuSjhmSHd1WDc1TU81S1BIei8rOGVQSFAvNzRndzRKcHMzcEh6NThzTEd4MmI1OU85Tm51WEhqeGp0Mzd0amIyek4zQTYxYXRWSzZDbTFmWlZwWnpjM05sZXJRZE0zcTBORFF0V3ZYMHJISHRQR2djaXU2VkNxbENjSGxjamRzMkVDNzN1UGk0bzRlUFVvWHIramZ2NytmbngrWHkvWHc4T2pUcDgrbVRadXVYYnYyOXUxYlQwL1BzMmZQMG1KbloyZlRDdWl5WmNzME5UVTFOVFgzN05temRPbFN1amdYWFEzRDJ0cmEzTnhjUTBORFRVMU5KQklWL3c4ZWowZmJHK2dJQUc5djc3UzB0TFp0MndZR0JsYXVHWC84K1BIQ2hRdEt6UU44UG4vdzRNR0tXNFlPSFdwblozZjQ4T0ZuejU1RlIwYzNhdFRJMDlOejNMaHhsVHQwKy9mdkx4UUtUNTgrWFZoWTJLSkZDeTh2TDFxQmpvdUxvdzkzSW9SY3ZueTVaY3VXSFR0MlBIdjJMRjJaSkNzcjY4U0pFM1Q0Vyt2V3JVK2NPSEg0OE9Hb3FLaWtwQ1FkSFozQmd3ZDdlbnJTZTc2NHVEakZNUUYwU1hBNktnMTVETjhEOGhqcVdIWjI5c2FORzIvZHVxV2hvZUhsNVRWeDRrVEZpaDF0Z3kwdUxxNzhjR0thMWdNR0RQajQ4ZU93WWNQNGZMNnpzL09jT1hQNjlldEg1OXVNSHo5ZUpwTmR2bnlaZGtnVFFrYU9IS2s0czliQXdFQ3BJbjd0MnJXZ29LRE16RXdySzZ2Smt5ZVBHREdpNWlrckhBN0h5OHVMdytFY08zWXNMeStQcm1tY25KeDg4T0RCL3YzN2UzaDRwS2VuSHp4NGtGYS9SbzRjNmVYbHBkajhTOWVQWko3aTBLVkxsOHB0enJUZUxKZkxLeW9xS3ErN3lSZzhlTENXbHRidTNidHA1VXlwSGtueGVMek5temRQbURCaDBxUkpkbloyaHc0ZHVuTGxTbkp5TXAzVE5XdldMR1pSTVByaGJOaXdvVzNidGx1MmJCR0x4Zkh4OFRZMk5oVVZGWXNXTFNvc0xQVDI5dTdldlR0ejVKNDllMEpEUS8vKysrL2s1T1R5OHZKMzc5N1JFZktLOVBUMG1MRmE1OCtmRHdnSUVJdkZNMmJNbURGalJwV0RrLzM4L0x5OXZVTkRRdzhkT2tUWElPTndPTDYrdmtxdDBIUVUyTFp0MjZyN1pCUk5temFObVJQTW1EMTc5dXpaczVVMktpNWtwc2pDd3FLNnp2SXF6d1B3L1NDUG9jNVVWRlFjUFhvME9EaTR2THg4NE1DQkN4WXNxTng3T21qUW9JY1BIOTY5ZTVkV1ZoanE2dW9PRGc2elpzMmkzY3lCZ1lFdUxpNUtQWjNObWpYejkvY2ZNbVNJdDdlM1hDNmZPSEhpM0xsemF5N1NpUk1uYkd4c0ZpeFkwSzlmdjhyTExWWEgwOU96dkx6ODJiTm5ORTF0Ykd3bVQ1NU1uemNWRmhiMjMzLy9lWGg0akI4L3Zzb2cyYng1czQrUFQzUjA5TWlSSTZzc25sZ3M1dlA1bjMyWWtrQWdHREJnUU5ldVhXZk9uSm1Ta2pKbHlwUkJnd1pWUHN6QXdPRGd3WVBuejU4Zk8zWXNqOGRyMHFUSjVNbVRlL2JzMmI1OSt5cFBPMjdjT0M2WGUrVElrUTRkT2hCQy9QMzk0K1BqbHl4WlVubjJ0b2VIaDRlSFIySmlZblIwZEhKeWNtWm1abTV1Ym1GaFlVbEppVWdrNG5BNHg0OGZwelhzNHVMaUhUdDJkT25TWmQ2OGVVcHQxRXIwOWZXblRKblN0V3ZYcVZPbnRtL2ZmdmJzMlZoVkE0REJxV0g2STlUZWtlQi8vRGR1Sm9STW5UaHV4ZEpGYkJlSEhVVkZSWU1HRFJvMGFOQzRjZU1VbjdCYjUyN2Z2dDJ5WlVzNlg2Vm01ZVhsZFRzd3A2Q2dRRk5UcytiSk1COC9mdFRYMTYrdTdwdVNrc0xNcnE2TjFOUlVnVUJRODlpdTdPenM3T3pzSmsyYWZPa3NuZkR3Y0dOajQrcWU3VkY3cGFXbFg3UnkrSmNlRC8vYjVIOHFHRDFoNnJ1a1pIMTl2VE4vSFduaVdOTjlHTlFTNnNkUVorZ0VtOHJQMktsejFYVUFWMWJubzJScjgzemxtbThVS3RlcWEwYVg0S2lacWFrcHM5YlZGMUdhUy8zVnZqUmNFY1lBbFdHK0U5U2xlZ2hqQUlBR0NYa01BQURBUHVReEFBQUErNURIQUFBQTdFTWVBd0FBc0E5NURBQUF3RDdrTVFBQUFQdVF4d0FBQU94REhnTUFBTEFQZVF3QUFNQSs1REVBQUFEN2tNY0FBQURzUXg0REFBQ3dEM2tNQUFEQVB1UXhBQUFBKzVESEFBQUE3RU1lQXdBQXNBOTVEQUFBd0Q3a01RQUFBUHVReHdBQUFPeERIZ01BQUxBUGVRd0FBTUErNUhIZDBOQVVxS254Q1NGbDVlVmlzWmp0NGdBQWZFZGxaV1ZTcVpRUW9xV2x4ZWZ6MlM1T0E0RThyaHNtUmtiYTJ0cUVrTnpjdkpLU1VyYUxBd0R3SGVYazVwYVhseE5DekV4Tk5EUTAyQzVPQTRFOHJodEdSb1phV2xxRWtGZXYzM3pJeW1LN09BQUEzNHRNSm90NzhmSlRRU0VoeE5URVJFTWdZTHRFRFFUeXVHNDBiZUpvYTJOTkNCR21aMndNM0o2ZGsxTWhFc2xrTXJiTEJRQlFOK1J5dVVna0tpd3F1dmN3K25EdzMrWGw1V3A4ZmdlbnRucDZ1bXdYcllIZ3lPVnl0c3ZRUU54N0dETjV4bHphcDJKamJkV3RTMmREQTMwTkRkdzVBa0JESUpYS3NuTnkwOTYvZi9Ua0dSMGwwN3BsaTMwN3QxbFpXckJkdEFZQ2VWeG5aREtaejVJL3psKzZ3blpCQUFEcXc1YU4vaDd1UTlrdVJjT0JQSzVMeGNYRmV3NGNEcnR3dWJDd1NDeVJTQ1FTTkZrRFFJUEI0L0g0Zkw2Nm1wcVZsZVhjR1ZQZGh3NWl1MFFOQ3ZLNDdyMU5TazVPVHNuL1ZQRHAwNmV5OGdxMml3TU5WbkZ4VWVhSERFS0l0cmFPcFpVMTI4V0JCbzdMNWVob2F4c1lHSmlZR0xWbzFzelV4Smp0RWpVMHlHTUFWWFg3OXUzZmZ2dE5McGYzN05senk1WXRYQzZHWndLb01Qd0hCbEJWUEI2UHgrUFJzUXQwSUNFQXFDN2tNWUNxNG5LNU5JK2xVcWxFSW1HN09BRHdUWkRIQUtxS0RxNmhFMFBSOFFTZzZwREhBS3FLcVIvTFpES001QWRRZGNoakFGWEY0WEE0SEE3YXF3RWFCdVF4Z0tyQ2VDNkFoZ1I1REtDcW1EeVdTcVhJWXdCVmh6d0dVRlVjRGdmMVk0QUdBM2tNb0txNFhDN3RQNWJKWkJoZkRhRHFrTWNBcWtweGZEWEdjd0dvT3VReGdLcGk1aDlMcFZMTWR3SlFkY2hqQUZYRmpPZVN5K1hJWXdCVmh6d0dVRldLN2RVWXp3V2c2cERIQUtwS2NUMFExSThCVkIzeUdFQlZZZjR4UUVQQ1o3c0FBUEFGRGh3NHdGU0ZpNHFLY25OekNTR2ZQbjA2ZS9hc3ViazVjNWlCZ2NHQUFRTU1EQXpZS3lrQWZCbmtNWUFxU1VwS3VuYnRtdExHNHVMaWMrZk9LVzdwMXEzYmlCRWo2cmRvQVBCTjBGNE5vRW84UER4cWMxaTNidDBFQXNIM0x3NEExQm5rTVlBcWFkMjZkYU5HamVocnBUVzVGSC84NFljZjZyMW9BUEJOa01jQXFrUmRYYjFMbHk3TWoxVXVrK25xNm1wbVpsYS81UUtBYjRVOEJsQWxhbXBxSFRwMDBORFFVTnF1R015MWJOTUdnUDlWa01jQUtzYkJ3Y0hTMHJLNnZjYkd4azVPVHZWYklnQ29BOGhqQUJWamEydHJiMjlQMXdPaFd4UXJ4eDA2ZE5EVjFXV3ZkQUR3bFpESEFDcEdJQkIwN3R5NXlsMXFhbXJPenM2YW1wcjFYaWdBK0ZiSVl3RFYwNk5IRCtZMVV6bm1jRGdtSmlZdFdyUmc2czBBb0VLUXh3Q3F4OExDb2xPblRvcExXRk9XbHBhT2pvNnNGZzBBdmhMeUdFQWxqUnMzanI2UXkrVk1LcnU0dU9qbzZMQmROQUQ0R3NoakFKWGs1dVptYkd5c3RMRi8vLzRzRlFjQXZoWHlHRUFsY2JsYzJvdk10RmMzYjk2OGNlUEdiSmNMQUw0UzhoaEFWWFh1M0ZsTlRZMzVjZlRvMGF3V0J3QytDZklZUUZYWjI5dGJXMXZUMTlyYTJyMTY5V0s3UkFEdzlaREhBS3JLeHNhR0xneENDSEZ5Y3RMUzBtSzdSQUR3OVpESEFLcEtTMHVyZWZQbWhCQWVqK2ZzN0t6WWRnMEFLZ2Q1REtEQyt2YnRTd2d4TXpQcjBLRURsNHYvemdBcWpNOTJBUURnNnprNk9qWnAwc1RFeEFUTGdBQ29PazZWejArRmIxRllWSlNVbkpxWmxaV1I4YUdvdUlUdDRrQUQ5L2JONitMaW92Yk9uZGd1Q0RSd1BCN1gyTWpJd3R5c2tZMTFvMFkyQW5WMXRrdlUwQ0NQNjVKTUpydi9NR2JIbnYxcDc0V2xaV1ZscFdWaWlZVHRRa0VESjVmTHVSd2lKMWl6R3I0N0RRME5MVTFOYlcwdDEwN09DejNuV1ZsYXNGMmlCZ1Y1WEdla1Vtbmc5cDBIang2WFNxVnNsd1VBNFB2UzB0TGFzV1ZqbjE1dWJCZWs0VUQvY1oyNUdYSG53SkZnbVV4R0NOSFQxZTNvM043V3h0ckFRSi90Y2dFQTFBR1pURjVhV3BxYmwzOHo0blpSY1hGcGFlbkdMVUYyZHJZT2plM1lMbG9EZ1R5dUc1bFpXUWVPSEtOaDNMRkQrNVhMRmxsYldlbG9hNm1qaXdVQUdnUzVYQzZSU0NwRW9sRWpoaTFmdFRidHZUQTVKVFVrN01LQ2ViUFYxVEhYcmc1Z2drVGRTSGlkbUpLYVJnalIxOU5iN09QWnRuVXJJME1EaERFQU5CZ2NEa2ROVFUxSFc3dHJaNWR4WTM1U1UxT1RTQ1F4ajU4V0ZCU3dYYlFHQW5sY053cUxpc3JMS3dnaHpoMmNIUDlueVNRQWdJYUh5K1YyZHVsb2JHUklDQ2tzTEt3UWlkZ3VVUU9CUEs0YlJVWEY1UlVWaEJBTE16TmRYVHlBRmdBYU1oTWpJNEZBUUFncEtDd1VpOFZzRjZlQlFCN1hEWkZJVElkVmEyZ0lzR3doQURSc1d0cmFmRDZmRUZKV1hvNFpKWFVGZVF3QUFNQSs1REhBLzJQdnplT2hldi8vL3pPTUpjWWFpclRUcG5vbFZOcG9JKzJMbDdRZ0xWb2tld29wcjBySWtqMUxRdEh5S29sSTFwSUtrVjRvMlhlcFpGL0dHRE8vUDU3ZjkvbWR6d3hTcjk1dmxlditSN2N6MTV4enpYVm1kQjdYODNrOXIrY1RnVUFnaGgra3h3Z0VBb0ZBREQ5SWp4RUlCQUtCR0g2UUhpTVFDQVFDTWZ3Z1BVWWdmZ0FvRC96Z1VLblVucDZlUVU1QVh5QUNnZlFZTVVKaE1CaDZlbm9KQ1FrL1JBbENRa0o4Zkh3Z1lTcE9lWG41cDArZmh0Z0RuYTBVR0V0dndEZnQ5YngrL1hwRVJFUy8vZndidm56NTR1UGowOUxTTXZSTE1qSXl0bTNibHBDUU1OQUpibTV1Zi8zMTEvdjM3My9RR0JHSVh3K2t4NGdSU25GeGNVRkJ3YWxUcDNSMWRiOTgrUUtOM2QzZDM5RlZkM2YzalJzM2dvT0R6Y3pNT2pvNjhQYUNnb0tOR3pmYTJOaThmZnQyOEI2U2twTFUxZFVmUFhwRWJDd3FLakkwTk16THk4TmJhbXRydDJ6WmtwNmVQc1NCUlVaR3VycTZHaGdZMU5iV0V0dVpUT2EvbklVRUJ3ZXZYNy9ldzhPanFhbHBLT2UvZmZ1Mm9hSGgxS2xUSmlZbS9ScktEQWJqd1lNSHUzZnZ0ckt5UXJZeVltU0M5Qmd4UWtsTFM4TXdiT3pZc1JjdVhCZzllalNHWWNuSnlaczNieTR0TFMwdUxqWXpNeXNySzhOUHB0Rm9KaVltcWFtcC9YYmw1K2NIeG1KQlFVRktTZ3JlenN2TFM2ZlQ0K1BqQXdNRHdhNjlkT25TeDQ4ZjJYdFFWRlNrMCttMnRyYk96czU0bzRDQVFFWkdocjYrdnNKLzJMeDVjME5EZzdHeDhiVnIxNzU2ZzdtNXVkWFYxUmlHVlZSVXZIdjNqdmlXbTV1YnJhMXR2NmIyVU14MFNNeEVwVktycTZzNU9Ua0hHVU55Y25KWFZ4ZUdZYTlmdjhZd2JOT21UZmIyOXZmdjMyZnZFNUs5Q3dzTG01dWJrMGlvbGpOaUpJTHFPeUZHS1BIeDhSaUdmZno0VVV0TEMxcEFudzRmUG14alkvUDA2ZE9uVDUvaXFkYWdzazE2ZXJxVmxkV2ZmLzVKN0Njek16TThQQnpETUMwdHJmMzc5NXVZbUFnTEN5OWZ2aHpYR0I0ZUhsZFhWMDVPVGc4UGoxdTNidVhrNUZ5OWVwV2ZuNS9ZaWJDdzhPN2R1LzM5L1cvZnZxMmdvTEJxMVNwYzlqQU1XN0preVlRSkV6QU15ODdPTGlrcEVSWVdYcjE2OVZkdjhPclZxM0RRM3Q1dVoyZG5aMmVIdndWMyt2bnpaemMzTndybC82UjNyYWlvY0hKeU1qYzNuekpsQ3BqK1JrWkdCdzRjV0xKa0NlUmp3akFNLzFyMjdOa2pKRFJZUmRHN2QrODZPanBxYUdnVUZCUndjM01MQ3d2YjI5cy9mZm8wUFQzOTRzV0xBZ0lDK0puUXVhaW9xSVNFeEZkdkRZSDRMVUY2akJpSlBILyt2S3FxU2xSVVZGVlZOU2NucDZxcWF2ejQ4VXBLU3ZBdW1NNFlocTFjdVJLRXM2NnVMak16azVlWEZ6OEhLQzB0dGJhMnhqRE14c1ptMjdadFZDcVZ3V0NZbXBwcWFXbFpXRmlBN1VnaWtlaDArdm56NTZPam96RU1LeWtwT1gvKy9NV0xGMW1HdEhYclZuOS9md3pES2lzcjJkOWFzV0lGaG1GT1RrNGxKU1dpb3FMang0OGYvQWJmdm4zNzh1VkxLQnEvZHUxYXZKM0paTWJFeE1DeGhJUkVWMWNYaXg2VHllVGMzTnc5ZS9ZUUd5MHRMYmR1M2RyVDAyTmhZVUdoVUZnS2wvWDI5am83Tyt2cDZVbExTN01NZzV1YnU2bXBDZVlyR0lhRmhZWEJRWDUrZm1WbDVadzVjL0F6T1RpUXJ3NHgwa0Y2akJoeE1CZ01VTDYvL3ZwTFdWbjU1TW1UVlZWVnk1WXRNemMzNyszdGJXMXRaVEtab0oxSGpod0I1VXRLU3NyTXpPVG41NTgwYVJKMFVsZFhsNXljSEJnWTJOWFZCWElGSWNSbVptWkhqaHk1YytjT2htSExsaTBERDdDV2xsWnRiUzJGUXRtNWMrZml4WXY3clU4bkxpNHVMeTlmVlZXbG9hRUJMWTJOalhBZ0ppYjJyVGNJZm04T0RvNnVyaTRWRlpXbFM1ZkNXd0VCQWVDUjNydDNyNUdSRWZ1MXVCRzhiZHMyQVFHQnZMeTgzTnhjY1hGeEJRV0ZVNmRPcGFlbkV3ZHo5dXpaVWFOR2RYWjIxdGZYcDZTa1hMNThtU2l4R0liQmpHVEZpaFVYTGx5QUZudDcrOGVQSHk5WXNJRGxUS0llNStmbnM3eUxRSXdFMEp3VU1lSjQrUERoMjdkdnJheXNsSldWd1dVTmNraW4wMCtjT0xGLy8vNkJZcFNJY1ViWjJka2VIaDZ3T09ydTdxNm9xTGhreVpLVksxY2VPblFJRmtmdjNMa0QwV0dnZnlZbUpyR3hzWWNQSDg3THk3T3dzT2czWk9ueTVjdVJrWkZTVWxMd01qOC9INXpEc3JLeTMzU0RRVUZCQlFVRm5KeWNucDZlZ29LQzU4NmRnekR2bHk5ZkJnWUdZaGcyZi83OEkwZU85SHN0cm91NnVyckhqeDlmdEdnUmhtSGp4NCtmT25VcWhtSE56YzBVQ2dYM004TXhMUGR5YzNPelYxTEJQUVE4LzJFZ094aGZNMzc4K0xHK3ZyNmZuOTgzM1RJQzhSdUE3R1BFQ0tLNXVmblFvVU1RcU9YazVPVGs1SVMvNWVIaDRlSGhBY2NEYVJVeENtbkRoZzJob2FGVlZWVVlob21JaUV5YU5FbENRa0pjWEZ4Q1FxS25wOGZEdzRPZm54Lzh1cnk4dkZGUlViamUwT2wwT3AzKzhlUEhzV1BIc3ZTZmtaRWhJU0V4ZCs1Y2VKbVVsSVJoMk5LbFMzbDVlYUVGT3FtcnE3dDA2VkpyYTJ0bFphV0Nnb0twcVNteGs5VFUxSUNBQUF6RGJHMXRsWldWZFhWMXZiMjlqWXlNakkyTkxTMHRHUXlHcEtTa3M3TXpiZ2V6TUZCOEZxNjFWNjVjWVRLWm9OTzJ0cll6Wjg0TUN3dno4UEJRVkZTY01XTUd5MVV3NExTME5CVVZGV2loVXFrWWhxV2twT0F0QUkxR2c5VnJHeHNiSnBNWkZCVEV4OGVucDZmWDcyQVFpTjhTcE1lSUVZU0lpSWkvdjcrbHBTV0ZRcEdRa09EbTV2N3k1UXRzaXAwOGVmTENoUXRCUDVxYm15SGFpd1dpSG5OeWNxNWF0U280T1BqeTVjdmdsd1pxYTJzTkRRMm5UWnRtWW1JQ0xYUTZ2Yk96RTErbXJhbXBnZjFDRmhZVy8venp6OE9IRC9Gcms1S1NhRFNhdnI2K2dZRkJiR3hzVGs0T21VdzJNRERBVHdCdmVVOVB6NjFidDZDbHNMQncyN1p0RXlkT2hKZFpXVm5XMXRaa010bk96bTdkdW5VWWh1bm82Q1FuSnhjV0ZvSjNXbGhZMk52YlcwUkVaS0N2YUNBOUp0cTF0UC9VbjhjanpzQldIcWczTVRFeFJVVkZhTW5OemEycnErUG41NmRRS0pNblR4WVJFWUdlUzBwS2lvcUsrUG41VlZWVjRjeUtpb3JxNm1vSVpFTWdSZ0pJanhFakN4RVJrYUNnSVB5bGw1Y1hIRlJVVlBUMjl1N2V2WHZidG0yNEh2djUrZUh4WE95NU9OYXRXeGNjSEd4cWFrcVVKVEIvaFlXRng0MGJCeHR0NlhUNmloVXI4QmdvTUJBZlBIaWdwYVdscUtpWW1KaDQ3OTQ5RGc0T1hsNWVlT3Y1OCtjQ0FnTGUzdDRrRXNuR3htYmF0R2w0NTl1M2IrZmo0enR6NW95c3JLeWlvaUluSjZlZ29PQ1lNV1BnM1phV0ZqTXpNMGxKeVhQbnpzbkp5VUVqbVV4V1UxTXJMQ3lFbDNaMmR2Z1NlTDhNdE5lSXFOUDRMdTFSbzBiaGpTd1I0OFRlWnMyYVpXOXZEeTIydHJaMWRYVUxGeTUwZEhSa01wbTRtUjRVRkZSVVZDUWhJWUdmaVVDTU5KQWVJMFl1SlNVbEVQcDc2TkNod3NMQ3RMUTBKeWVueDQ4Zm56MTdGazVJVGs0R1JZSGxYaFk5QmhjdWs4bFVVbElTRlJXRnhyeTh2SXFLaWpGanhvd1pNNGFMaTJ2ejVzMFBIanhnTUJpZ3RZQ01qSXlwcWFtTWpBeUdZYWRPbmRxK2ZmdlVxVk1yS3l0MzdOaUJZZGpjdVhNdlg3NE1aOGJFeE9EaDBBQ3NSbGRVVk9qcDZlR1JYNEN3c0xDdnIrLzA2ZFB4K1VGM2Q3ZW5weWNFbHdGV1ZsWUhEeDdjdFdzWFVVcUo0SGF3aTRzTEh4OWZlWGs1dkNUcWRHZG5KeHdRTmJoZlBRWWdPUmNjNDBGcTV1Ym1WQ3JWeGNXbFg4TWFnUmlCSUQxR2pGQWFHeHN0TFMxN2Uzdmw1ZVgzN2R2SHljbHBaMmNYRnhmMzVzMGJDS1NDN2JONGZMV1ZsUldMNU9CTHFucDZldkx5OG5EczVPUlVVVkV4WmNvVUxpNHVOemUzMmJOblcxcGE0aG1wT2pvNlJvOGVUZFJDRW9rMGZmcDBZcmQzN3R4WnYzNzlva1dMbkp5Y2lvcUtPanM3aWZGY256OS9CbFVPREF4VVVsSmlDYjNHMTU1aHpPN3U3ZzBORFdReWVlL2V2Um9hR2c0T0RqazVPYjYrdnFHaG9ldldyVk5YVjVlVGsyUFp2SVRyYmtGQkFRY0hSNzhKeXlBK25JT0RneWlsYlcxdEJ3NGNPSGZ1bktTa0pFdHZ2THk4ZUpCYVoyY255TG15c3JLenMvT0JBd2V1WExraUxDejh0WjhMZ2ZqOVFYcU1HSW5rNStlZlBIbXlvYUVCVm81cE5Cb2ZIOS9wMDZjaE9SZUZRcEdSa2RteFk0ZWtwR1JJU0VoNWVmbXlaY3QyN3R4NTZOQWhZaWU0Qy9mdzRjTzRqUFgxOWVFbk5EYzNoNGVIQndjSEh6MTZGRlp6ejU4L1AyYk1HRXRMeTBIR0ZoWVdCdDVtRFEyTjBOQlFMeTh2ZTN0N1hMTjFkSFJhV2xxbVQ1OSsvZnIxZnRkNisvcjZVbEpTUWtOREN3c0x5V1R5MnJWcjlmWDF3UmIzOS9lUGlZbTVkZXRXVVZIUjMzLy8vZmZmZjNOemM4dkp5VTJhTkVsU1VuTCsvUG55OHZMNGpZU0VoSXdmUHo0b0tNalB6Ky9WcTFmbno1K0hka3RMeStibVp0QmpDd3NMZkVVYzloWWZQSGd3TURDUUtNa1loczJiTisvU3BVdHdiR3RyQzJsQnQyelpFaEFRVUZKU2N1TEVDUWhBUXlCR09FaVBFU09MeHNiR3dNREFlL2Z1OGZEd0dCb2FWbFJVUkVaR1JrWkdFcytCaU9VTEZ5N2d1MlpyYTJ2ZDNOeUkrYVNJcHVTU0pVc2c0eWFHWVcvZXZNRjl2R0I2MHVsMGtFTS9Qei9JdURsbHlwVHQyN2NQTkVKQlFVRzhmd1VGQmRpZ0JYcGNVbElDbVMvLy9QTlBkakgrK1BGamRIVDAvZnYzOFpTY2tLMnozOWcwZ0VhajVlYm01dWJtUW40eGVYbDU0bnlDU0dabUpnU0VGeGNYZzMxTXA5UFQwdEpnOVJxUEZXY3ltV2ZPbkZtMWFoV0lOTlNIS0M0dWRuRnhnUlB3bFd3ZUhwN1ZxMWZmdlhzM0p5Y0g4bm9pRUNNY3BNZUlrY1hWcTFjZlAzNjhaOCtlUFh2MmlJbUpnZUpLUzBzVFk2UnhXbHRiNCtMaVlOTVIrL29vcnNjNk9qcEVmeld1eHhDc05HZk9uR25UcHZuNStVRWNtYUNnNFAzNzl4VVZGZkdnNkg0cEtDakl6TXpjdDIvZjJMRmpvNk9qRHgwNlJLRlF3QVlkUFhvMFdOczRQVDA5cHFhbVdWbFpUQ1pUU0VobzJiSmx6NTQ5d3pCcy9mcjFvTzV2M3J3cExDd2NOMjRjSlBMRUE5WVdMVnFVbDVmSFlEQWNIQnpnclg3MStJOC8vdkQxOWNXM1hlM2Z2Ly9ObXplZ3ZoNGVIakRiSU5MYzNIemd3QUU4MFZodGJlM05temZadTUwL2YvN2R1M2NoaWRnZ1h3VUNNVUpBZW93WVdSZ2JHeHNiRytQU0FwSTViZG8wY0wyeVVGcGFDbnFzcmEzTm51d0NEMzN5OGZIQmpkcVNraEtXRTVxYm00Mk5qYUVvMDZaTm0weE5UZkdUQitMWnMyY25UNTZjTUdHQ2pvN09saTFicmx5NUVoQVFvS2FtQnA3ZXZYdjNFaU82d2RZVUZ4YzNORFJVVWxLYU5XdFdkWFUxNlBHK2Zmc2dtdHJUMDdPd3NGQkdSZ1p1czZpb0NQVFl4c1pHWEZ6ODgrZlArUHB1djNyTVlERHdiK3p6NTg5UWNzclEwTkRIeCtmV3JWdTJ0cllzNThPK3NxcXFLaGtaR1VGQlFSS0pkUDc4K2Z2Mzd3c0pDYzJhTlFzU2VXSVl0bURCZ2ttVEpxMWZ2LzViRTVBaEVMOGxTSThSSXd0Y1Z3RFFZNkpEbFVpL2lTMXg4QnhiMWRYVnVGcTN0YlhoSjRBZWd6ZDQ4dVRKcDA2ZEF2L3o0RVJIUjRlR2hvNGVQZHJUMDVPYm0xdExTK3ZHalJ2aDRlR1BIejltTXBrVEowN0VDMkFRNlhlYlVIQndNRzRmdy9RQ2JoTVdnQUV1TGk1Y2pJbDZmUFhxVlFxRlVsQlF3Q0xTTjIvZVpEQVlJaUlpT2pvNk1URXhjWEZ4ZW5wNjdQbTB4Y1RFY0pYTnpjMk5pb3FDSkdWWldWbjRPU0lpSXZmdTNmdnFGNEpBakJDUUhpTkdOQ0NaQXpsVWNmcE5iNGszT2prNUVmM1YrUDRpNkp5Zm4vL3c0Y05hV2xxZy9kWFYxVnBhV29HQmdRT2xhQTRPRHViaDRYRjNkeGNYRjhjd1RFaEl5TURBd00zTnJiR3hrWU9ENCt6WnN3T2wxbUluTmphVytMS3VybTd3MnlSS0wzR2ZGVjZFc2JLeU1pSWlBc013QXdNRExpNHVIUjJkQ3hjdW5EaHhJaVFraE1Wa3gybHBhYkcydG1ZeW1jdVdMZHUwYVJOUmp4RUlCQkdVdnhveG9nRk5YYmx5WlU1LzNMNTlHMDVqcjljN2tFZ1RnUVhtaFFzWDd0cTFDeGZSam82TzN0NWU5aFRaSHo1OHdJK3RyYTN4M0pPZlAzL0daWlhCWU55L2YzK2c5TnJzM0x0M0QyNEVFaytxcUtqQVM5RFVmc0gxT0NvcUtpY25CMUtId3N5Z3BhWEYxTlMwdDdkWFVWRVI0dEUyYk5nZ0ppWldYRng4NXN5WmZxc3BVNmxVQ3d1TFQ1OCt6Wnc1azcya0ZRS0JJSUwwR0RHaTZWZG8yUmxvVmZVN1BoSDJJa1BpYXlKUG56NkZBelUxdFEwYk5vRGV4OGJHYW10ckZ4VVZDUWdJTEY2OEdMelpHaG9hVmxaVzBkSFIxZFhWdU9WSzVLc1RoVUZ1QWI5VGlOK2VPSEdpaTR1TGg0ZEhiVzN0L3YzN3E2dXJaV1Jrbkp5YzRGMXVibTVZa0U1TVROVFgxOGYzYlFOME90M1MwakkzTjNmcTFLbC8vZlVYdTFuZjNOeGNWVlVGVzV5Lzc4dEVJSDRua0w4YU1hSUJQVXRKU1JsOFpiZGYyU09LZEZSVVZFOVBqNGlJQ096bkFVODFpRloxZFhWTlRRMitQZW5WcTFjWWhsMi9mbjNHakJrTEZpekFlemg1OG1SWFYxZG1acWFWbFZWdmIyOVNVbEpvYUNoRWh5MWV2UGowNmRNU0VoTFhyMS8zOWZXbDBXaEpTVWxRYllLVGs5UFEwSkNsN2dJKzJ2Mzc5OE5Jb0E3Vml4Y3YxcXhaUXh3NWU3b1BPcDArZS9ac2MzTnpXRlJlczJZTmc4RzRkKy9lNWN1WHU3dTdsWldWTDE2OFNOejN0V2JObWpkdjN0eTZkYXV3c0hEdjNyMnlzcks2dXJycjFxMXJiMiszc3JMS3pNeGN1blNwZzRPRHVibjVxMWV2K1BuNVlUb0NpVVNlUFhzR3k5NThmSHlRRXh2bDZrS01aSkFlSTBZMDRHWDk2bjRuWXJaTEhLSklwNmVudzk1aUFIYmxUcGt5QmFLb3Rtelp3bkp0YzNNemkwVklKcFBQblRzWEZSVVZHQmdZSHgvZjB0SUNTYXoyNzkrUEwwN3I2T2lvcUtoNGVucmluNldpb2dKMk14RThIWmljbkZ5L2FTemIyOXNoeUpuOXZtUmtaRUpDUXNEVHptQXdvRnBVYVdtcG1KaVlwYVhsNXMyYjJYc3pOemZ2NmVtNWYvOCs1QVpwYVduNThPSERzV1BIYW10ckR4MDZkT0RBQVE0T2pxTkhqd1lFQk9DUjFhdFhyNFpkWk1lT0hidDE2eGFlUkpPbDZCTUNNYUpBZW93WTBkQm9OQXFGb3Erdnp5NlpJS1h4OGZGcjE2N3RONkVqdm1MS3k4dnI0dUx5OHVWTE96dTdwcWFtc1dQSGFtdHJRNEt0MTY5ZnA2U2tkSFIwNEZmeDhQQk1telp0Ly83OVZ6NDVkQUFBSUFCSlJFRlVVTEtRU0ZCUVVFQkFBQjhmMzZ4WnMxUlVWRmF1WE1sZWszSENoQWt1TGk1bFpXWDM3dDNyN2UyMXNiSHA5Nlpna25INjlHbFkrbVdocUtqbzlldlhxMWV2SmtaV0E4UnRYVUZCUWY3Ky9oTW1UTEN3c05pMmJkdEFFVnNjSEJ5MnRyYVRKazFLVEV5OGZQbXlpSWhJWTJPamxKU1VzN016VkUyR1JKN2UzdDZuVHAxS1RVMDFOemRmc21RSmhtR2lvcUw2K3ZyYTJ0cEdSa2E1dWJtYW1wcDc5dXpwOXlNUWlKRUFhZWhMVFloQnVCWVdjYzd4RW9aaCtqcTdUcDhhTEJzaTRxY2lJeU5qOXV6WkE3bEpXMXRiVzFwYUJrcmNVVmhZNk9YbFpXUmtOSFBtVEdoSlRFeDg4ZUxGc1dQSDhIUmQzMFJUVTFON2UvdUVDUk1HS3JJMFJENSsvTmpVMUlTUGlwMnVyaTRHZy9GVjUzQlRVMU5WVlJWdW5YK1Z2cjYrZ2NvMUFwV1ZsYnk4dk95VGpNckt5cDZlSHBZODNvaWZtZWFXVnEwOSttWGxGVUpDZ24vZnVDWXpkY3B3aitoM0FObkhpQkVOdTVGS1JFaElTRWhJYUtCM3AwK2Y3dXZyUzJ4WnMyWU5MTkIrSDZLaW9uaWRxSDhEVkpjYTVJUWg1c1A2MXZFTUxzWjQvZWFodHlNUUl3b1VYNDFBZkNkNGZpNEVBb0g0OTZBSENnS0JRQ0FRd3cvU1l3UUNnVUFnaGgra3h3Z0VBb0ZBREQ5SWp4R0luNVF2WDc0TVZJMFlnVUQ4ZmlBOVJ2U0R1N3M3bFBZRFdsdGJmWHg4dm56NThtLzZySzJ0dlhmdlhyK0pOUWFub2FIaE41QWxlM3Y3aUlnSTJCazhSTkxTMGpRMU5XTmpZMWx1djYydHpkVFVOQ0lpb3Qrc1lkOUVmbjYraFlVRm5vN2ptL2owNlpPOXZUMWU3UG5ma0pDUTRPWGw5Zm56NTIrNnFxcXFpbGpkOHNjU0VCRHc0c1VMWXM2VzN0N2U3L2pySFNpNVcyQmdZRUpDQXNvU2lpQ0M5QmpCU205dmIxUlVsSzJ0cmFHaFlXMXRMZXhqQ1E0T1hyOSsvYmx6NTBwS1NwNDhlZEp2OFlDdmR1dmc0S0Nob2VIcDZkbmUzajcwQzExY1hMUzF0ZkhVVG9Qd1RXcjNQNmE4dk56VjFYWExsaTNFdWtrQWU5SktnSmVYdDdxNjJzN096c3pNakpnblFFQkFnRVFpdWJxNjd0Mjd0NkdoNGQrTUtqbzZPalUxZGZ2MjdROGVQUGlPeTU4OGVhS3RyZTN2Ny84djB4aDgvUGd4SkNSazQ4YU5WNjllSGZwVjd1N3VlL2JzQ1FzTEcrS25EL1RuMGRmWDk5ZGZmeVVrSkJEblBlL2V2VE15TWxxL2ZqMGtLTVV3N05hdFd3WUdCdDg2SzYydHJkWFUxSVRxMTBUcTYrdFBuVHExZmZ2MmpJeU1iK29ROFJ1RDlCakJTa1pHQnVTVEtpZ29BSk5sMUtoUklLanYzcjNMek13ME56ZFhVMU56ZFhVbGxpUmlKejgvMzh6TXJLNnVEbDVDZHFlMnRyYjYrdm9oN24rRjFJOHZYNzRzTHk4L2R1eFljSEJ3ejhEY3VuVnJ6NTQ5L2RZK2V2YnMyZm56NTNOeWNvWXgrdzBNVEZ4Y25LWE1Za1JFeElFREIvcVZaQ2pWek1QRFkyOXZUOHdRUWlLUjdPM3RSNDhlWFZoWWVQYnNXYndkaWh3UFRsOWZuNU9URXlUWjd1N3VUa2hJd0RCczNMaHhIQndjUFQwOVJVVkZqbzZPUXpUYUpDUWtqSTJOKy9yNkFnSUNJRm5tRUxsLy8zNVJVUkd4UlVkSFovUG16YjI5dmI2K3Zpd21iMkppSXJHa05CRVRFeE1TaWVUaDRYSDY5T2xCL2pDQXNyS3lyVnUzcHFXbHNmZlQxZFgxN3QyN1U2ZE9hV3BxNGlkQXNwVHU3dTdaczJkemMzTzN0cllHQlFXOWZmdFdWMWUzdExTVWVEbU5Sck8ydHRZZUFCMGRuWnFhR2dzTGkvVDA5THk4UEx6eU5GNkhlNUMwTFlpUkJzb0hnbUFGbnRFa0VzblIwUkZ5TStGNUh2YnUzYXV1cms0aWtkemMzQ0lpSXY3KysrL3o1ODlETG1KMnNyT3puejU5K3ZMbFN4MGRuWDM3OXVIbGZYYnMyUEhWeEJFNEtTa3A0Q1EwTkRTVWxaVmR2bno1NEU3YVE0Y08rZnY3czJTeENBME56YzNOdlgvL3ZvU0V4TnExYXpVME5LWk5temJFQVF5ZDR1TGk2T2pvZ2Q2Rm1RMFhGOWZkdTNmeHhzN09UcmprMUtsVGJtNXVMQnVhNFNVWEY1ZXdzSEJEUXdQNEtuQm16cHlabnA1ZVZsYVduWjBOOXB5SGg4ZU9IVHRPbkRnQjhoOFNFc0t1ckNVbEpkbloyWW1KaVNFaElVbEpTVER4NnV2cmk0Nk9qbzZPTGlzcmEyMXQ3ZXpzdExlM1p4a01rOGs4ZlBqd24zLytTZnk1TjI3Y2VPWEtsYytmUDdOSUZKU1ZEQWdJT0g3OE9IdFpwOUxTMGdzWExxeGV2WnBZbHdJcVhrRDVaenh4V0hkMzk2TkhqNlpPbmVycjZ5c21Kb2FmbkpHUndjL1BQMmZPbkQxNzlseTdkdTNSbzBmTnpjMURNVFF0TFMxZFhGeFljcFVMQ0FqNCsvc2ZPSENndkx6YzFOVFUwdElTMHAxaUdLYWtwTFI4K1hJTXc3eTl2ZUc3RWhVVmZmSGloWXlNREg0NUZMa3lOamFtMCtsZFhWMjF0YlY4Zkh3elpzeW9yNjl2YUdnUUVCQ1lQMzgrbU5lOXZiMjV1YmtMRnk3VTB0S0N2S1F5TWpLREpKeEJqRFNRSGlQK0R5MHRMVkE0Nk04Ly8xUldWc2JieVdReUxvUzdkKy9tNU9TOGRPbFNiMi92N2R1M0I5TGp6TXhNT0lBbkR2dHpHVDR1THk4UEhubnNNSm5NYTlldVlSZ21MeSt2cjYvZjE5Zm40dUp5OWVwVldWblp5TWhJMEFPUTNzTENRaWgwTHlrcDJkVFV4S0xIam82T0NRa0o4Zkh4YjkrK0RRc0xDd3NMbXpKbGlvYUd4dHExYTlrVE9BOFJLeXVycEtTa00yZk9iTnEwQ1ZxbVRadkd5Y2w1NDhhTlFhN0t6YzNOemMxbGIzLzI3Sm1MaXd0SUtRNnVpRXdtODhhTkc0bUppZXdMdlUxTlRZY09IY0pmUXNIbUV5ZE9pSXFLeXNySzJ0dmI5K3NTYUc1dTF0ZlhCNU45M0xoeEpCS3B2YjI5cGFXbHRiVVZ3N0M0dURoaFlXRnpjM1BpSlJVVkZkbloyVXdtazhVS2gzbEdmWDI5aTRzTHNUMG5KNmU0dUxpcnE4dlcxcGJsMDNsNGVKaE1abUppSWpGWE5nNnhMQWM0a012S3lueDhmTTZjT1lPM2w1YVd1cnU3S3lvcWJ0MjZGZjR5TjIvZXZHVEprcWRQbjA2Y09MSGZQS0RQbmowckx5K1hscGJ1ZHlvbUpDVGs0ZUdocmEzZDJkbVpsSlNFNnpIdzh1WEx5TWhJRW9sa1ptYTJhOWN1bU5iSXlzcmlKNGlLaWw2L2ZoMjhIYTZ1cmxPbVRBa01EUFQzOXc4SUNKZzllN2EzdHplYzV1VGtsSjJkL2Y3OWUybHBhWmhGSVJCRWtCNGovZytSa1pFMEdrMUlTTWpRMEpEWXpwSlJXVnRiT3o4L1B6NCtYbEJRc045K0doc2I0WW16WWNPRzNidDNFMWRKMjlyYVFGZDZlbm9zTFMxTFMwc2RIQno2RmZYVTFOU3lzakl1THE3VHAwK1RTQ1IzZC9kUm8wWmR2WHExdTdzYjlGaFhWeGRxS0IwOGVCQ1NYM3A2ZXJMM0l5WW10bXZYcmwyN2R0WFcxajU2OUNnK1ByNjh2TnpIeDhmSHgrZVBQLzdRME5CWXMyWk52eFVqQmlJNU9SbG1MU3lZbXBvdVg3NTh3b1FKaVltSjA2Wk5VMVJVaFBiczdPeERodzZSU0tUMDlIVGNVUmtRRUtDbXBzYVNLakl0TFEwbUZoaUd3WElBbFVvMU1URkpUMDhYRWhKU1VWR0JNc243OXUyYk5Xc1duQVlWaUtkTm13YVZsQ0QrVGtoSWFPUEdqVk9tVEJFU0VnS3pEOE93Mk5oWVBIZTBoNGNIekV0dTNMZ0JBcW12ci8vNTgyZDVlWGtURTVQWnMyZXozQnJFOStYazVPVGs1TERmK0xObnovcjlvdTdmdno5eDRrUWRIUjFpSXpjM04xUldoaDl4RUh4OGZJS0RnMlZsWllsaWpQZVFuWjB0TEN5OGVQSGkydHBhVlZWVmJtNXVFTXQrK2ZUcFUzbDUrWlFwVXdiS0pDb2xKYVd2cisvdDdhMmtwRVJzYjI5dnQ3ZTM1K0xpdW5EaHdxcFZxNWhNcHJ1Nys4MmJONTJjbkZhdVhEbjQrSUhHeGtZUER3OUxTMHRZc3BrK2Zmcmt5Wk9IY2lGaXBJSDBHUEgvMDlmWEI5NVVYVjNkcnhZYk1EYzNmLzM2OWR1M2I2bFVLcTR4T0k4ZVBRTExMREl5a3VXeGEyWm14bkt5alkwTm1VeFdWVlVsTmxLcFZBOFBEd3pEakl5TUprNmMyTkhSRVIwZDNkWFZWVkJRZ1BjQUQ3ajgvUHpYcjErRHMzcndNVXRMU3g4OGVQRGd3WVB2MzcrUGo0OVBTRWo0NTU5Ly92bm5uMHVYTGlrcksydG9hS2lxcXJMZkN3c3RMUzBYTDE0YzZGMm9vd3htcTVxYUdoU1dxS3lzaE5IaXBsSlhWOWVEQncvQ3dzSnNiR3cwTkRUd3l4Y3NXQkFlSGs0MG51aDBPa1FEdGJhMmxwYVdtcHVidTdxNmhvZUhlM2g0S0NrcDRkWTJGeGNYQndmSGloVXJpSU9SazVQRE1PemV2WHNZaHMyZlB4OFg0L2Z2MzRlSGgvUHk4am81T2NGM0dCTVRrNStmcjZhbWR1N2NPU3FWNnVMaWN1VElFYnhXNDl1M2I4UER3OEhmeTJJNzlrdFlXQmo4ZHN1WEx4Y1NFbUl3R0VUdjk3L1BNd3FHTlJjWGw1T1RFNTFPTHlnb09ISGloS21wS2JIeVIyaG9hR1ZscGJXMWRiOVdPSlZLTlRZMjd0ZElEUWdJQ0FnSWdPT1VsSlNVbEJRNFp2RmVuRHAxNnZMbHl3c1dMTGgrL1RxK3d2M3UzVHZZRWVEcDZRbU9oS3FxcXYzNzk5ZlcxcGFXbHJLRURpQVFMQ0E5UnZ6L3hNWEZmZno0RWNNd0x5OHZMeSt2blR0MzRtK0I1L0RodzRmNStmblF3bVF5T3pvNnVycTZqSXlNdkx5OGlESkdwOU52M2JxRllkaThlZlB3Y0pXZW5oNFE1dTNidDB0S1NySjhkRjFkSFkxR0E3c0hQdTdzMmJOZzk0QjVIUmdZQ0V1TUFnSUMrR29sYUFrVWRWaTBhTkhjdVhPL1dtSUltREZqeG93Wk00eU5qWE56Y3g4OWVwU2NuSnllbnA2ZW5qNXExQ2hWVlZVTkRZMkZDeGYyNjJBSHJ5T0R3Wmc4ZVhKRlJjVkEvY08xc0JLUFE2VlNiOTY4U1d6cDd1NEdGekVPTHkrdmg0Zkh4NDhmeDQ4Zm41R1JZV1JrUktGUXdDYkdpWW1KS1M0dWRuZDNqNGlJZVB6NE1haTRuNThmblU1Lzh1UUp5N1FHWHpoWXYzNDkvcUduVDUvdTYrdnI2K3U3ZlBreWlDNmNRNlBSVHA4K1hWTlRVMWhZbUo2ZWZ1blNKZkRLbmp4NUVtb3FzNWRtWWdlZlNQbjYraTVjdUpEOUJQaUJxcXFxWU83eVZkampvb2svTVpsTTV1Zm5mL2JzMmZQbno0bHhnckRjVzFWVmRmbnlaWFl2RG56UEowK2U3TzN0bFpTVUpQNzF4c1hGc2Z3b01qSXk4K2JOWTlmMW5Kd2NlWGw1SlNXbG8wZVBFa3RxTmpZMmhvYUd3bkY5ZlQwY0ZCY1hGeGNYRCtWK0VTTVdwTWVJLzBkdmI2Ky92eit4aFVVOE1BeDc4ZUxGaXhjdldCcGZ2MzV0WkdUazZla0pZZGp3Ukd0b2FKQ1Nrdkx3OE1EdDdKYVdGdEJqRFEyTndVdjQ1ZWZuNHpIQVVsSlNQajQrTkJvTkJCN2lsY0FLQWIrbG41OGZPSGdOREF4ZXZIamg2dXJxNWVVMXhGVmhFb2swZi83OCtmUG5XMWxadlh6NTh0R2pSMCtmUG4zMDZOR2pSNCtFaFlYVjFOUXNMQ3hZMUQwMU5UVWhJY0hPem83OXl5RUNKdURZc1dOalkyUDdQU0U2T3RyZTNwNUNvYkNibTd5OHZBTlZlQVEwTkRTS2k0dkZ4Y1ZwTk5yang0OTVlSGlnQ3JLam8yTlVWSlNqb3lQUitWOWJXMXRVVk1UTnpRMk5yMTY5dW52M2JubDUrYmh4NCtycTZyS3lzZ1FFQlByNitrQ0I4dkx5OE5DcXZyNCszSWUvY3VYS1I0OGVyVml4WXVuU3BWLzlWbUVMRmljbjUwQ1J3N0QyUWFGUU5tN2NTQnduT0wzWHJWdUhoempsNWVXOWZmc1dwZ0pFV0g0VVVFb0dnN0Znd1FLUTVQYjJkcGpFcUtxcUVxUEdpUER5OGw2K2ZKbWwwY2ZIQjc0S1FVSEJ0clkyZm43K3JxNnUwdExTK3ZwNlpXWGxWYXRXcWFpb3NIaFE1T1RrUWtKQ09qczdwYVdsL2YzOTc5eTVvNnlzN09ycUdoUVVGQndjdkhEaFFuZDNkempUMjlzN0lpTGlxMThnWXNTQzlCangvN2gzNzk2SER4OUlKQktUeWFSUUtJOGZQODdOeloweFk0YVFrRkJmWHgvVUpkVFYxUTBMQytQaTRob2tscldycTh2UHo0K0hoOGZSMGZHclRtOGNva3R6OHVUSm56NTlnbVBpODJ2T25EbmdxY2IzZ042OWV6Y29LQWlPOSszYkJ3Y0hEeDRNQ0FnWU4yN2MwTytkVENiUG1qWHIwNmRQRFEwTi8venpEOHdlWW1Oanpjek1pSS8rMXRaV0J3ZUhQLzc0WTlPbVRmam45c3ZRQThpSFFtUms1SVVMRjFnYTA5UFQ4WUM3elpzMzQrMm5UNThXRXhPYk4yOGV2SXlQandkMXVYTGxDcFZLaFkxSlI0NGNhV3RyQ3c4UFg3WnMyYVZMbDRxS2luYnQya1doVUJJVEUySEQ5ODJiTjJmUG5pMHVMZzZkaUlpSWNIRnhnUXZocTZQRlk3YVBIajE2NWNvVjlyK0J6czVPV05TSGxXOGNVMVBUdExTMDdPenN3TUJBYVdscDhBU3NXN2NPdCt4eFdLSVpjTGVLcWFrcFRNVktTMHRCanpVMU5ZZFlUTHFucCtmQ2hRc3dmekkwTkN3cEtVbElTRml3WUlHSmlVbDRlSGhVVkZSeWNuSnljakkvUDcrV2x0YkJnd2ZCTndQZzY4RmxaV1h3a29lSEIzd2tIQndjK0puL3NxdzE0cmNINlRFQ0E2VUpDZ3JpNXViVzB0S0NDR0ZlWGw3OGNZK0g5UTRsNkNrZ0lLQ3BxY25WMVJVV0w0ZENibTZ1ZzRPRHU3czdQSVVwRklxcHFhbXRyZTNDaFF2WHJsMmJscGFXbXBvcUlpTGk3T3dNenpnSURDYVR5V0ppWW5wNmVxR2hvZHUzYisvdTdvNkxpOE13Yk5hc1dTSWlJa1A4NklhR2h0VFUxT1RrNURkdjNzQ0NONFZDV2I1OCtlclZxNVdWbFZsY2xFNU9UcTJ0cmI2K3ZpUVNDVVJsSUdCdTBkRFFNRVNYN0NBd0dBeGMzZkVWaEtTa0pBaHNuajkvL3ZUcDAxa3VlZlhxMWR5NWN6azRPSmhNSm53bmpZMk5SSU9laDRmbm16SkQ2ZW5wMWRmWHA2YW1UcDQ4bWFpdjNkM2Q0SnhRVWxMcWQwOTVaR1NrcnE0dVN5T3N0aEwxRExDd3NIaisvUG1uVDUrdVg3OSs2dFFwaUovSE1Dd3FLa3BFUkVSRlJRVS9rMFhZL3YyQ2RHRmg0Wmt6WjhyS3l2ajQrT3pzN05hc1dRTnpoZDdlWG1scGFTc3JLMzE5ZlQ4L3Yram82TTdPem12WHJoVVhGN05IRHVLVHVZSDJDNENoUC9RL1RzUklBK2t4QXNNd3pNM05yYm01MmNyS3F0OW9wcGFXRmpnWWZLOWtibTV1VkZSVVpXVWxQejkvWW1JaUdGczQrQ3BnY0hBd3kzNms1T1RrN3U3dUF3Y08rUHY3ZzZ0V1EwTkRRa0pDUVVFQnhKaE1KanM3TzB0SVNNRDVZRDFMUzBzL2VmTEV6YzF0M3J4NXk1Y3ZmL2p3WVZ4Y0hBY0hoNDJOelZmempkVFUxS1NrcENRbko3OTkreFphQkFRRVZGVlZWNjFhdFdqUm9uNGpnSjQ4ZWZMNDhXTmRYVjFZVWgxY2owRXcrUGo0aUpZcmtmTHljbncvMkVDQTQ3ZXJxK3V2di82YVBYdTJoWVVGQkFTMXRyWkNpTmJVcVZQMzdObERGQ29XMHRQVHE2cXFNQXhUVTFPN2VQRWk3TWFaUFh1MmpvNk9rNU1UaG1GWldWbmEydHFnRTUyZG5lQThaODliU1NLUnJLMnRyYTJ0azVLU3hvMGJoenVpYTJwcXRtelpBbEpLM0pJN09LREhSVVZGTEZ1azhEQ0ZWNjllNFcrMXQ3Yy9mUGlRVENhZk8zZE9UVTBOSHcveEtseVA3ZXpzNEE4WTM4MzhWUm9hR2dJQ0FxS2pvNWxNcHFLaW9xMnQ3Zmp4NC9QeTh2Q1VLWENhaElURW1UTm4xcTVkZStyVXFkYlcxbjUvdTdDd01EcWRQbjM2ZElqUWhuc2g1dnlhUDMrK3VybzZiRWYramd4M2lOOGVwTWNJTENzcjYrSERoOXUyYmRQUzB1bzNvd1dFQjNOeWNnNjBWd1NRbDVlUGk0c3JLQ2dBaWNXdHVzN09UaWFUU1NhVHdiU0NGV2hlWGw0OFlJcVRrNU5Db1hSM2Q1dVptWGw2ZW9LcldVRkJvYnE2K3ZUcDB4aUcyZHJhd2xNTWdIaXV5Wk1uUDN2MnJLV2xCY3dSV0gxVVVGQVl4SWd2S3l0TFRrNU9TVW5CazBEQkpxSTFhOVlzV0xCZ29BQXUzRk05WnN3WUF3TURNSFFHVDBzQ0NpRW9LTWppa3NXSmpvNGVTSS9CMXhvWEZ3ZGZPNWxNdHJPelc3ZHVIUzVDc0NlTlRDYTd1cnFPSHo4ZXY3Q2pvOFBDd2tKUFR3OTNiSVNGaFEwMFFyQ1B1Ymk0QkFRRTRNWkpKQklzdGVMVEwzYlMwdEppWTJPWExWdDI2TkNoUVJKTDBlbjBRYjVNaUJta1VDaDM3dHpwTnpONVZWVVZUQ09JSGRyWTJOQm90QTBiTnJDZmordnhwMCtmNEhOeHRSdkVEVkJlWGg0ZUh2N3c0VU02blQ1bnpoeDlmWDE4WnZQczJUT1lEQjA3ZG94NHljS0ZDd01DQWt4TlRkblhwRE16TSsvY3VVTW1rMkV0SHg4RE1ZY2ROemYzd1lNSEJRVUZSVVZGb1g4OGdoMkJRSHFNd01EUTNMaHhvNVdWMVVBblFGem94SWtUK3pVY2lWaGJXMi9hdEVsV1ZwWm9aNnVvcUhSMGRPemR1L2ZJa1NNOVBUMkxGeStHL2EvNDl0eCtxYTZ1TmpJeTZ1am8yTGR2MzRvVksvTHk4c3JMeTh2S3lqWnUzQWpqVVZGUlNVMU5qWTJOM2IxN2QwZEhCK2h4djgvcndzSkNrR0g4S1M4c0xMeGl4WXBWcTFZcEtTbXhLMGRsWldWQ1FrSk5UYzI1YytlZzVkS2xTMSsrZkhGeGNZR1l0Y0dOWTV6UG56OXYyN2F0MzdlSTRiaEVidHk0Z1lmL0FIUTZQU29xS2lvcUNtK0IyK2ZoNGZucnI3K0laelkwTk5UWDErZmw1Y0ZXcUl5TUROZ0d4Z0s0NVVFSWxaV1Z6NTA3Qit2SGZIeDhnWUdCK1BweHY4T0RkSS9QbmoyVGxwWWVTSSs5dkx5S2lvcmMzTnp3WlYyVzI0RmttY2JHeG9zWEx4WVJFUUhIdGFxcWFudDd1NTZlM3ZIang0bm54OFRFckZtemhzVnR3MklmNHpsUHJseTVncThmNzlpeFkzQTl2blRwVWsxTnpZNGRPelp1M0VoTTdvSGZKbndWbnA2ZXhCbWVqSXlNZzRPRG1aa1pNU1ZJV1ZtWnRiVTFpVVE2YytZTXZrd0REcUdhbXBvelo4NW9hMnZQbkRsVFRrNXV6NTQ5RHg4K2hKa1cvQTBQTkR6RUNBVHBNUUtUa3BJaXBrRm1CK0taaDVKamtrUWlzV3l5Ykd4c0JPMFplb0JWVDArUHQ3ZDNkSFEwWEJnZEhSMGNIQXh2alJvMWFzR0NCVFUxTlJpR3JWaXh3c1hGNWNhTkcxcGFXdmZ2MysvcDZSRVFFR0RQSzBLbjA0OGZQdzVMenFLaW9xcXFxbXZXckZGUVVHQVB1YXFwcVVsTVRFeElTTUN0WnlNakl3a0ppYXlzckVlUEhuRndjSVNFaElTRWhCRE5yNkNnb0h2Mzdna0pDYkdzSm9MRnhzbkpPVkNrOTZkUG4vcXRUTEJ6NTg3MDlQUlhyMTRwS1NtcHFhbGR1SENCUXFISXlNakV4OGVEYytMVHAwOGRIUjFrTWxsS1NncktjcFNYbC9mMTlRa0lDSXdkT3hZVXdzL1BiK3pZc2U3dTdxTkhqMVpSVVdIWi93MFNCWjdZZmlWekVHRDNqcnk4UEl2ZDcrRGdBR3NFWFYxZHNJWnFabWJXcnlTWGxaV0JVTTJkT3hmZlBkWFkyQWozOHU3ZE82SVRHMWIzbzZLaWlJSDZSQUVHQmluL05aQWUzNzkvbjQrUFQwRkJvYlcxbFQybEd1eEw1dWZuWDdKa0NlUzVwTlBwOEMrZFRrOUpTV2x2Yno5MjdGaElTSWlrcE9TYk4yOU1URXdZRElhenN6TngvemVGUXJHMnRuWjJkbjc0OE9IRGh3OWRYRnhXckZoaGFtcHFZR0N3ZGV2V3RyWTJZMk5qbHYzaWlCRU8wbVBFVitqbzZJQ1VUTVQwbVVNSElrNi9LVzgrRHcvUGh3OGZjQXV5c2JGeDZ0U3BLaW9xaXhjdm5qTm5UbFJVRkpQSmxKV1ZwVkFvcTFhdGV2RGdnWnViRyt6MDNibHpKL3Y2TjVsTTNyMTdkME5EdzZwVnF4UVVGTmhqZitycjY1T1NraElTRW1ESkVNT3c4ZVBIcTZtcHJWMjdGbGFzT3pzN1dmSlZEYkV1aGFpb0tKNEFoQVhZNzhUZXpzbko2ZWpvNk9mbloybHBpU2Zxc3JLeUF1OUZaMmNuR054NmVucEhqeDRGMDMvUG5qMndSWGp0MnJWNFArM3Q3WHg4Zk9mUG4yZlp1NHhMRk96cUlWcmVIUjBkZzBlZjBlbDBxQTZ5WU1FQ2xyYytmLzZNKzA0Z0FxQyt2dDdMeTh2TXpJekZsb1VGZTBsSlNlSjZNKzY2Zi9YcTFhdFhyMWc2Zi9QbXpkV3JWNDJOalFjYTJDQS94MEJTcmE2dUhoTVQ4K1RKRXhLSnhNZkh4ekpJK051alVxa0JBUUhjM056c3N3b0toVUtsVWsrZVBPbmo0MU5hV2pwejVrd2JHeHVJUnNRNWN1UUl2b0hxOE9IRHVQUytmZnYyeTVjdnFxcXFROG1zZ2hoUklEMUdmSVgwOUhRNm5jN0Z4YVdxcXZyKy9YdjJFNjVkdXpacDBxU0JadnJKeWNrUVV6cDR2SStQancrZFRzZWZ1VlpXVnE5ZXZXSXltVnUzYnQyeVpRdStuNlNvcUFnMklzT2FzYWFtNW9NSEQrN2N1UU1yd2NRRUprVDI3dDNMM3ZqeDQwZVFZVmp3aHUzQ2E5YXNVVmRYWjVrNnJGaXhndVh1NnV2cklmVDN3SUVEZVA1cWR0cmEydGhEbG9CQnlnWUxDd3REZERFN0FRRUJqWTJOd3NMQ29NRk1KaE15YjB5YU5BbVBkUUlFQkFRZzlUY3hIVFFBRWdXV3JyS3k4cVJKazVxYm0rUGo0OGxrOHA5Ly9vbW5ubWIvOUxkdjM0Smo0TVdMRi92Mzd5YzZHTnpkM1ljWXp3WExDdXJxNnNSR21CTk1temFOeFUrdXE2djc5dTFiRlJVVkZqRm1FV0I4TForNG9abmxMUmI0K1BpOHZiMC9mUGd3ZWZKa2xpbmF5NWN2WWRuWTFkWDE1TW1UVWxKU1Y2OWVIU2d2TFB3UmFtcHExdGJXN3Rtemh6Mk9ET3orTzNmdTRBWEY0WnQvOHVTSm82UGp5Wk1uMFNZb0JBN1NZOFJYZ0F5YUtpb3FBMjBtdm5uejV0S2xTL3ZWNDU2ZUhrZ2dwYUdoTWZoekp6YzNsK2hhRkJjWGQzWjJuajU5dXJDd2NHOXZiMVpXMXJObnoxSlRVeUU2QnZabHdkWW1KU1Vsc0toMGRIUUdlV2ppTkRZMkppY25KeVFrNEhVUlJvOGV2V3JWS25WMTlULysrT05IUFJ5aG42NnVyc0hUaG53VGpZMk5vRnN0TFMxcjFxeVJrWkVSRXhPRGV6Y3hNUmw4ejA5Q1FnS2VMQXpLRUZWWFYyTVlkdno0OFduVHBoVVZGY1hIeC9QeThvSVgyc1hGcFY4OWhzM0haREk1UHovZjBkSFIydHI2VzIraHZiMDlJeU9EZzRNRGhCL0ExN2xoeFpjSXVQVFprNEt4ZUtIeDBQMU5telpCaEZScmF5dHM5Qm9rakptUGoyL3ExS25zUFVOV25Ka3paeTVidHN6YzNQekNoUXNIRGh4d2MzTmpNWDlaa0phV05qSXlNalkySGpObXpOaXhZM0Z2UVYxZEhZUEJFQklTd3U4Q1g4S29xNnRMU2twYXMyYk5JTjBpUmhSSWp4R0RrWkdSa1p1YlN5YVRXY3BMRU9udTdoNm8wdnV0VzdkZ3NaUDlVY3RDWjJjblVRdVpUS2E0dVBqang0K3pzckl5TXpOaHNYUE9uRG1neHdjT0hJRHFlOUhSMFhnSzRoczNiaWdwS2JFWFFnQ2FtNXRCaGwrL2ZnM1dsYUNnNE1xVks5WFYxUlVWRmI5MUF5dHVudzN1dVA1cWZpNDQ3dXZyeThuSllYY0NzeUFtSnBhYW1scFJVZkhQUC8rOGZQbnk2ZE9uNEs0Z2tVaUppWWxpWW1MOXJnaUFnVGhod29RbFM1YThmLzgrTnplWFJxTTlmLzZjeVdSS1NFaXd4REVOQXAxT2g5ajdZOGVPWldabVJrWkdVcWxVUFQyOUlWNk8zeldOUnR1MGFSTXVUbCsrZklHZ3Vaa3paN0pZdDB3bUUvU1lQYXFmNVdzSDBWMjBhSkc1dVRuTUdrdExTNTg4ZWJKdjM3NmhKUGdrNHVYbEJSbGhJZlBNdG0zYmlvcUs3dDY5dTNQblRrTkRRMDFOelVIaXhoY3VYSmlTa3NLeTEyN05talZOVFUzYTJ0cWFtcHJmTkJMRUNBVHBNV0pBNkhRNnVFTzF0YlVuVEpqUTd6bGRYVjFkWFYzc2RRREI3d2VacFhmdjNvM2JGcmpvc2p4U1cxdGJxVlFxN0pNcExDdzhmUGd3dm43TXhjVzFaY3VXUC8vODA4dkxDenpWKy9idG85UHBQajQrc0o5bnlaSWwyZG5aTFMwdCsvYnQwOVhWMWRQVFk5bU9FaEFRRUJnWUNFWVZIeCtmaW9xS3VycTZzckx5SU0vV2dVaE5UYzNKeVlHQU1rZ2ZWbEpTSWljblI2d0o4VTMwOWZYWjJ0b21KU1c1dTd0RE5zcjYrdnFDZ29LcFU2ZmlWUXB3T0RnNHBrNmRLaVltOXZyMWEzQTdqeDQ5K3N1WEw3R3hzYkd4c2N1WEx6YzNOMmN4NDBDclpzeVlZV0ZoRVJFUjBkcmFxcU9qQThVaDl1M2JOM1IvUUhSMGRHTmo0OWl4WXpVMU5UZHQyblQ0OE9HNHVMaWhsQnpHb1ZLcE4yN2NHRFZxRkt4OFExNlg0OGVQTnpRMGlJcUtPam82Z2dQOHk1Y3ZBZ0lDM056YzFkWFZNSGppbmk0QWZrcjhUMGhFUkNRa0pJUVlTRGhtekppb3FLamUzdDdTMHRJSkV5Ync4ZkhCSllQY0w1Vkt2WFRwRW5nZ0RBd004UDExVmxaVzNkM2RzYkd4bHk1ZHVuNzkrdWJObTFlc1dDRWpJOU52VjEvZCtFNGtQajUrK2ZMbDMzUUo0dmNHNlRIaS93RG1GRHdIUFR3OGlvdUxaODZjaVQ5QThjMmRNVEV4VUNnUUhKdloyZGtSRVJIRWFuY3hNVEdRVFFpbUFBQWdBRWxFUVZUbno1K24wK25MbGkwajJ0YmMzTnhRc0RZaElXSHMyTEh3Q083cDZmbjgrVE9Ed2JDd3NMaDQ4ZUxNbVRQbDVlVmhvWEhidG0ySERoM2k1K2MzTnpmUHpNeGN2bnk1czdNekpMaCsvLzQ5bVV3K2ZQaXd2cjUrZW5yNmlSTW5lbnA2cmwyN2R2djI3WlVyVjlyWjJlRUxuRkpTVWx4Y1hFdVdMRkZYVjErMmJCbDdacWloazVPVFEzUkJsNWFXbHBhV2J0aXdnWU9EQTlackFkZ3cwOWpZT0ZETURtZ3R4R2ZWMXRaQ1FOYlZxMWVuVDUvKzRjTUg0dm94MFFsZlVsSVNGUlgxNE1HRDd1NXVIaDZlbzBlUDd0NjlPenM3MjlQVDg5MjdkMmxwYWJtNXVUZHYzaVNXNjRDZkVod0Ftelp0MnJWclYxUlVWSDUrdnF5c0xLVHl3T25vNkRBeE1hRlFLQkRYUmx3ZS92ejVNMHlHcksydFI0MGFOV3JVS0Q4L3YxT25UdUVSWjNwNmV1UEdqUnN6Wmd3dkx5OFhGeGVOUnV2NEQ1eWNuSkM5NVByMTY1OCtmYksxdFlVMG5MbTV1YWRQbi83dzRZTzB0UFRseTVmeGFZU2pvMk5hV3Rya3laUHg2UWhlV1JLSEpkWEdtREZqV0d4b21KRGR2My8vL1BuekVGZ0hXOVQ2WGRIbzdlMk5pNHU3Y3VYS3AwK2ZTQ1RTNGNPSER4dzRnTC9Md2NGaGIyOHZLU2w1OWVyVmhvWUdmMzkvZjM5L0NvVWlLeXVycUtoNCtQRGhmbi9mci9MczJUTmJXOXNsUzVhNHVibjkyT3lxaUY4WHBNZUkvd004dm1rMDJwMDdkeUlpSWlaT25Pamg0WUVMMklRSkUwQk5XZlpITVpsTWZLR3V1Ym5aeWNrSmtuUHA2ZWtaR2hxeVBHNW16NTc5NXMwYjlqcU1ZQ1hEQnQrVEowOFdGaGFlUDM5ZVNVbXB2cjcrMkxGakpTVWwrL2J0VzdseTVlblRwNkh6WmN1VzRTWDJsaTVkNnUvdmYrTEVpVStmUHRGb3RJcUtDbUtheWRXclY2OWN1ZktIR0NJV0ZoWURwZmdvTFMxOThPQ0J0TFEwSnllbmdJREFRQjRGUUVCQUFOOEFodWNkdTM3OXVwMmRuWUtDUW1ob3FMVzFOUVF6TDEyNjlPN2R1Ky9mdjgvSXlBQjNQUzh2cjdhMnRyNitQamp0bFpTVVFrSkNmSDE5UTBKQzJ0dmJVMUpTb0NJV0lDb3FhbXBxQ2xIWkZBcWx1TGo0MHFWTG8wZVBkbkZ4WWQ5TlhsTlRnMitOblRGakJoeEFtZXEydGpZVEU1TWxTNVpBbzdDd3NKK2YzLzM3OThQRHd5c3FLcWhVYWxsWkdSNUxqeU1vS0Fnci9SVVZGVUZCUVdwcWFsdTNicTJycXdzS0NvcUppWUg1bHJHeE1URTBBZkpyNGxVT0Z5MWF4TzV6aGo4MkpwUFowOU16eU94cTNicDFmSHg4dnI2K01PT0JERm40dTB3bTg5MjdkNDhmUDM3MDZCRnNoMU5XVmpZME5HUjMrNU5JcENOSGppeGF0T2o4K2ZQdy9YUjBkTHg3OTA1YVdwcEtwVUpCN29IR0FCRmVTVWxKK0JjTFBIandnTWxrcHFlbnU3cTZzbFJ5Ukl4WVNFUGN1WUVZbkd0aEVlY2NMMkVZcHErejYvUXB5K0VlenZkRHpFY3hhOWFzeTVjdlF3VmZuTWVQSDRlRWhEUTFOZUV4TlFJQ0FwcWFtcnQyN2VycjY0dUlpQWdLQ3VybzZGaTBhTkd4WThmNlhkR3NyS3k4Y09GQ2ZuNCtNZGFHUXFFc1hyell5c29LejczUTJka0pzVG5Cd2NHeHNiSFcxdGJqeG8zYnZIa3piSFBTMXRhZU1tVUtTOCt0cmEwZUhoNDdkdXhnVCtuOHk1R1hsMmRvYUhqczJMR1dscGFBZ0FCQlFjRkpreVpObno1OS92ejVTNWN1N1hkdWNldldMWDkvZjNkM2Q3eVlCQXNmUDM3VTFkWGw1ZVgxOHZJaVRoZUtpb3BzYlcxUG5EaWhxS2g0NWNxVm9LQ2daY3VXT1RzN3d6NGZXMXZieDQ4ZlcxcGFnckt5VTFKU2twV1ZWVkZSMGREUThPWExsN2EydHM3T1RocU5SaUtSYnQrK0RZWnZiMjl2WUdEZy92MzdlWGg0Zkh4ODd0eTVvNmFtdG52M2J2Q3lzR05tWnBhVmxiVnQyN1lqUjQ3Z2RjTnd3c1BEUFQwOWx5NWQ2dURnOEZWdlIxdGIyOEdEQnlzcksvZnUzWHY0OEdId005ZlYxZW5xNnJhMHRIQnljc3JKeVMxZXZGaERRMlB3aUMyd3lCODhlSEQ5K25WQlFVRVBEdy80VzgzSnlUbCsvRGlWU2gzODJrR3dzTEFZYUd2QVQwdHpTNnZXSHYyeThnb2hJY0cvYjF5VG1jcjZueEh4SFNBOS9qSDhObm9jSEJ6ODVzMmI1OCtmYjl5NDhlVEprLzJtc3g2SXZyNCtUVTFOSlNXbHJWdTNEbjIzOFZlaDArbE1KaE9NdWFxcUtqQkFmMVRuUHkwOVBUMWRYVjBpSWlJUUVQZE5QOFJBME9uMDhQRHc3ZHUzczRUS1U2bFVNcGtNaXhFMEdpMHRMVzNWcWxYNCt1amp4NDlIang0OWVESzFid0s4SUlPbkl2bjA2Wk9Ra05CQVdsdFpXU2tzTER5VTZpWkFWVlVWRHc4UDBjNW1NcG4zN3QyYk9uWHE5T25UdjlWeHdtUXlPenM3aWQ5aFdWa1ppVVNTa3BMNklUL1RMd0hTNC84R1NJOS9ETCtOSHROb05HNXViaXFWK24xUEZpYVRpZlpUSWhDL1BVaVAveHY4MnpwbGlOOE1zRnErZTVxUHhCaUJRQ0MrRDZUSENBUUNnVUFNUDBpUEVRZ0VBb0VZZnBBZUl4QUlCQUl4L0NBOVJpQVFDQVJpK0VGNmpFQWdFQWpFOElQMEdJRkFJQkNJNFFmcDhZK0JkeFFQRnhjWnc3QnVLbldRRW04SUJBTHhHOURkM1EzNXcvbjQrTDZqTGd1aVg1QWUveGpFUkVVaHVlT1hMMDJkbmF3MXlSRUlCT0ozb3ZITEYwZ1JLaUV1Tm5LeWt2MjNRWHI4WXhBVkZZR3NlNFZGeFI4K2ZoenU0U0FRQ01SL0N3YURrVi93cnFXMURjTXdjVEV4M245Uk1BMUJCT254ajBGV1p1b0U2WEVZaHRYVzFUdTZYUDdjMk5oRG8rRVZGeEFJQk9KWGg4bGswbWkwdHZiMkY1bFp3V0hoVkNxVmkweVcvMk9Pb0tEQUVLNUdmQjJVdi9xSDhTTHpsZDZCSTdDbUlqMU9hdkdpaFNMQ1FyeThhT2FJUUNCK0IvcjZHSjhidjFUWDFHUy9mZ05STW5JelovaDd1MHRKc2hiRVJId2ZTSTkvR0F3R3c4ektOanIyMFhBUEJJRkFJUDRYdURxZTI3cHB3M0NQNHZjQjZmR1BwS09qd3k4d09Db21ycTJ0dlpkT3A5UHB5R1dOUUNCK0d6ZzVPY2xrTWpjWGw1U1U1SkVEK3BzMmFBejNpSDRya0I3L2VFckxLeW9xS3B0YldsdGFXcnFwUGNNOUhNVHZUTk9YTDAxTmpSaUdpWXFLaVk0ZVBkekRRZnpPY0hDUUtQejh3c0xDWW1LaU02Wk5FeGREZjI4L0dLVEhDTVF2VEVCQWdMKy9QNFpoaHc0ZE1qQXdHTzdoSUJDSTd3ZkZWeU1RQ0FRQ01md2dQVVlnRUFnRVl2aEJlb3hBSUJBSXhQQ0Q5QmlCUUNBUWlPRUg2VEVDZ1VBZ0VNTVAwbU1FQW9GQUlJWWZwTWNJQkFLQlFBdy9TSThSQ0FRQ2dSaCtrQjRqRUFnRUFqSDhJRDFHSUJBSUJHTDRRWHFNUUNBUUNNVHdnL1FZZ1VBZ0VJamhCK2t4QW9GQUlCREREOUpqQkFLQlFDQ0dINlRIQ0FRQ2dVQU1QK1RoSGdBQ2dSZ3EzZDNkMGRIUkxTMHRlRXRPVGc0Y1pHZG5FMnVaOC9QemEycHE4dkx5RHNjd0VRakU5MEFpL2g5R0lCQS9NMHdtMDhyS0tqazUrYXRuTGw2ODJNdkw2Mzh5S0FRQzhXTkEvbW9FNHBlQlJDS3BxNnNQNWN5Tkd6Zis5NGVEUUNCK0pFaVBFWWhmaWVYTGwvUHg4Y0V4aTNNTGY4bkh4NmVxcWpvY28wTWdFTjhQMG1NRTRsZUNpNHRyL2ZyMStFdGNnNG5hcks2dXpzM05QUnlqUXlBUTN3L1NZd1RpRjBORFE0Tk1IakFTazB3bXIxcTE2bjg3SWdRQzhRTkFlb3hBL0dKTW1EQmg0c1NKQTcwN2FkS2tTWk1tL1c5SGhFQWdmZ0JJanhHSVh3eCtmbjQ1T1RuOEpaUEpKRHFyWjgrZUxTd3NQRXhEUXlBUTN3L1NZd1RpRjRPYm0zdnUzTG04dkx3a0VvbllUaUtSNEsxUm8wWU4zK2dRQ01SM2d2UVlnZmoxR01nSTV1UGptejE3OW5DTUNJRkEvRnVRSGlNUXZ4NVRwa3daUDM0ODJNVFFBZ2ZTMHRKbzhSaUIrRVZCZW94QS9IcHdjbkt1V2JPR3ZYMzkrdldjbkp6RE1TSUVBdkZ2UVhxTVFQeVNxS3VyZy9UaUpqSW5KeWR4YXpJQ2dmaTFRSHFNUVB5U1VDZ1VQQWtYU0xLS2lnby9QLzl3and1QlFId25TSThSaUY4VllwSnFFb21rcHFZMnJNTkJJQkQvQ3FUSENNU3Z5b3daTThhT0hRdkhVbEpTTTJiTUdPNFJJUkNJN3dmcE1RTHhxMEtoVU9iT25RdkhjK2ZPRlJVVkhlNFJJUkNJN3dmcE1RTHhxOExMeXlzbko4Zk56VTBtaytYazVQQzZUd2dFNGxka3dLejBDQVRpSjRkRUlzMmRPMWRJU0loR284MmVQWnNsWFJjQ2dmaTFRSHFNUVB6Q3pKdzVVMUpTc3J1N0d5MGVJeEMvT2lTV2t1YUlmMDliZTN0NVJWWER4NC8xOVIvYU96cUhlemlJMzV5Q3ZEZDlmWDEveUNzTTkwQVF2em1jbkJ5alJVWEhqcEVZTHoxdS9IaHBIbFJqKzBlRDlQaEh3bUF3WG1hKzh2SUxxSzZwN2VydTd1N3E3cVhUaDN0UWlOOGRKb05FSWpFeDVLeEcvTmZoNWVYbEd6V0tuNTl2Z2VKOFU2T2pVcEpqaDN0RXZ4VklqMzhZZlgxOUxwZTlnMEt1OS9YMURmZFlFQWdFNHI4TEh4K2ZsNnZqQ3BWbHd6MlEzd2UwZnZ6RFNFNU5DN3dXeG1Bd01Bd1RGQkJRbUQ5dmd2UTRZV0doNFI0WEFvRkEvQUFZREdaWFY5ZVhwdWJrMUtmdEhSMWRYVjJPcmg0VEowNllNbW5pY0EvdE53SHA4WStoNGVQSHdHdWhJTVlLOHZQc3JDM0hTVWxSK1BtNDBSSUxBb0g0TFdBeW1YUTZ2WWRHMjc1bG84M1o4OVUxdFJXVlZaRlJNY2VQSHVMbTVocnUwZjBPb1AzSFA0YjNSU1dWVmRVWWhna0pDcDR3TTVvak4wdFVSQmlKTVFLQitHMGdrVWhjWEZ3VWZuN2xoVXE3ZG1oeWNYSFI2ZlJYT2JtdHJhM0RQYlRmQktUSFA0YTI5bllxdFFmRHNQbnlmMHlkUEhtNGg0TkFJQkQvTFRnNE9CWXFLWXdXRmNFd3JLMnRyWWRHRys0Ui9TWWdQZjR4dExkM1VIdDZNQXdiS3lFaElFQVo3dUVnRUFqRWZ4RXhVVkVlSGg0TXcxcmIybnA3ZTRkN09MOEpTSTkvRERSYUw0UlY4L0x5Y0hHaHBSUUVBdkU3dzhmUFR5YVRNUXpycGxMUmpwSWZCZEpqQkFLQlFDQ0dINlRIQ0FRQ2dVQU1QMGlQRVFnRUFvRVlmcEFlSXhBSUJBSXgvQ0E5UmlBUUNBUmkrRUY2akVBZ0VBakU4SVAwR0lGQUlCQ0k0UWZwTWVLbnc5M2QvZEdqUi9qTDF0WldIeCtmTDErKy9KcythMnRyNzkyN1I2VlN2L1hDaG9hRzMzVjc1ZTNidHhzYUd0amJLeXNyWFZ4Y2FtdHJ2NmszSnBONTU4NmQ1OCtmZjhkSTZHeGxTU0VWUEF2ZmxIZmkrdlhyRVJFUi9mYURRUHljSUQxRy9GejA5dlpHUlVYWjJ0b2FHaHFDSkhCeWNnWUhCNjlmdi83Y3VYTWxKU1ZQbmp6NWpueEF2YjI5RGc0T0dob2FucDZlN2UzdFE3L1F4Y1ZGVzF2NzVjdVhYejJUOXF0bERYejY5T21XTFZ2YzNOeGFXbHBZM3JwNTgrYVdMVnNzTEN6ZXZYczN4TjVJSkZKYVd0cng0OGZkM054WTlMV3JxMnVRQzVPU2t0VFYxWWt6TUF6RGlvcUtEQTBOOC9MeThKYmEydG90Vzdha3A2Y1BjVHlSa1pHdXJxNEdCZ1lzRXdzbWs0bUt6Q0orVHBBZUkzNHVNakl5T2pvNk1Bd3JLQ2o0L1BremhtR2pSbzBDUVgzMzdsMW1acWE1dWJtYW1wcXJxK3VIRHg4RzZTYy9QOS9Nekt5dXJnNWVRbTYvdHJhMit2cDZQajYrSVE2bXA2Zm41Y3VYNWVYbHg0NGRDdzRPN2htWVc3ZHU3ZG16cDZtcDZVZDhCLzhqdUxtNWUzdDd3OFBEQXdNRGllM3dYVEdaVEM0dUxrbEp5YUYzZVByMDZWR2pSb1dIaHg4L2ZyeTd1eHNhR3hzYk5UVTFNekl5QnJwS1VWR1JUcWZiMnRvNk96dmpqUUlDQWhrWkdmcjYrZ3IvWWZQbXpRME5EY2JHeHRldVhmdnFTSEp6YzZ1cnF6RU1xNmlvWUpsU3VMbTUyZHJhb2hTUGlKOFFWRzhSOFhPUmtKQUF4cGFqbzZPOHZEell4L0RXM3IxNzFkWFZTU1NTbTV0YlJFVEUzMy8vZmY3OCtkV3JWL2ZiVDNaMjl0T25UMSsrZkttam83TnYzejdJN1lkaDJJNGRPL0FPdjBwS1NncTR1QTBORFdWbFpaY3ZYODd1V1NWeTZOQWhmMzkvVVZIUmI3enA0UUVTdXk1ZHV0VFMwcExZam45WFI0OGVGUkVSQVcxbU1CZ0RmVzhmUDM0Y00yWU1obUZqeG96WnYzKy90N2QzWm1ibW1UTm5RRjl6YzNNL2Z2eG9hR2lvcWFscFltSUNzeXNpd3NMQ3UzZnY5dmYzdjMzN3RvS0N3cXBWcS9BNUFZWmhTNVlzbVRCaEF2eWdKU1Vsd3NMQ0EvM2lSSzVldlFvSDdlM3RkbloyZG5aMitGdWd4SjgvZjNaemM2TlFVS3A1eEU4RXNvOFJQeEV0TFMxSlNVa1lodjM1NTUvS3lzcDRPNjRRR0lidDNyMGI5S08zdC9mMjdkc0RkWldabVFrSFFrSkNMRDBRUHk0dExXMmdIcGhNSnBoaTh2THkrdnI2eXNyS0xpNHVjK2JNMmJadEc1eXdjZU5HUFQwOVBUMjlCUXNXUUl1a3BPUjNtTWhNSmpNaEllSEFnUU1yVnF4WXNtVEovdjM3VTFOVHY3V1Q3d0QwbGIwcUtBZkgvM2tzTUpsTVIwZEhhMnZyZnVjaUwxNjgyTGh4WTFWVkZiemN1WE9ub0tBZ2htSEp5Y2x3L3V2WHIrR3RqSXlNTjIvZTlEdVNyVnUzd2tGbFpTWDdXeFlXRmhZV0ZqQTVFeFVWSFQ5Ky9PRDM5ZmJ0VzFoZjRPUGoyN3g1ODhiL3NHSERCdHhUTFNFaE1iZ1hIWUg0MzRQc1k4UlBSR1JrSkkxR0V4SVNNalEwSkxhVFNDVGlTMjF0N2Z6OC9QajRlSGowczlQWTJKaWRuWTFoMklZTkczYnYzbzFoR080K2JXdHJhMnhzQkYrMHBhVmxhV21wZzRORHZ5WlhhbXBxV1ZrWkZ4Zlg2ZE9uU1NTU3U3djdxRkdqcmw2OTJ0M2RIUmtaaVdHWXJxN3VsQ2xUTUF3N2VQQWdobUdMRmkzeTlQVDgxbHRtTXBtV2xwYXBxYW1pb3FKejVzeXBxYWw1OCtiTm16ZHZqSXlNOXU3ZCs2MjlmUlVxbGNyQndRRWFqT3R1UUVCQVNrb0tmZzRlQTJWaVlzTEZ4ZFhUMHdPK1h3ekRMbHk0d0RLem1UZHZIamMzZDBoSXlKa3paekFNNCtYbFhiVnExZjM3OStmTW1RTm5ncWVhVENhSGhZWEIzSWdkY1hGeGVYbjVxcW9xRFEwTmFJSGZDTU13TVRHeGI3cEJCb01CZGprSEIwZFhWNWVLaXNyU3BVdngyNFFwd3Q2OWU0Mk1qTDZwV3dUaWZ3RFNZOFRQUWw5ZjM5MjdkMEhudnVwSU5EYzNmLzM2OWR1M2I2bFVLaTh2TDh1N2p4NDlBa3NvTWpJU3RCUEh6TXlNNVdRYkd4c3ltYXlxcWtwc3BGS3BIaDRlR0lZWkdSbE5uRGl4bzZNak9qcTZxNnVyb0tBQTd3Rjhxdm41K1dBQ0hqcDA2RHZ1T2lrcEtUVTFsWXVMS3lZbWhwZVhsOEZnL1BYWFh6RXhNZDdlM2t1V0xKR1ZsZjJPUGdlaHRyYjJ5SkVqMnRyYW1wcWErQ3hIWDE4L0x5OHZMeTl2L1BqeGZIeDh1QjNNejgvUHc4TWpJQ0FBb3RqVTFCUVpHYW1scFVYc2tJK1BiKzNhdFRFeE1RWUdCckRZckttcFdWbFphV05qZzJGWVhWMGRhTG15c3ZKQVlneGN2bnlaeVdRS0NBakF5L3o4ZlBDb2YrczNFQlFVVkZCUXdNbko2ZUhoWVcxdGZlN2N1ZXZYcjB0SVNMeDgrUktXeWVmUG4zL2t5SkZ2L05vUWlQOEZTSThSUHd0eGNYRWZQMzdFTU16THk4dkx5MnZuenAzNFc3RGo2T0hEaC9DWUJyT3lvNk9qcTZ2THlNakl5OHVMS01sME92M1dyVnRndXMyY09STWFlM3A2UUppM2I5L09IcU5VVjFkSG85Rnd6MjFmWDkvWnMyZHJhMnRWVlZYQnZBNE1EQVQzcG9DQVFHbHBLWndHZXV6cjZ3dkc4ZHk1Yy92NitvYStPQTI4Zi84ZWZPL1YxZFhUcGszajRPRFl2MzkvVEV3TWs4bE1URXo4NFhyTXhjWFYxTlRrNit0NzdkbzFLU2twdkhIQ2hBbnIxcTFidDI0ZHVQRmhFZmZDaFF0ZmRRN0RWM3IvL3YyZ29LRFRwMDlqR0RaanhveWdvQ0I0NituVHAzQUFQUTlDUmthR2hJVEUzTGx6NFNVc1d5eGR1aFQvWldIMlVGZFhkK25TcGRiVzFzcktTZ1VGQlZOVFUySW5xYW1wQVFFQkdJYloydG9xS3l2cjZ1cDZlM3NiR1JrWkd4dGJXbG95R0F4SlNVbG5aK2QrRnk4UWlHRUgvVjBpZmdwNmUzdjkvZjJKTFRkdjNtUTU1OFdMRnk5ZXZHQnBmUDM2dFpHUmthZW5KeDRvRkJjWDE5RFFJQ1VsNWVIaGdkdlpMUzB0b01jYUdocXdFamtRK2ZuNVRrNU9oWVdGR0laSlNVbjUrUGpRYURRUStCMDdkcHc0Y1FLUDErWG01dmJ6ODh2S3lzSXd6TURBNE1XTEY2NnVybDVlWHFCem9hR2hvYUdoZzN5UXFLam8zYnQzd2VNTk13dzRFQmNYaDRQQlk4ZStEMXlLVEV4TTNyeDVVMVpXbHBXVnRYMzc5c3JLeXIvLy9wdWJtNXZkZGQvVDA0TkhWL1hMekprejU4MmJGeE1UczNmdlhoYjlodWc4Q29XeWZQbHlscXRldlhyMThPRkQvR1ZTVWhLTlJ0UFgxemN3TUlpTmpjM0p5U0dUeVFZR0J2Z0preVpOZ3NIQWI0RmhXR0ZoNGJadDJ5Wk9uQWd2czdLeXJLMnR5V1N5blowZHlMK09qazV5Y25KaFlTRjRwNFdGaGIyOXZTRkNEWUg0Q1VGNmpQZ3B1SGZ2M29jUEgwZ2tFcFBKcEZBb2p4OC96czNOblRGamhwQ1FVRjlmMzZKRmk4Q1BIUllXeHNYRk5jam1tYTZ1TGo4L1B4NGVIa2RIeDZGSHp6SVlESHd4ZGZMa3laOCtmWUxqaUlnSS9KdzVjK2FBcHhyUFRITDM3bDNjRU55M2J4OGNIRHg0TUNBZ1lOeTRjVVA4NlBYcjF3c0tDcExKNU9uVHAwTkxjWEV4SFB4dzQ1aW94MU9uVG9Yb0tqS1pMQ29xQ2pIaGtaR1IwNlpOSTY3SzUrWGxXVnBhNHJIdUE2R25wMmRxYXVydDdlM2s1SVEzMXRUVWdEOWp3NFlON0dzS2lvcUtpWW1KOSs3ZDQrRGc0T1hsaFRqMjU4K2ZDd2dJZUh0N2swZ2tHeHViYWRPbTRlZHYzNzZkajQvdnpKa3pzckt5aW9xS25KeWNnb0tDRU5jTjh5MHpNek5KU2NsejU4N0p5Y25oTjZ1bXBnWlRLd3pEN096c1FOUVJpSjhUcE1lSTRhZTF0VFVvS0lpYm0xdExTK3ZHalJzUUZvVEhWK09oUGNMQ3dsL3RLaUFnb0ttcHlkWFZGWDhvZjVYYzNGd0hCd2QzZDNkcGFXa3c1a3hOVFcxdGJSY3VYTGgyN2RxMHRMVFUxRlFSRVJIY3p3a1IxR1F5V1V4TVRFOVBMelEwZFB2MjdkM2QzWEZ4Y1JpR3pabzFDeXd3Q0wwZXlnQ1dMVnVHSDlmVzFrSTRrcVNrNUZBMjlud3I3TzcwK2ZQblg3eDQwZExTRWtMTjhWQm5ETU8yYk5rQ0IwZVBIblZ3Y0ZpeFlzVWd0ekI1OHVTa3BLVGMzRnhjdVNFYUFLTGwyUzhoa1VpblRwM2F2bjM3MUtsVEt5c3JkK3pZZ1dIWTNMbHpMMSsrRENmRXhNVEV4TVFRTHdHSFFVVkZoWjZlSGg3NUJRZ0xDL3Y2K2s2ZlBoMDM1YnU3dXowOVBlL2N1WU9mWTJWbGRmRGd3VjI3ZHJIdnVVSWdmZ2FRSGlPR0h6YzN0K2JtWmlzckszWXJDa3dmT0JnOElDZzNOemNxS3FxeXNwS2Zuejh4TVRFeE1aSDRMcDQ4S3pnNG1HVi9jSEp5Y25kMzk0RURCL3o5L2NINXFhR2hJU0Vob2FDZ0FHSk1KcE9kblowbEpDVGdmTENlcGFXbG56eDU0dWJtTm0vZXZPWExsejk4K0RBdUxvNkRnOFBHeG1ibytVWll2b1Q0K0hnd3ZybTV1UzlldkFqN2czOHMvUzV2azhsa0p5Y25Cd2VIOSsvZmw1U1ViTnUyRFZTdHI2OFA5RXhjWEx6Zm53YUhSQ0lkUG56WXlzckt5Y25weG8wYlpESzVvNk1qS2lvS3c3REZpeGNQWkpXU1NDVGNLd0RjdVhObi9mcjFpeFl0Y25KeUtpb3E2dXpzSkRvSklEOE1uVTRQREF4VVVsSmlDYjNHMTU3QisrM3U3dDdRMEVBbWsvZnUzYXVob2VIZzRKQ1RrK1ByNnhzYUdycHUzVHAxZFhVNU9UbjJ2VjRJeERDQzlCZ3h6R1JsWlQxOCtIRGJ0bTFhV2xyUjBkSHNKOENlVkU1T1R0dzUyUy95OHZKeGNYRUZCUVVnc2Jqd2RIWjJNcGxNTXBrTTdtdFlnZWJsNWNVOXQ1eWNuQlFLcGJ1NzI4ek16TlBURTF6TkNnb0sxZFhWRUtCa2EyczdmLzU4L0lNZ25tdnk1TW5QbmoxcmFXbUJsZEZuejU3QlZVTXg0Z2NDOTVuVGFMU1ltSmc1YytaOGQxY0R3Ykp6REllYm0vdnMyYk5aV1ZsSGpoeVpOMi9lK3ZYck1ReExUMDhIUGJhMHRDUnVCKytYMWF0WHo1NDl1NkNnSURnNDJNREE0T2JObTVCbjdadUNtY1BDd3NDeG9hR2hFUm9hNnVYbFpXOXZqMnUyam81T1Mwdkw5T25UcjErLzN1L0VvcSt2THlVbEpUUTB0TEN3a0V3bXIxMjdWbDlmWDBaR0JzTXdmMy8vbUppWVc3ZHVGUlVWL2YzMzM3QllMaWNuTjJuU0pFbEp5Zm56NXcvdWtFY2cvZ2NnUFVZTU05TFMwaHMzYnJTeXNocm9CRmhQblRoeDRsZnRSV3RyNjAyYk5zbkt5aEtOT1JVVmxZNk9qcjE3OXg0NWNxU25wMmZ4NHNVWWhubDRlQ2dxS2c3UzFmL0gzcHZIUTlYLy8vOEhZeDg3RVVLTHJwUVVwZFhTM25XbFhOYWlrclJZMmd0WlNwRWxsWkpFV2JKVXRGUEVsUlp0SWxUS2txU3lKdnUrakRITDc0L1g3M3MrODU0WlF5N1g1YXFlOXovY3pwemxkVjduekRpUDgzeTlua3RsWmVYT25UczdPenMzYmRxMGNPSEMvUHo4TDErK2ZQNzhlZFdxVmFnLyt2cjZqeDgvVGtsSldiZHVYV2RuSjlMamxTdFg0aTBNMHA4TC83aHYzNzU5Ky9aMWRuWmV2MzQ5SkNUazFxMWI2dXJxaG9hR25DOTVlTkhTMGhJU0VycDkremJTWXpRQ0x5VWxOYUFZSS9iczJiTmx5NWFJaUFnRkJZV0xGeTlpR0xadzRjTEpreWNQdmdQNDFEVVhGOWVNR1RPUVV6M1M0OUxTVXVSSloyNXV6aXJHZFhWMVNVbEppWW1KeUVVZm1kSDM3dDI3ZCs5ZWYrY2lrOGw1ZVhsNWVYa1locTFldlJyMEdCaHhRSStCRVVaZVh0N1QwNVBERHVncHpPamEweDljWEZ4TU5tVmpZeU95MGdidllOWGIyM3YyN05ta3BDUjBZRkpTVWxSVUZOb2tLQ2c0YTlhc3Fxb3FwRFFCQVFHWEwxOWV2WHAxWW1KaWIyK3ZpSWpJMzUveEpSS0ptelp0eXNuSnljM05qWWlJV0xseUpWTzJySDhJS3BYNjh1VkxaV1hsdVhQblBucjBLQ3NyUzE1ZUhnVWRtWm1aRFRKQVNGTlQwOFRFSkNFaEFlV25GQklTY25SMEhFSm5DZ3NMczdPek4yM2FKQ2NubDVTVVpHZG5SeVFTa2NCTFNVa3hoVTcxOXZidTNiczNKeWVIVHFlTGlZbnA2dXFpZHlQa0tJZGgyTnUzYjR1TGl4VVVGTkJJUmt0TEN4THBPWFBtNU9mbjAyZzBQejgvVnZkdkFQajNBVDBHL3ROMGRuYStmdjBhSlpRWXd1R2ZQMzlHQzNnZzhvRHc4L04vKy9ZTmlURlM5UEhqeCt2cjY4K2JOMi9xMUttM2I5K20wK21xcXFwRUluSHg0c1YzN3R3NWRlb1VpdXF4dExSa3RNc0g3OCtWblowdEt5dkxPTWs2ZmZyMDNOemNtcHFhNnVwcWxMMzVuNk81dVRrNE9QanUzYnVOalkzcjE2OUhNVUpIang1VlVWR2hVcWxFSXBFcEFRaG45dXpaOCtEQkExUkJhK3ZXcmQ5VmpnTHgvUGx6VjFkWEpTVWxLeXNySXlPajgrZlBoNGVITDF1MkRCV0Eycmh4STFQd0ZUOC92NHlNelBidDI3VzF0U2RQbmx4WldZbjBlTk9tVGVpV25qbHpwcmk0ZU1LRUNVNU9UcWh5Rk5MakF3Y095TWpJTkRRMDRISFlBREN5Z0I0RC8ya3lNaklvRkFvdkwrK0NCUXRRNmd3bW9xT2pWVlJVK25QOWZmVG9FWVpoRWhJU2FCS3hQMEpDUWlnVXl1N2R1OUZIRnhlWDNOeGNPcDF1Ykd4c1pHUTBkdXhZdEw2a3BBUUZ2eUp6eXN6TTdNNmRPMmlHVlV4TWpER0J5ZUFKRHc4UEN3dmo0K05MVEV5VWs1TkRLM0hKK2E3U2tOOUZjWEV4bXBoSDZUazFORFRjM056MDlmVzV1TGptejUvLzRzVUxWQnByOCtiTmc1OFJwOVBwWVdGaGVKOHZYNzZzcWFuNVhiUGdTVWxKc2JHeFVsSlNaODZjd2YzdDQrTGkwdExTNkhTNnNySXkyNWNETHk4djFwVlJVVkc0Zll4bS9RTUNBcEI5ak8vRHk4c0xZZ3o4ZHdBOUJ2N1RvQmxXZlgzOS9vS0pyMXk1b3FPancxYVBlM3Q3MDlMU2tITlFmMzVNaUx5OFBNYkM5VEl5TXNlUEgvL3R0OS9FeGNYNyt2cHljbktlUDMvKytQRmpWT0VSNlFRS2JkTFcxczdOelVXdVJ2MGwwK2JNa3lkUDBGeG1YVjBkcnNkZnZueEJhakc4OGJJMU5UVjQ2UGJKa3lmUmdxNnVyclcxTmVQczZhSkZpMTY4ZUlFR3o4M016QWJaT0lWQzhmSHhRUkZLOCtiTnk4bkphV3BxMnJwMTYvNzkrNDJOalRuZmY1eW9xQ2grZnY3QXdFQ1VGRVZNVE16VzF2YlVxVk9OalkzYzNOeWVucDZEVDYyVmtwTEMrUEhyMTYrc0dZeCtWa3NBQUNBQVNVUkJWR1lBNEQ4RjFIY0MvcnU4ZlBreUx5K1BRQ0F3bFpkZ3BLZW5CNDlsWXVMcTFhdWRuWjBFQWdIRnRuS2dxNnNMNWFOQTBPbDBHUm1adExRMFIwZkhoUXNYT2pnNHhNZkg0OUUxVzdac1FjdEpTVW1vYWdXeUJaRnI5L2VDNG5tNHVMandSRjBGQlFYSXJEY3pNeE1XRmg1Q20yeEJUbTIrdnI3NEdqMDl2Ymk0dU5PblR6T0tjWHA2K29rVEovQkQ3T3pzME1zQlo4ckx5emR1M0ppY25NekZ4YlZuejU3ZzRPQ0FnQUJlWHQ2K3ZqNWZYOS9ObXplWGxwWnlPSnl4bExXN3UvdWtTWlBRY2tOREF5NnJOQm90TVRGeDhPV3pidDI2OWZyMTY5ZXZYNk5aQTMxOWZmU1JNY2NMQVB5bkFQc1krSTlDb1ZCUVJRY0xDNHYrNWxDN3U3dTd1N3Z4aENHTVpHVmxvY3pTNjlhdFE0aytHS045OE9TVWlMYTJOaEtKUktGUUNBUkNjWEd4dmIwOVBuL015OHRyWkdSa2JtNGVIQnlNTkd6VHBrMFVDaVVrSkFSNUdNMmZQLy9WcTFldHJhMmJObTNhc0dHRHRiVTFYaFJoTU96Y3VmUHQyN2ZWMWRWbVptYnE2dXBOVFUxRlJVVTBHbTNXckZtN2R1MGFmRHNEUWlRUzkrM2JoOG84Nk9ycTJ0blpNYzJwZDNaMkJnVUZvYXlpMDZaTm16Qmh3cTFidDk2L2YyOXBhV2xvYUdobVpzWVVLNHpvNit1N2NlTkdTRWdJaVVTU2s1TkRpYVBSS1lLQ2dseGRYZHZiMjkrOWUyZGhZVEYzN2x4VFUxTWRIUjFXUDNrOHpmV3laY3VRanpxZFRrOU5UVDExNmxScmE2dUlpTWpVcVZNek16T1RrcEpTVTFNWExGZ3dmLzc4NmRPbnk4dkxzNXJMVE44c0J4aEhSQURndndEb01mQWZBaVZnUWhYamc0S0NQbjc4cUthbXRtM2JOclFWUFh6Nyt2cVNrNVBSUUM0S1BYcjE2bFY4ZlB6YXRXdnhkcEtUazMxOGZDZ1VpcTZ1THFOdHpjZkhSeUFRS0JUSy9mdjM1ZVRrVU5oTWIyOXZRME1EalVaemNuSTZldlNvbXBxYXBxWW04Z2t5TVRHeHM3TVRGaFoyZEhUTXpzN1cwOU03ZnZ3NFNuRDk0Y01IQW9GZ2IyOXZZMk9Ua1pHeGYvLyszdDdlNk9qb2E5ZXVMVnEwNk5DaFE0TXNMQ0V0TFIwWEZ4Y2JHL3Z3NGNPTWpBd1VGR3RnWUdCc2JEenNaUTkrLy8zM3UzZnZtcHViNit2ck02NG5rVWpYcmwyTGpZMXRhMnNURUJDd3NiR3hzYkhoNGVHUmtKQ0lqSXlrVUNpb1RKYW9xT2oyN2R2eEVXd2FqWGJ2M3IxejU4N1YxTlNndEJ0YnQyNWw5R2liUFh0MlhGeWNzN016bXZqUHlzckt5c3JpNWVXZE5HbVNsWlVWS2xtQmNIVjE3ZTd1enM3T2RuRng2ZXZyZS9qd1lXeHNMREtwNTgyYjUrSGhNV3JVcUV1WExvV0docExKNUljUEh5TEhieDRlbnUzYnR6TTV6ZUZKdnpkdjNveGMwMUVoa016TXpLVkxsK0sxU1JoTGNBTEFmd1RRWStBL0JGSmlNcGw4L2ZyMStQaDRaV1hsb0tBZzNMbEpTVWtKcVNsVGZCU2RUa2NISW0rZFk4ZU9vZVJjMXRiVzI3ZHZaOUpGZFhYMXQyL2ZzdFpoUkZZeXlxVG82dXBhWEZ6czQrT2pyYTFkVTFPelk4ZU8wdExTVFpzMkxWcTB5TVBEQXpXdXE2dTdkKzllbE05TFIwY25MQ3hzLy83OTlmWDFaREs1ckt5TVJxTU52dEFUa1VqY3ZuMDdoekg1WWVUVXFWT01TYWsrZlBpUWtwS1NtcHJhMnRyS3o4OXZhbXBxYTJ1TGo4dzdPRGlvcTZzZlBYb1VCZldLaUlpZ2xDeTF0YlZKU1VsMzd0eXByYTBWRmhaZXQyNmRwYVVsVzFkcWVYbjUyTmpZUzVjdVJVUkU5UGIyb3ErNHJLeXN2YjJkY1RjQ2dlRHQ3WDM3OXUySWlJaDc5KzZoakd4ejU4N2R2SGt6UHBadVpXV2xyNjkvNXN5Wng0OGZvelhJNlozcGpPZ3NHSVpObVRLRjdXaC9SMGRIVmxZV2VndjVlL2NTQUlZWjBHUGdQd1NTVlRxZGZ1ellzY21USjU4K2ZWcEtTZ3JmS2lrcGVlVElrWmlZbU9ibVpueXdVVVJFeE16TWJPM2F0VlFxTlQ0K1BqSXlzck96Yzg2Y09UdDI3R0FiNCtUaDRlSHI2MXRRVUlCTE9GTEVlZlBtNFRsSjVPVGtFaElTME5QODNyMTdmWDE5cUVURW4zLytTU1FTVFUxTkxTd3M4T2xleE5TcFU2OWV2Um9VRkxSbXpScTI0N3IvRVJqRnVLR2h3ZHJhbWs2bnE2dXIyOW5aclZpeGd0VnBUbGRYZCtiTW1mSHg4WGw1ZVNkUG51VG41Ky90N2Yzenp6L3BkTHFXbHBhMXRiV0JnUUhuU1c0Q2dXQmpZL1A3Nzc5SFIwY25KeWN2V0xEQXc4T0ROYVZvWkdSa2VIaTRrSkRRNU1tVDlmWDFGeTFhaEh1MzRTZ3BLUVVFQkh6Ky9QbldyVnQ5ZlgxbzdKMEo1RXlncUtqbzRlR0JWOHBpcEtTazVNMmJOMHVXTEFIUGF1Qy9CdGZncDFzQURrUmZqUGYyUDRGaG1JM1ZXZzgzNTVIdXpvOUtWRlRVMjdkdlg3eDRzV3JWS2xkWFY4NDVrNW1nVXFsbVptYmEydHJHeHNhRGp6WWVFQXFGUXFmVDBaUm5SVVdGb3FMaTkxWTQvaTlUWEZ5c3BLVDB2VjVqR1JrWkdob2FRL0FuYjJwcUloS0piS3MzTmpjM2QzUjBLQ2twRGRJVHV6L3E2dXFhbTVzNS9BQzZ1N3RwTk5yZ2EzOEJiR2xwYlZ1OTN1Ynpsekl4TWRFYmw2TW5qQjgzaUlPQUFRRDdHUGdQc1g3OStrMmJOcEZJcE85U1lnUVBEMDlDUXNMZmZKcXp3amlKaTVmYS9Xa1kyb3VMam83TzBFN0hPTnJCQkY3ejhXOGlLeXZMT2MvNTBLcDlBTUMvQU1RN0FmOGgwR2pxRU1RWU1leGlEQUFBOEs4QmVnd0FBQUFBSXcvb01RQUFBQUNNUEtESEFBQUFBRER5Z0I0REFBQUF3TWdEZWd6OEQwVkZSZUhoNFgremtieTh2TE5ueitLMUR2OE8xNjVkYTJob0dOcXh1Ym01ZUhZSXRxU21wdUxabXRqUzB0S1NuWjNkWCtPRFRDakJZYmUydHJiaTR1TEJOSUpEbzlFMmJOaVFrNVBEdXVuRml4Zmg0ZUdjTHhrbk1qTHk5dTNiVEpjZkZCUVVFeE16NUVRWmREcjl6WnMzUXp0MlFCNDhlSkNSa2ZGZGg1QklKRHpCK0RCeTl1elpSNDhlRFQ1UzlOcTFhN1cxdGF6cnk4dkxBd0lDcXF1cmg3dUR3SThLNkRId2Y1U1hsKy9ldlRzc0xDdzJOdmJ2dEVPaFVLS2pvMWV2WG0xcGFjbW9OeDgrZkRoOSt2UjM1UTJPalkxZHVYS2x1N3Q3UVVIQjkzYmoyclZyaG9hR3g0NGRDMkNIbTV1Ymg0Zkh0bTNiT0pRb0tDZ28yTFp0bTVPVFUwMU5EZE9tNjlldkwxKysvTlNwVTV5ZnArbnA2YXRXcmJwNzl5N2JyWW1KaWV2WHI5K3hZd2RLL0RrWTZ1dnJpNHFLSEJ3Y2R1N2N5VlRwNGVYTGwyRmhZYWFtcG5nR0s4NGQ4L2IyTmpNelE1bEJFYWdXc3FtcDZmZStKZERwOUt5c0xCc2JtNjFidDE2K2ZMbS8zUWI1cnNDV3FxcXEzYnQzYjlxMENkWERacVdvcUFqWFNCcU45dkRoUXdzTGkyM2J0cjE0OGVMU3BVdU05NFJPcDU4N2R3NWxBV09scEtRa1BqNmU4YVdrcnE2TzhjV2xxcXBxLy83OTV1Ym1LRzFuUVVFQnltVGVIMCtmUGpVeU1rSzV1SmsyWGJseXhjakl5TW5KNmYzNzk0TzdEY0RQRE1RZkEvOC9yMTY5Y25aMlJva01vNktpdExTMFNDUVNMeS92OU9uVHY3Y3BQTVJ6NmRLbGVJUnJiMi92d1lNSHk4ckthbXBxdkwyOTJTYUZZSVZLcFZJb2xMUzB0TUxDd3Fpb0tEeVY0MkRnNStkdmJHeEU5WW43NCtQSGoxKy9mdTB2OGhVOUpSOC9mbHhXVm5iaHdnWEdTc0FpSWlLZG5aMXhjWEVTRWhJMk5qYjl0YStob1VHajBRNGZQdno0OFdNL1B6K21xN2EwdEh6dzRFRldWbFpPVG82Zm45K1NKVXNHdkNoYy9udDZlcGd5Y3FCQ3Y5KytmWHYwNkpHdXJpNkg5TmR0Ylczb0RVQmFXcG94bTlqQmd3ZExTMHRMU2twOGZIemk0dUx3OWVmT25acytmVG9xRklISXlNaElUMDlmdTNadFhWMWRUazdPdzRjUGNSTXdNREJRVWxLU01UMDFvcUdod2RiV2R2ZnUzY3VYTDBkcjZIUTZVNGdhS3VuQnRzOW8vYnQzNzBKQ1FnSURBOFhFeEpoMnVIejU4dGV2WDllc1dmUGh3NGYwOUhTOFB5NHVMdXJxNnJtNXVaTW5UMFpIdGJlM0Z4VVZQWHo0TURRMGxEVllHV1VpaTQyTjNiZHYzL0xseTJrMDJ0YXRXL240K0J3ZEhkRWRRRjlpVzF1YmdvSUNobUVYTDE1TVQwOHZLeXM3Y09BQTI4N3o4ZkgxOWZYRnhjVlJxVlJuNS85TEZvVGFRZGxtMkdZYkJYNDFRSThCakVhalhiNThPU1FraEVLaFRKZ3dZYytlUGJObXplTGg0ZG02ZGV1Yk4yOFVGUlZOVFUxTlRFd0duOUlJZnlvdFhicjA4K2ZQbHk5ZmRuZDNQMzM2ZEZsWkdZWmhoWVdGTDE2OFdMUm8wV0Nhd3NzREJBVUZmWmNZNDlITUsxZXVaRnV2UGpBdzhQTGx5ek5uenB3NmRXcC9MYURSVG0xdDdUTm56cURXT2pzNzBYMUFRZEt6WnMzaUlNWkk4UGJ2MysvdTd2N2t5WlBJeUVpbUpOWDgvUHllbnA2V2xwWlVLalU1T1JuWFl5cVZHaElTc203ZE9qeUJCaTVkK2ZuNUdJYU5IVHMyT0RnWVpkdEdORFUxSWFOV1UxTnp3RHJCV1ZsWnlKVGs1dVptc3UxUWNhcW1wcWFyVjYvMjlQVDA5UFJVVkZROGZQaVFqNC92MUtsVHVDVHo4L1BmdVhQbnpwMDcrRWQxZFhVMU5iWEV4RVFLaGVMaDRlSGg0Y0gyMU83dTdqdzhQT2hLaTRxS3dzTENiRzF0OGEvQTFkVlZYRnpjeGNXRnRRWVV1aUloSWFISXlFaFVLSUlKQVFHQm9xS2lRNGNPWVJnbUxpNCtaODZjY2VQR0tTa3BpWW1KSlNZbVloajI2ZE1uSkhzdExTM0k2aTBwS1dIVll3c0xpNnlzckl5TURIZDM5NTZlSGlNam83MTc5em81T2UzWXNjUEl5TWpkM1IzMVpQejQ4V3BxYWtWRlJlbnA2YWo0Smk4dnI3dTdPMnZIMExYbzZPZ3dpakhqdjhtMmJkc2tKQ1RRdC94ZG1jK0Jud3pRNDE4WEdvMVdYVjJkazVOejVjcVY4dkp5YVdscE96dTdQLy84RTM4Y25EMTc5dkxseTVHUmtVRkJRVkZSVVh2MjdERXlNbUp0NS9uejU2bXBxWXhyT2pvNjBFSkFRRUJlWGw1WFYxZFNVaEphbzZHaGNlN2N1Y0ZuL01EMUdDK0FPSGorWm4yazN0NWVWTko0MmJKbFNJeGpZbUp1M3J4NTRjSUZXVmxaMVBoZ3JQeWxTNWVlTzNldXFxcnE4dVhMYkdzS2lZcUt0clcxdGJhMlhydDJyYXVycTZlbjUvMzc5eTlmdnN6TXpBd1BEMGRHOE1PSEQvUHo4KzNzN05BRTdhRkRod1FGQlcvY3VGRlZWYlZ2M3o0TXc5Q01KamMzOThHREIvRUx2My8vdnBDUUVHczZyU2RQbm1BWU5ubnlaQzB0TGJidUFnME5EWGdWWkFTWlRONjNieDh1eWZnM2VQVG8wZDkrKzQxTUppc3FLZ29LQ3JxNHVBUUVCSlNYbHlzcEthR1JDVU5EUXlRMno1NDlLeXNyVTFWVjFkUFRROGZ5OC9OblptWm1abVl5bmYzVHAwL256cDFqZk52QXYwMXVibTYyWW95L2ZtbHJhL3Y0K0RDOXVwV1dsdWJrNUdob2FJU0ZoZUd2WW5QbnpzVjd3b1M3dTd1eHNYRnZiKyt6WjgrTWpJd1dMbHhvYUdpWWxKUjArL2J0U1pNbTRmOGdOQnJ0Nk5HakdJYU5HalhLejgrUHNZdzBJMmgveHN6aENLWUxvZFBwL3Y3K3JhMnR2cjYrdzE3YUMvZ2hnRy85MTRWS3BkclkyS0E1TFI0ZUhrVkZ4WlNVbElTRWhON2VYaktaelBnWFNheTN0N2VRa05DeVpjdVkycGsvZjM1NmVucFNVaEtCUUNBU2lkemMzUGhrVzJGaElUOC9mMWRYRi9xb3FxcDY1c3lad1lzeG5VN0hwL0dxcXFvNEdMTERCWlZLOWZMeVNrbEpZVnpwNit2cjYrdUxmOXkyYmR1RkN4ZVFmWW1lbTNRNlBURXhjY1dLRld3dmpadWJlOHVXTGQ3ZTNoNGVIbzhlUFVKYXlFcGhZU0dTZjV6UzB0SmR1M1loWmFMVDZmSHg4Y25KeVQwOVBkemMzS2pDVlVWRkJUcTdvNlBqL2Z2M1VVTEttemR2b3NON2UzdHYzNzdOdzhNVEVCREFLTWtrRXVuRml4Y1loaGtiRzV1WW1LaXJxMWRXVmlZbUp2cjcrek1WeWZqNjlldUdEUnQ4ZlgzbnpKbkQxRnRjazNSMGRJU0VoRXhOVFZ0Yld6ZHUzTGhtelJwa0JaYVhseU05ZG5SMFJDTUtwYVdsWldWbDZ1cnF1RExoUnZDeVpjdWtwS1RhMjl2Um5UY3dNR0FTWTZhM3EzdjM3alUxTmExYnQ0NjFTeUlpSXJnWTE5YldvcUlVNkFWeDhKa3laV1ZsVjY1Y2VldldMVzF0N2JxNk9qczdPMGRIeHdjUEh2VDA5SHo1OGdYWDBmajQrT0xpWWhVVmxiQ3dNS1kzQUJLSnhNM05qYTRVM3o4OFBCd1owd2pja1dMUG5qMjh2THk5dmIyVmxaVm9EVWp5cndsODViOHV2THk4SzFldVJONDNWQ3IxL2Z2MzNOemNTUCttVDU4K2F0UW9FUkVSVVZGUklwSEl4Y1VWR2hwS29WRGV2bjA3Yjk0OHBvRnJibTV1RHcrUERSczJLQ3NybzBmUHAwK2YxcXhaZ3d4S2ZuNSthMnZyK3ZyNk1XUEdoSVNFb09GUVpJR3hMYi9EU0ZOVEU3S1ArZmo0U2twS1ZxeFk4VjBYaUk2OWUvZHVmKzVVZUVVcEhCNGVIaTh2THpFeHNjckt5c2JHUmxTNFYwVkZCUm1GUFQwOUxTMHR6YzNOUjQ4ZVJTOFpYNzU4T1hyMDZOZXZYN095c2lJaUlyeTl2V2ZPbk1sNmxwVXJWeTVkdXBTZm4zL3AwcVZ2M3J4UlZWVVZGeGYvOHVVTHVrdTNiOThlTTJZTU10b1dMVnJFWkpnaTBOTVpsYTVDYTdxN3U1RWVsNVdWNWVYbDVlWGxvYnQ2NWNvVnhnTnBORnA0ZVBqY3VYTnhCVTFQVCsvdTd1Ymw1VVd2VnZQbnp4Y1JFUWtJQ0RBM04yZDdpL2J1M1JzVUZEUnIxaXpXL3VENCsvczdPRGljUG4zNjVzMmJmbjUrVTZaTVFVTW1hbXBxK0s4Ritja3pUcFRpZXJ4MjdkcXBVNmVXbDVjalBYNzY5Q202TkVhUTh4cUpSUEx5OGtMRExlM3Q3UTRPRG96ZkhaSmVOT3VmbFpWMTRjS0Z3TURBMmJObmYvdjJEY013Tk4zTGdVK2ZQdUZwdE8zdDdaV1ZsZGVzV1JNVkZWVlZWVlZaV1dsb2FIamp4bzBWSzFhZ1RwYVZsYjE3OTA1VlZkWGMzTHk1dVpsSmo2dXJxeDBjSEN3c0xNek16UEE1Y2hzYm0vejgvUHo4L0RGanhnZ0pDZUZqUDhMQ3d2ejgvUGliUkhOemMwSkN3dXJWcXpuM0Z2ajVBRDMrcFRFeE1hRlNxZlBuejU4NGNhS0VoSVNGaGNYbno1K25UcDBhRVJIQk5KZ21JeU56NU1pUmpvNE9ZMlBqaUlnSUZSVVZ4cTNjM054ang0NWxiYit4c2ZISWtTUDE5Zld5c3JMbno1L0haME1URWhLT0h6L3U2K3ZMNnZYRFNIMTlQVm9RRkJUOFhvOWYzSnNYVjFNbTh2THlQbno0ME5qWXlMU2VpNHZMMGRFUnc3QU5HelpnR0xaOCtmSzB0RFFSRVJFN096czZuWDd3NE1HMnRqYmMyYnVpb3VMcjE2OUlDWWhFNHFSSmsvcnJESmxNNXVmbjUrWGxuVDE3ZGtKQ0FwTzhEUWpTUHdLQmNQYnNXYlFHZitrNWZ2dzRtalExTkRROGZQZ3dmc2l0VzdmOC9Qd3dEQXNORFdXY2trU1RxWDE5ZlhaMmRtZlBucFdRa01BTlZuTnpjMGFoUmJkby9QanhreWRQWnIxTGpCOWxaR1FXTDE1ODgrYk42dXJxUFh2MlhMcDA2ZHExYXhpR01VNXdJRkZrckhMWTMwUnBWbFlXS2xITUNvVkN3ZWMrVUcxTkp5Y24xQm4wTnpjMzE4cktDdDkvNzk2OWdZR0JSVVZGR0liTm1ER0RzYW4yOXZiR3hzYk16TXhSbzBhaHQ1eUFnSUQ4L1B3MWE5WnMzYnBWVWxKeTNicDFkRG85T1RsWlZsYjIxS2xURXlaTW1ENTllbHBhR3ZLYlE3K2MzMzc3N2RTcFV4aUdIVDU4bUhIb2lKZVh0N201T1RRME5EbzZHcjlrWGw1ZUpTV2xGU3RXb0RmTDF0Wlc5UHYzOWZVZE0yWU0yK3NGZmlsQWozODVLaW9xRGg4K3pCak9nYnlXK3ZyNnlzdkxrWi9MMnJWcldROVVVbEpDUnMrMmJkc2lJaUpDUWtMUzB0STRuMnZMbGkxb29hNnV6c0RBZ0dtcm01dmIwYU5IT1VoeVhWMGRXbEJVVkN3c0xDU1R5YXlUY0d6SnlzcEtUVTB0S1NsWnVIQ2hqWTNObENsVFdQZTVmdjM2c21YTEhqOSt2SC8vZms5UFQ2YkJ6SUtDQXZRUU56RXhTVXRMS3lnb09IWHFWR0JnWUZ4YzNQWHIxN1cxdFJNU0VoNC9mb3ljeFpCcE8zMzZkTWFSQThiWW5vNk9EanM3dTBXTEZpRi9yblBuemgwN2RveXRKWjJlbm43aXhJbDkrL1l4YVJXSDBjdkN3c0xIangvTHlzcWkxd2djUnZNTFgxbGNYSXlIQ0x1NXVhR1pYYzdJeWNteHV2TGhZNjJQSGoxS1QwL1B6TXlrVUNqUzB0S05qWTNOemMyT2pvNmRuWjNqeG8wYk8zWnNhMnVydUxoNGVYazU4Z0JnZkpQcmJ5YjQ1TW1UQ2dvS0Nnb0tqRjlLVWxLU2w1Y1hrVWg4K3ZRcDI2T1FIaytlUE5uUzBwSngvYjE3OTFwYVdzVEZ4V2ZQbnMxNFExNjllb1U4dlFrRXdzMmJOOGVNR2VQaTRySisvWHJrTDMzKy9QblJvMGUvZXZXcXVycDY0OGFOTVRFeG56NTl3akNNS2NBYUgzcTVmdjM2d29VTGNZc2YvNzcyN05uejl1M2J6NTgvNStUa21KcWFscGVYMzdoeGc0K1BqOVdYdnJlM2Q1QkJCOERQQ3VqeEw0ZXlzcks5dmIybnA2ZWlvaUp1NVhSMGRDQXhWbFJVSERWcVZHVmxKWkZJTEM4dmw1U1VaSHlBYW1scG9ZWG82T2pEaHc4TENRbDkvZnBWWGw2ZWRiYnYyN2R2YUtKVVRFeU13emh6UVVHQnRyWjJmNVYwY1QxV1ZWVXRLaXJLeTh2REg2bWNJUkFJNk5XaHZMeDhNTUc0RlJVVkZ5OWV4SitHRkFvbElDQUErU3JqbDMveTVNbkd4c2I2K3ZyZHUzZWpwencrSlltbTJKa2s4K3pacy9IeDhZeHJvcUtpUkVSRVpzeVlnU0tlUzBwSzBIb21YK0tyVjY5V1ZGU2NPSEdDOGE1eUtGMTE4dVJKRE1PbVRwM0s5RXFCOUppYm01dngyTWpJU0h3WnphMHkrdC9kdUhHRHRYMjJublFvOUJiRE1EU1RQWG55NU0yYk4rdm82SmlabVZWVlZYMzQ4RUZVVlBUWXNXTmJ0bXhwYTJzVEV4TkQwaXNrSkRSKy9QZ0JMMHBGUmVYTm16ZjE5Zlh6NTgvdjc2cjdRMDVPanZIMzl1M2J0NkNnSVBUeWdkOGZRMFBEbkp5Y3ZMdzhBUUVCNURtQjNuN0dqaDNyN096czdlMWRYVjBkSHgvdjZPaDQ1ODRkYm03dUpVdVd4TVRFb0x2SDVMU0ZqMUljT25TSThYdkVmd3pqeDQ5SDlqU0JRTUFId3hNU0VpWk9uTWo0czgvUHozZDJkdmIzOSsvUEtRejRGUUE5L2hXWk0yY09raE5FWjJlbnZiMDlobUVUSmt5NGNPRkNlbnE2bjUrZm82TmpSRVJFUlVYRjBxVkwrNXZLT25qd0lOdjFSVVZGZS9ic1FaT0ZaOCtlWlZUMGlvcUs0T0JnVDAvUHdVUlBJY1VTRkJTY09YUG03ZHUzSHo1OE9FZzl4cCtNaG9hR3VIVjQ1Y29WZVhsNVBUMDlYQVk2T3p1VGs1TXhETE8ydHNiRnVMR3gwY1hGQmJsVzlmWDFJWTljRE1NaUlpTFMwOVA3K3ZvSUJNS2lSWXVRU3FIR2tmSXg2Ykdqb3lNWEY5ZkhqeCtWbFpYZnYzLy8vdjE3ZVhuNVdiTm1vZGxIRlJVVlYxZFhkTnNadmNCUXkxbFpXVHQzN2d3SkNjRjd4VUdQUDMzNlpHSmlrcENRME5uWmVlellNZnpHb2w0eGlrUlJVZEdUSjArRWhZVnhEN3ZjM056NCtIaERRME1DZ2FDcHFZbUhkU0VDQXdOemMzUFhyRm5UMmRucDVlWGw3dTZPMjlPNG83aWNuSnl6cy9PQ0JRdlFBT3lvVWFPcXFxcEdqeDRkR0JnNGJ0eTQ4UER3UzVjdTRVYWtwYVVsWS92NFJUazRPUER3OERBbWlrbE5UYzNMeTdPeHNkbTJiVnQvWmpSbnNyS3lEaHc0ME5iV2htSFlpaFVyaElTRUdCMjVseTVkK3U3ZHV3MGJOdGpaMlRFZVpXUmtkT3ZXcmZmdjN3c0xDM2QwZER4NjlHakdqQmtjeWphelhndUNkU2hlUzB2cjZOR2p6czdPejU0OVE4NTBqQ2RGQzl1MmJmUHo4MXU0Y09FUXJoZjRDUUE5L3RWcGEydmJzV05IY1hIeDZOR2p6NXc1VTFoWTZPZm4xOWZYaDNKWFhieDQ4ZGl4WTJscGFmYjI5dHJhMm9OcDhQYnQyOGVQSDBlanRkT21UY1BkZlJHcHFhbHRiVzBORFEyaG9hR000NmhzUVNQR0tOQVQyV1JPVGs2REdkUERSV2pyMXEzNDdGMVNVbEpOVGMzTGx5K2RuSnpRakhKVlZSWFM0NGtUSitMSFNrbEo0VFlObzg4ekh0UGw1dVlXRUJDQTBrMmd4dG5heHhpR29VZ2tKR3p2MzcrZk5HbVNvcUlpbXY0OGVQQWdzcEo1ZUhpWVhrMmNuWjNOemMxUnpsRjhDSnFESmhrYUdoNDRjQUQ1ZU52YTJvYUhoNk1HV2ZYNDVNbVRLRWIyd0lFRGFNMlRKMCtlUFh0V1hGd3NKeWZYMnRxS3BzeHhXbHBhSkNRa3dzTENUcHc0VVZkWFYxVlZoY2RmN2R1Mzc5T25UN201dWR1M2IwZGluSm1aNmVIaDBkN2VibXBxdW5QblR1UzROMkhDQkM4dkx6NCt2b1NFQkZsWldmVCt3WXFXbHBhRWhFUm5aeWZ1Zk83cDZibDY5ZXJvNk9pcXFxcWpSNDhPWHBLZlAzKytkT2xTOU1QRy9meFRVMU9aUXZJUTRlSGhJaUlpVExNempvNk80ZUhoSmlZbUtTa3BaREo1MGFKRitObngrWmNCWVRzMVRpQVFqaDA3NXVmbjkrSERoOUxTVWhNVEUvUmpwbEtweUJkZFJrWm15TVcvZ1o4QTBPTmZtckt5TWtkSHg0cUtDbFZWMWJObnoyWm5aeDg1Y29SQ29mRHk4bHBhV3NySnlYbDZlZ1lFQkx4OSs5YmUzbjdzMkxGTGx5N1YwOU5UVlZWbE81M1ozdDd1NCtQejZORWpaTlQyOVBRd1d1R01GQllXN3RxMTYrelpzNndEM1RpMXRiVW9BN2FXbHBhS2lvcUNnc0xYcjE5VFUxTVpEWXYrWUgwYVVxbFUzQ2prNEhXRkRCMTNkM2NoSVNGdGJlMzU4K2ZqVGpmSUN4cnRRNlBSVU9ZSDVMS0xsRzh3YVJ5dVg3L2UyZGxwWW1LaXFhbUpQTnNWRkJTWWJ1YTRjZVBtelp1WG1abVprSkN3YytkT1pGQWk4NnV2cjQvSktRbnBOL0lIVGs1T0xpa3BDUWtKY1hGeHdkOFNjRDMrOE9GRFVWSFJrU05IOExBeE1wbU1ocDBuVFpva0tDaElvOUdvVkNxTkFVbEpTUnFOUnFGUVNrdExVY0RTa1NOSGpoOC9qb0tBL2YzOUZ5OWV6SnI2NDlhdFc3ZHUzV0s5OXJxNk9qOC92d01IRHJEYStsdTNia1grMWJnZUt5b3FXbHBheHNURVBIejRVRmRYZCtYS2xRUGVXNFNFaEFSVFJybTJ0alpwYWVtVWxKVDkrL2VqYjdDMXRSWDEyY2pJaUhYc1ovcjA2YUdob2JqajI4S0ZDM0U5WHJKa0NWTlFRRnRiRzF1bDcyODhnNCtQejlQVE15Y254OEhCWWZyMDZjaXBJaU1qQStteHM3TXpXOTlENEJjQjlQalhKU0VoNGVUSmt5UVNhZkhpeGZ2Mzc0K0tpa0krc1ZPbVRQSHk4dUxoNFhGd2NPanI2enQrL0hoQ1FrSktTa3BaV1ZsNGVIaDRlRGd2TDYrVmxSVlRxcW03ZCsrZVBuMjZwYVZGVGs3dXlKRWpUVTFOYm01dUdJWWxKeWN6dXRRTzNta0ZqOVJFNXRlcVZhdk9uejhmSFIyOWN1VksxdVJOVExBK0RWRktKZ3pEVEUxTkIrUEVoTWJiV1NHVHlXVmxaZno4L04zZDNWeGNYTWp4R0FWTkRhakh0YlcxbVptWmFtcHF5T3BGMVJIVTFkVlo5MXl6WmsxbVppYVZTc1VUTXFNcjR1Ym1Sck9WakVxQTlwR1dscDQ5ZS9hTEZ5L1MwOU9SSHFOZTRYZDcwcVJKS1NrcDB0TFNlQzd1Nk9obzVDVHM2dXFLenlVejhmVHBVMlRsejU0OTI5SFJrWEgyRjUrT25UZHZuckt5TWxPdlZxMWFoZHY5dGJXMWFCWmZTMHVMOGF2aFhKTEIwdEl5TmphV1RxZWp0RzZEUkYxZEhlWG9ZS1MydGpZbEpRV2Y2NDJPamtiV3FvT0RRMytPY25sNWVaOCtmWm82ZGFxTWpBeis0N0d3c0dDZFAyYXJ4NXpSMHRJU0VoSzZmZnMyMG1QVWdwU1VGSWp4THc3bzhhOUllWG01djc5L2JtNnVyS3pzNGNPSHFWVHFoZzBiNnVycXhNWEY3ZXpzVEUxTkN3c0xuWnljMElEcS92Mzd3OFBEVjYxYWRlYk1HUlRaT1g3OGVBME5EYnkxb3FLaXdNREF2THc4UGo2K3paczMyOWpZQ0FvS0hqOStIRWs3b3hoM2RuWmFXMXRiVzFzYkdocHk3aUdOUmtNV2c0cUt5clJwMDFBb1RuUjA5TmV2WCtQajQ2MnRyUWM4blBXUzBRSm40NWdEeUdFN096c2JQY2ZSWUN3YWxSMmtmZnorL2Z2Um8wY0hCUVVKQ0FpMHQ3ZWppR0Y5ZlgzV1BlZk1tYU9wcVlsQ2x0RWFKRjA4UER4T1RrNW9EYTRFdUtyTm5Ebnp4WXNYZUlBdmt4NGp6V1k4Q3g3cjVlM3QzWjg5bDV1Yml4YU9Iei9PTks2T0s5bktsU3Z4bE5SNHJ6WnYzb3dQSjJSblp5TTlScTlXZzBSYVducm16Sm41K2ZtclZxMGEvRkdNMU5iVzV1Zm52M3YzN3M4Ly81dzJiVnBTVXRLNmRldms1T1NRbjkyS0ZTczRaR0JGWWR4b0toZS9PUlFLaGFra0JsUDgrb0JRcEFoMGJBQUFJQUJKUkVGVXFkU1hMMThxS3l2UG5UdjMwYU5IV1ZsWjh2THlhSlRDek13TWNvRDg0c0RYLzh2UjJOaTRaczBhSXBGb1oyY25LaW9hRmhaV1hsNHVLaXE2WmNzV0t5c3JZV0hoMk5qWTBOQlFLcFhLejg5dlpXVTFmLzc4cXFxcWx5OWZYcnAwS1RjM055OHZiL1BtelVoN1BuejRjUDc4K2VmUG4vUHg4Wm1ibTIvY3VCR1pXVEV4TWNqVUxpNHVaa3p0UktmVEtSU0tsNWRYYzNQenhvMGJPWFF5TFMydHFxb0tQZGJSR25GeDhWV3JWdDI4ZWZQY3VYTTZPanFNaGhvcmVLZ1BEb29ZNXVibVpwd3E1ckEvR3RYTXk4dkR5eCtGaDRmejgvTXZYNzU4OWVyVndjSEJ5UGNLYlVJUDVRRWZwbWpnQVRrSHhjWEZVU2dVQlFVRnRoSkZJQkFZSGFFNW01TDR5OGNmZi95Um5aMk4zTC94T284Y1JpTU9IRGdRR0JoWVdWbHBZMlBUMWRVbEpTWEZ6ODlQb1ZDK2Z2MktSb3g1ZUhqd0hCcW5UNTkyYzNOamZPZEFudHVETHp2SVNuL0ZMdkVyT25Ub1VGdGJHMU93TzJlYW1wcmk0K09SREtQNGRWRlIwWEhqeHExWXNlTGR1M2UrdnI3YTJ0ck56YzBFQW1IVHBrMU14NWFYbDZNcDg1S1NFalR0Z3Q2VzhHdnNiLzU3TUtEYVdYZnYzbTFzYkZ5L2ZyMlZsZFdqUjQrT0hqMnFvcUpDcFZLSlJDSWtBQUZBajM4NXBLV2xuWnljVnE1Y21aZVh0M1BuVGcwTkRUYzN0NVVyVndvSUNLQW9XMVN4UUU5UHo5blpXVjVlL3ZidDIvNysvbjE5ZmNMQ3d0dTJiV1AwNmdvSUNLaXBxYkcxdFRVMU5XVTBOVmFzV0hIMzd0M2EydG8vL3ZpRDhkUUZCUVdscGFWRUluSENoQWtjZXRqUjBYSDY5R2tVdy9QNzc3L2o2KzNzN083ZHU5ZloyYmx2Mzc3WTJGakdha3RNc0ZvdHlNVlhVMU9UN1l4MWQzYzNZeWR2M0xqeC92MTdwbUZTT3pzN0N3c0xVVkZSbFBRYjZSL2FoRWNXWVJpMlk4Y09Dd3NMMXBUUktBc2p5cHJ5OGVQSDJOaFlMaTZ1L2lvQ3NjS2hTQ1crU1VaR0ppUWtCRitQOUhqQUpKRktTa3EzYnQwaUVvbW9KelUxTmNnZXZYRGh3b0FGUEhoNGVDZ1VpcnU3TzJzZEJiYXB6cG5BZFM0K1BoN2x5MFFmY1oyV2w1ZG5IRjloUzBsSnlmMzc5MnRxYWxBZHhuZnYzcjE3OXc2OXdCa1pHUzFac2tSYlc1dEFJUFQwOUlTR2hyNTU4d1lGRUp1YW1yS200RWhKU1ltS2lzSS9LaW9xb2xjQnZKOS8vUEhIcUZHakdBOXBiVzNGaTJxd3BiaTRHSTNOdkgzNzl1M2J0K2pmVFY5Zm40dUxhLzc4K1M5ZXZFQnZQNXMzYitid2V3WitFVUNQZjBWUVpzUVpNMmFrcGFWSlMwdjM5ZlU5ZmZyMDJyVnI2RkdscGFXMWRldldXYk5tb2NnZlBOTDB5cFVyczJmUFp2UW44dmIybHBXVlpmVjlIVFZxVkdSa1pGbFpHZE5rMjU0OWUwcExTK2ZObThkV3JoQTBHczNOemEyeHNWRklTTWpUMDVPeGNVbEp5ZTNidHg4N2Rnd2xJd3dPRHU1UE1OQ2dvb2lJQ0xJT016TXowVE94dnI1KzBhSkZXbHBhYytiTVFiR3R2THk4aXhjdlpzeWtxS1NrOVB6NWM2UU5BZ0lDQ3hjdS9PdXZ2OUN6R0xrV1g3eDRrVTZuTDF1MmpORzlDK2t4bVV6T3lzcnFyMG9Cb3I2K2Z1L2V2WDE5Zlk2T2p0T21UYk95c3BvNGNhS3lzakpTa2Y3R2pUbVlvZjF0UWk4Wmc0a3JHN0lTRUFnRUNvVXkrUGxqcHJjS2ZGZ0NKZC9HK2E1QllBVUZoY1RFUkJUWGhLNTMrZkxsUzVZc21URmpCcU0xTHlnb2FHQmdnRWFxUlVWRm1id2ZFRnUyYkprM2I5NlRKMCtRcXgxZWlSSy93NmFtcHF6eng2eDZqTno0MFRLS0RzY3dURmRYMTlyYW12SHdSWXNXb1VUaVJDTFJ6TXhzOEpjTS9LeUFIdis2Y0hOemw1U1VuRHQzTGowOXZiMjluVUFnTEZ5NDBNckthdHEwYVQwOVBURXhNVkZSVWNnbldWbFplZmZ1M2JxNnVrelN5NkZvcTdpNE9OT1RpMDZuSThuQms0cXdRcVZTanh3NWtwV1Z4YzNON2VQand6cFFhV1ptZHYvKy9ieTh2SThmUDY1ZnZ4NlpHcXp0U0VwS2VubDVvZm5YaG9ZR1ZHOVJYVjNkM2QwOU5qYjIvdjM3S0FaVVVWSFJ3c0xDeXNxS01jQlVURXpNM3Q3KytQSGpob2FHTzNiczRPYm1SbnFNSHNxZlBuMUtURXprNCtOakhMcEU5aHczTnpkUzhhYW1Kc2JPVkZaV29xZnpwMCtmWHJ4NGNmejQ4Y2JHUmpjM056TXpzOGJHUmtsSnlidDM3K0xLMUYrb0t3Yzk3bS9VRitXTFpxMFRQSXdnZlIzOC9ER1RIdU05ajRtSlFmN1ZwcWFtVEtuTkJvUklKRzdac2lVd01GQk9UcTZtcGtaYlc1dlZXS2ZSYURFeE1YaG03L2IyOXVQSGo3dTd1ek1ONXZQejgydHFhbXBxYW1aa1pKU1hsK09sR0RrTVRyRFMyZG01Y2VOR3h0K0FucDZlblowZGsrTUNTc1NHSDJKblorZmw1Y1ZVendQNDFRQTkvblVwS3l2YnRXdVh1TGo0dEduVDlQWDFseXhaSWlJaVVsdGJHeFlXZHYzNmRWVDNTVnBhZXRPbVRhYW1wdC9yYWRMWjJZa1hiRWVVbEpRZ3Vlb3ZqcGxFSWgwNmRPalJvMGNFQXNISHg0ZXQwS0l3RzJ0cjY5cmEyb2FHaG4zNzlxbXBxUmthR3M2ZE81ZHgrUEczMzM1RHhrMTVlYm1MaTB0alk2T0FnSUMzdDdlU2twS2ZuNSt0clcxSVNFaDZlbnAxZFRYS3RPemc0TUFZZW10bVppWWhJWUhTRVNOVlErSkJvVkE4UFQxcE5OcnUzYnR4aXhEbjFhdFhTRFh2M0xtellNRUNOVFUxT3AxKzQ4YU5vS0FnRW9rMGZmcDBGT1dGYkNZMGJTd3RMUjBVRkZSUlVlSHE2dnJ4NDBkZVh0Nytobm1SWUxPTmQ4TFY0c21USjNsNWVhcXFxc3JLeW0xdGJhZ1l4b0RqdlgrSDd4SXExbGNIWkFkemMzUGpRYmNxS2lvN2R1ekEzK1NxcTZzVEVoSVVGUlhsNU9UUU5BcGJWcTllTFNZbTl1SERoL2o0ZU5ZdUZSUVVIRHQyRE9VLzE5SFI0ZUhoZWZyMDZkMjdkOSs4ZWJONzkrNEZDeGF3L3JiUmw0NzNpc05sc3I0bkVZbkVmZnYyb1FodlhWMWRPenM3RkQyUDA5blpHUlFVbEpDUWdBTDBKMHlZZ0RLUVdGcGFHaG9hbXBtWjRYWTU4S3NCZXZ6ck1tSENCQlJUUzZmVHk4dkw3OXk1azVHUmdZdks2TkdqMTYxYmg2Y3MrRjRlUEhqZzQrTWpLU2s1WmNxVTMzNzdUVUZCQWMzZ3lzbkpzWFhQcWFxcWNuWjJMaTB0bFpXVjlmUHpZd29oWlVSYVd2cjgrZk5idDI1RkQ4M2k0dUxpNHVLNWMrZmloUllRRlJVVmx5OWZUa3BLb2xBb28wYU5PbkhpaEpLU0V0cWtvcUp5NHNTSmx5OWZlbmw1MWRmWGs4bmtNMmZPL1A3NzcvalVJQThQRDE0YkFKY1FDb1VTRkJSVVhGeThZc1VLQ3dzTHhuTXBLQ2dnenkvay9OWFEwRUFta3o5OSt1VGo0NFA4eUZhdlh1M2k0bEpRVUhEdzRNSHE2bW9YRjVlcFU2ZE9tVEpsekpneEVoSVNSQ0xSMHRMU3k4dkwydHE2b3FMaTNidDNMUzB0alkyTjM3NTk2Kzd1UmpPYXVBbk9HdStFMjlaZFhWMVhybHhoMGp6V2xKTnNuZGNTRXhNdlhibzBkdXhZZk1COE1OODdFcW96Wjg2Z0NDSTg2Qm12SVlpVzhXUmVUSDJqVUNnTEZpellzV01IbWxaWFVGQzRmdjA2NHlCemQzYzNjbnpEMXpCTjN5SUlCSUtCZ1FHZVVnMWZuNWVYRnhzYmk3NFVPVG01YmR1MkdSZ1lVQ2dVSHgrZjVPVGttcG9hRnhjWENRbUplZlBtYVdobzRDUEdMUzB0YUZnSWwySFdPN1pxMVNvS2hVSWtFbkU5eGd1WFlSajIrKysvMzcxNzE5emNuT21ka2tRaVhidDJMVFkydHEydFRVQkF3TWJHeHNiR2hvZUhSMEpDSWpJeWtrS2hKQ1FrSkNRa29PRjBHTUgrQlFFOS9rVkI0WlhWMWRXbHBhVkZSVVY0am1KaFllRjU4K1laR0JqTW56OS9hSGtLRVNoZGZueDhQSzVTQ05ac0huUTYvZnIxNjJmT25DR1R5V1ptWnR1M2IrOHZuVFhPbURGalltSmlkdTNhOWZuelp3a0ppVFZyMXVCZTNLMnRyZW5wNlNqYklucFNyMXExYXRldVhTaHZNQ056NXN5NWV2V3FoNGZIaXhjdjZIUjZTVWtKMjJjOS9ueVBpNHRMVGs1ZXVIQWhZdzBseFBidDIzdDdlMHRMUzlFemV0MjZkZE9tVFh2MzdoM0taNktqbzdOLy8zN2tubmIxNnRXb3FLanIxNi9qRlJJWllmS3BKaEFJSmlZbWFCbFB5Y2tVN3lRakk0TUxwNEdCd2V6WnMwTkNRdkFLU0RvNk9xeEZvOW1PQmsrYk5vMnhOck95c2pLandMQUZKUTlCZGlUanpoeXlTK0pxalZCVFU4T25WMW56ZUtPOGFlbnA2U2twS1dmUG5rVWF5Vmk3aVFsMGkwZ2tVblYxZFZwYTJvTUhEMUFhazhtVEo1dWJtNjlZc1FLdmtlWHA2VGx6NXN5VEowKzJ0N2UzdExTa3BLUVVGUld4Nmw5L3J4RW9OdnJCZ3dlNHlUNTE2bFNtT2ZoVHAwNHhaZ2I5OE9GRFNrcEthbXBxYTJzclB6Ky9xYW1wcmEwdDd2M2c0T0NBd3FaUnduWVJFUkY4cUJ6NHRhQUR3MEZVYk54WXRlbGoxYVlmOFRzKzBuMFpGR3ZXck5IUzBwbzdkNjZob2FHdHJhMlBqOC9WcTFmejgvUDcrdnFHOFN4VUt0WGYzMS9yLytIcTZrb21rNW4ycWEydDFkUFRjM1YxTFMwdC9hN0d1N3U3VDV3NFVWOWZqNjlKVDArZk9YT21scGJXL1BuemQrN2NlZjM2OWVibTVnRjdHQlFVdEhUcDBtL2Z2ckhkb2JTMFZFdEx5OURRY05hc1dmNysvaFFLWmZBOXpNdkxNekl5YW1scFlWcmYwZEh4MTE5L0hUcDB5TkxTRW5rZWFiRUR2U2dnL3Zyckx5c3JxM2Z2M3VGcktpb3FRa05EdTd1N1djL3I3ZTJ0cDZjWEdocEtJcEZZdHhZV0ZtcHBhYTFidDY2cnE0dHBVM3g4dkphVzFxcFZxejU4K0REZzFYVjFkU0hQdUt5c0xNNTd2bno1VWtkSHg4ZkhwN096YzhCbTJmTGd3WU1WSzFha3BhVngyTWZEdzJQWnNtWHA2ZW1lbnA2elpzM2F2SGx6UkVSRVpXVmxmL3QzZG5aR1IwZWJtWmtkUEhpUTZUWmV2WHAxOGVMRk4yN2NRQi9SYjJERGhnMU1QNUtiTjI5cWFXa1pHeHRYVlZWeDZGaDlmZjJzV2JPMHRiVnRiR3l1WGJ2VzBkSEJkcmZ1N3U3SXlNanQyN2V6L2RiK2F6UzN0QzR4TUI2ck5uMzZITDNTVDU5SHVqcy9DWDhyZkJEQWliNFk3KzEvQXNNd0c2dTFIbTdPSTkyZGdXbHRiUlVRRVBnWGt1VjJkWFVsSnljcktDaE1tVEtGMVVoRmRIZDNEeGlXTXhocWEydWZQMzgrWmNxVWlSTW5EbGRxaGRyYTJzTEN3a1dMRnJXM3R3L0JEM2t3TlNMcGREcVpUTzdyNjJQTVZjbVV2cU9qbzROSUpIS29Lc0ZJVjFjWER3OVBmMTl1WldWbGVYazVXeWR3TXBuODdOa3pQVDI5d2RTMUpKRkk2ZW5wK3ZyNkErWWg3K2pvSUJBSUhIS2pEZ2piaWgxTVBILytYRXRMUzFoWXVLbXBTVmhZZVBDL2JUcWR6dm5HTmpRMFZGUlVzSzJQbVpxYXVtVEprZ0Z2VjNGeHNaS1Mwb0EzNmdlaXBiVnQ5WHFiejEvS3hNUkViMXlPbmpBZVBOR0dBZERqNGVHSDAyTUFBSUFoQTNyOFR6RDBDVUlBQUFBQUFJWUwwR01BQUFBQUdIbEFqd0VBQUFCZzVBRTlCZ0FBQUlDUkIvUVlBQUFBQUVZZTBHTUFBQUFBR0hsQWo0Y0hBVUYrWGw0Q2htRTlKTkwzbGlnSEFBRDRzZWpwNlVGcHk0U0VoSVlyMWg4QVBSNGVwQ1VsVWJCL1UxTnpWMWYzSUk0QUFBRDRVV2xzYWtJRnRrZkpTUDhMYVlWK0VVQ1Bod2RKU1FtVVlhcTQ1T08zdXJxUjdnNEFBTUEvQlkxR0t5aDgzOXJXam1HWWpMUzB3SkJLemdDc2dCNFBENm9UeGlzcEttQVlWdjIxeGovZ2RFTmpZeStaL0wzVjZBQUFBUDZ6b01TdTdSMGRtZGs1VVJmalNDUVNMNEdnT1cycXFPZ0FwVWVBUVFMNU1vZU56T3hjNnkwT2FFNUZVVUYrM3B6WkV1SmlBZ0x3NWdnQXdNOEFsVXByYUd5cXJLcDY5ZVl0OHBLWm9qWXA3R3lnL0dpNWtlN2FUd0xvOGJCQm85SDJ1UnhNU3ZscnBEc0NBQUR3YjNEUzM5dlljT1ZJOStMbkFmUjRPT25zN0R3WEVYVTdPYlc5dmFPUFFxRlFLREJrRFFEQVR3TVBEdytCUU9EajVaV1hIKzJ3eGNadzVSOGozYU9mQ3REajRlZlRsN0t5c3ZLVzFyYlcxdFllRXB2YTd3QXdYRFEzTlRVM04ySVlKaWtwTFNrbE5kTGRBWDVtdUxtNWlNTEM0dUxpMHRLU2t5Wk9sSkdHMzlzd0Ezb01BRDh3NGVIaFlXRmhHSWJaMmRuWjJ0cU9kSGNBQUJnNjRGOE5BQUFBQUNNUDZERUFBQUFBakR5Z3h3QUFBQUF3OG9BZUF3QUFBTURJQTNvTUFBQUFBQ01QNkRFQUFBQUFqRHlneHdBQUFBQXc4b0FlQXdBQUFNRElBM29NQUFBQUFDTVA2REVBQUFBQWpEeWd4d0FBQUFBdzhvQWVBd0FBQU1ESUEzb01BQUFBQUNNUDZERUFBQUFBakR5Z3h3QUFBQUF3OGhCR3VnTUFBQXlXbnA2ZXBLU2sxdFpXZk0zcjE2L1J3cXRYcnhocm1Rc0xDNXVabVFrSUNJeEVOd0VBR0FwY2pQL0RBQUQ4bDZIVDZTNHVMbzhlUFJwd3ozbno1Z1VIQi84cm5RSUFZSGlBOFdvQStHSGc0dUphdm56NVlQWmN0V3JWUDk4ZEFBQ0dFOUJqQVBpUjBOUFRFeElTUXN0TWcxdjRSeUVob1FVTEZveEU3d0FBR0RxZ3h3RHdJOEhMeTJ0Z1lJQi94RFdZVVp1WEwxL094OGMzRXIwREFHRG9nQjREd0EvR0gzLzhRU0QwNjRsSklCQVdMMTc4Ny9ZSUFJQmhBUFFZQUg0d2xKU1VsSldWKzl1cW9xS2lvcUx5Ny9ZSUFJQmhBUFFZQUg0d2hJV0ZwMHlaZ24razArbU1nOVhxNnVyaTR1SWoxRFVBQUlZTzZERUEvR0R3OGZGcGFHZ0lDQWh3Y1hFeHJ1Zmk0a0tiQkFVRlI2NTNBQUFNRWRCakFQang2TThJRmhJU1VsZFhINGtlQVFEd2R3RTlCb0FmajNIanhvMFpNd2JaeEdnTldsQlVWSVRKWXdENFFRRTlCb0FmRHg0ZW5xVkxsN0t1TnpBdzRPSGhHWWtlQVFEd2R3RTlCb0Fma3VYTGx5UHB4VTFrSGg0ZXh0QmtBQUIrTEVDUEFlQ0hoRWdrNGttNGtDVHI2K3NMQ3d1UGRMOEFBQmdpb01jQThLUENtS1NhaTR0cjJiSmxJOW9kQUFEK0ZxREhBUENqTW1uU0pEazVPYlFzTHk4L2FkS2trZTRSQUFCREIvUVlBSDVVaUVTaWhvWUdXdGJRMEpDVWxCenBIZ0VBTUhSQWp3SGdSMFZBUUdES2xDbDhmSHdFQW1IS2xDbDQzU2NBQUg1RStzMUtEd0RBZnh3dUxpNE5EUTB4TVRFeW1heXVyczZVcmdzQWdCOEwwR01BK0lGUlUxTWJQWHAwVDA4UFRCNER3SThPRjFOSmMrRHYwOTdSOGFXc29yYXVycWJtVzBkbjEwaDNCL2pKS2N4L1M2VlNwMm5PR09tT0FEODVQRHpjVXBLU2NyS2p4aWdxakJtanlBODF0b2NiME9QaGhFYWpaV1huQnA4THI2eXE3dTdwNmVudTZhTlFScnBUd004T25jYkZ4VVhIWUxBYStNY1JFQkFRRWhRVUZoYWFOVk5yNzg1dDhxUGxScnBIUHhXZ3g4TUdsVW9OT0gwMk11WVNsVW9kNmI0QUFBRDhzd2dKQ1FXZjlGK29yenZTSGZsNWdQbmpZZVBSNDJjUjBSZHBOQnFHWWFJaUlqTzBwaXNwS29pTGk0MTB2d0FBQUlZQkdvM2UzZDNkMU56eTZQSFRqczdPN3U1dS81TkJ5c3BLNDFTVVI3cHJQd21neDhORGJWMWRSSFFzRXVNWm10TVB1VHNyeU1zVGhZWDRZSW9GQUlDZkFqcWRUcUZRZXNsa1U2TlZCeng5S3F1cXk4b3JFbTRuNzlwbXg4ZkhPOUs5K3htQStPUGg0VU5KYVhsRkpZWmhZcUtpKy9mdG5EcGxzcVNFT0lneEFBQS9EVnhjWEx5OHZFUmg0Ym16dGRldU1lUGw1YVZRS0xtdjg5cmEya2E2YXo4Sm9NZkRRM3RIQjRuVWkyR1lsdWEwOFdQSGpuUjNBQUFBL2ltNHVibG5hOCtRa3BUQU1LeTl2YjJYVEI3cEh2MGtnQjRQRHgwZG5hVGVYZ3pENUVhTkVoRWhqblIzQUFBQS9rR2tKU1g1K2ZreERHdHJiKy9yNnh2cDd2d2tnQjRQRDJSeUgzS3JGaERnNStXRnFSUUFBSDVtaElTRkNRUUNobUU5SkJKRWxBd1hvTWNBQUFBQU1QS0FIZ01BQUFEQXlBTjZEQUFBQUFBakQrZ3hBQUFBQUl3OG9NY0FBQUFBTVBLQUhnTUFBQURBeUFONkRBQUFBQUFqRCtneEFBeVJqbzZPZjdUOWQrL2UzYmx6WjhpSFg3eDQ4YzJiTjV6M2VmMzZkV2hvYUZOVDA0Q3QxZGZYZTNsNWZmbnlaY2o5QVFDQU02REhBREJFSWlNalkySmlHTmM4ZVBEZzVzMmJ2YjI5dzFMRzlNeVpNMGVPSERsNDhHQjNkL2NRRG4vNTh1WFdyVnVOalkzdjM3L2YzejQwR3UzQ2hRc0dCZ2ErdnI2VWdXcDFQM255eE1MQ0lpd3NESXEwQXNBL0FkUjNBb0Fod3N2TEd4d2MvUERoUTNGeGNiVG16WnMzdmIyOUdSa1pWQ3JWeTh0TFVsS1M2WkRXMWxZZkh4OVhWMWRwYVduT2pTY21KcjU5K3hiRHNMLysrcXVvcUNna0pFUmVYbjdBTHBXV2xxcXFxcUpsbE02UVJxTnBhbXBpR0hiaXhBbDdlM3NSRVJIRy9RVUZCVEVNNit2cjA5VFVST21XK21QVXFGRzdkKy8yOXZZT0R3K1hrWkV4TVRFWnNETUFBSHdYb01jQU1FUlFZdFRQbnorUEhqMGFhVzF2YnkrR1ljK2ZQOGN3ek16TWJNeVlNVXlITkRjMzE5VFVGQlFVQkFRRVRKMDZ0YitXeTh2TFQ1NDhpVFRWM3Q3ZXdNQkFTa3Bxd1A0OGVmTEUwZEZ4OSs3ZEd6WnN3REFNbFJmVDFkV1ZrWkVwS1NtNWV2WHEwNmRQang0OXFxaW9LQ3dzakxieThQQ2dZeGNzV01EWUZKMU90N2UzTnpjM1g3SmtDYjV5MWFwVjU4K2ZiMmhvK1BUcEU5T3BPenM3dzhQRGQrM2F4Vm5VQVFEZ0FQenpBTUFRUWRvemNlTEUyTmhZRE1OMjdOaVJsWlVsSnlmbjZlbHBiMi9mMXRZbUt5dkxWSE1UalR3TEN3dVBHaldxdjJhN3Vyb2NIUjE3ZW5vRUJBU0Nnb0ptenB5SjF2ZjI5aUtUdHo5MGRIUVVGQlNDZ29Jb0ZNcW1UWnU0dWY5dk51cjI3ZHNZaG4zNzlzM0R3MlBEaGczbno1KzN0TFEwTnpmdlR6N0x5c3BldlhwRnA5T1JqWTdUME5DQVlWaE5UVTFBUUFEait0ZXZYMy84K0xHN3Uvdmd3WU1EM1RZQUFOZ0RlZ3dBUTRSUjhPcnI2N096czNsNGVJNGRPNGJic3NlUEgyY3lrUThmUG56Mzd0MFpNMmJJeXNxeWJaTktwYnE2dXBhWGx3c0tDcDQ1YzBaTFN3dXR6ODdPZG5aMnRyUzB0TGEyRmhJU1luc3NnVUJZdjM3OXNXUEhRa0pDOEZGckRNUGEydHFTazVNeERGdXlaTW1SSTBkeWNuS2FtcHJPbmozNyt2WHIzYnQzczIzcXI3LytRaXI3K3ZWcjFxMW9BSUNWeE1SRVpXVmxLeXNydGxzQkFPQU02REVBREJGOHNCZkRzTHQzNzlKb05CTVRFM1YxOWJxNnVxRTFTS2ZUZlh4OE1qTXpoWVNFZ29PRHAwK2ZqbS9TME5EUTB0S0tqSXk4ZmZ2MnJsMjdEQXdNMkxhd1lzV0swNmRQOS9iMkppWW00c1owZUhoNFQwL1B2SG56ZkgxOUNRUUNicklIQkFSVVYxZXpObEpVVkJRWEY0ZGhtTE96czRXRnhZRGR2bmp4WWxCUUVJWmhlbnA2WW1KaU5CcU44VTBGQUlCQkF2ODJBREJFdUxpNDhPVzdkKzhLQ0FqWTJka3g2ZlRnb2RGb2ZuNStTVWxKUkNJeE5EU1VVWXlSNDlYSmt5ZE5UVTBiR3hzUEhUcTBaY3VXOHZKeTFrYUlSQ0k2VUZGUkVhMnByS3k4ZWZPbW9xTGlrU05IMEJwOGpGcEFRSUJ0VDF4ZFhkRkV1SnljM0lEZEpwRklTSXhEUTBNREF3TU5EUTFCakFGZ2FNQi9EZ0FNRVZ5UDgvUHpLeW9xVnE5ZWpieW1HWFY2TUZBb2xOemNYQnNibTRTRUJCRVJrWFBuempHNmV0Rm9OQktKMU5IUjBkcmF1bW5UcG1YTGxtRVlscGVYdDI3ZE9yYmp4bFpXVmlZbUpyYTJ0dWpqaXhjdnhNWEZUNTgrN2V2cjYrcnFTcUZRQnV6ZW9rV0xwS1Nrek16TWRIUjBCdXg4YlcwdGVnVlJVMVA3cnFzR0FJQUpHSzhHZ0NHQ0M1dXdzTENRa0ZCYVd0cUtGU3RVVlZXL1Y0K2pvcUxDd3NMd2p5NHVMbVF5dWErdmowd21rOG5rL29xOWswZ2tEdytQQnc4ZUlEZnY2dXBxWjJmbjl2WjJ0RFV6TTdPMXRSVjVhTGUydHRyYTJqWTNOeVBiZDgyYU5aejdJeUVod2N2TG01R1JrWkdSTVdEbk96czcwYlQzdG0zYnpwOC9UeVFTdit2YUFRREFBVDBHZ0wvTCtQSGovZno4OXV6WlkyZG5GeGtaS1NFaGdkWmZ1SENCU1o4S0N3dFpEN2V5c2twSVNFQ3V5eDBkSFhqYUwyRmhZUVVGQlNrcEtYRnhjVEV4TVZGUlVXRmhZV0ZoWVg1Ky9xdFhyMzcrL0xtenM3TzN0eGZwc2FLaTRzR0RCM2Z0MmlVckt5c3RMVTBnRUFvTEMwa2trcXlzN05peFkvRnowV2cwRHVsQkVOYlcxalUxTlk4ZlB4NDdkaXhqLzN0NmVuSnljakFNMDliV1p1dFRscENRZ0VLdEFBQVlBcURIQURCRUdPMWdYVjFkQ3d1THExZXZPams1NGNZdThtb2VFRUZCd1YyN2RubDRlQkNKeE9YTGwwK2RPbFZWVlZWQlFZRXBkd2NqR2hvYTF0YldjK2ZPWmRUTEtWT21QSHIwQ1A5b2IyL2YxTlJrYUdob1kyUERlR3hCUVVGQ1FnTG42M0ozZDNkM2QzLzQ4S0dDZ2dJK0VGMVZWV1ZrWklSaG1KT1QwNFFKRXdaemFRQUFEQjdRWXdBWUlreHBJKzN0N1JNU0Vpb3FLaDQ4ZUlEVzNMNTltMjI4RTJ0VGYvenhoNFNFeExWcjE2U2xwWmN2WDg0VXRZeERvVkIyN3R5cHE2dTdldlhxYTlldXNlYi9ZZ1NOVjR1SmlhR1BMUzB0bnA2ZXpzN08vUTJBcy9MczJiT1VsQlJkWFYwN096c08wOE1VQ2dYU2dBREEzd2YraXdCZ2VCQVJFWkdYbHk4dkwvLzQ4ZVAzSHN2RnhUVjM3dHhyMTY2RmhZWEZ4c2IySjI5VUtoVU5HcWVtcGtaR1J1SU8wcm01dVUrZlBtWGF1YWFtQnNPd3g0OGZveUlRV1ZsWnFHLzI5dmFEN0ZWTFN3dUtObFpVVk94UGo0T0RnMHRLU2s2ZE90WGZPd1FBQUlNRTlCZ0FoZ2l5ajd1NnV0REgydHJhYjkrK0lXRWVXb05JMHNURXhMUzF0ZG51VUY5ZmoyWndkKy9lelJpdHBLV2xkZXZXTGR3dVp5UXpNek16TTVPeEJUendhVUNRb210cWFqbzVPVEd1OS9QelEvUEgzZDNkNzk2OXd6QnMzNzU5SU1rQThEY0JQUWFBdjBWWldkbkNoUXZGeE1ScWEydjcrdm93REpzNWMyWjhmUHdRbWtLQnk1TW1UZkx5OG1LN1EyWm1KdEpqRFEwTnBnTjlmWDFOVFUzSGp4OHZKaWJHdzhPVG1wcUtKcVRUMDlPWjRxRnpjM09SaWN5NW9CT0ZRdm42OVN1R1liTm16V0xhMU5EUWdKeklNQXhUVmxaR3loMGNITHh2Mzc3djlTMEhBQUFIOUJnQWhnaU5Sa01Mb3FLaVZWVlZhSG5Sb2tWVHBrd1pXb05EU3lTQ0g4dG9WU09QcmFWTGw3SzJTU2FUMFVKUFR3K0hCb3VLaXREclJXWm01dWJObXhuYkNRd01CSDh1QUJoMklCOElBUHd0MU5YVlkyTmp4Y1hGQlFRRU5telk0T3ZyTytTbWhpdXoxZVBIai9QeTh2ajQrRFp1M01pNkZha3NEdzhQV3VnUEZIeE1JQkFLQ2dyOC9mMmg1akVBL05PQWZRd0FRd1MzajhYRnhZT0RnNVdVbEZEMEVlN0F2SC8vZnFZcFZaUXZ1ajl0R3hiTnE2bXA4ZmIyeGpCczU4NmRlTlpNUmdnRWdvV0ZoWldWbGFTa0pFb1N3Z3FGUWtsS1NrSkZxN0t6c3hNU0VrZ2trclcxOWQvdkhnQUEvUUY2REFCREJOZGpETU1tVDU3TWRqMWIrb3M0NG15d010S2ZjdGZWMVRrNE9MUzF0UmtZR0t4ZHU1YnRQam82T254OGZFMU5UUlFLQlI5bVp6TE5rNUtTR2hzYjVlVGt6TXpNREEwTjdlM3RVMU5UWDc1OE9janVBUUF3QkVDUEFXQ0k5Q2VydUo5VWYvVVdTU1FTMndPUkhqOTkrblRHakJtY1Q4M1dGYXUwdEhUMzd0MTFkWFVyVjY0OGRPZ1FoOFBkM054UWRESkNVRkNRMFZ1N29hRWhPRGdZd3pCM2QzZEJRVUZCUWNGejU4NjV1YmtoVnpLVXdFdEJRVUZXVmxaQVFJQ1hsNWRNSm5mK1AzaDRlRzdkdXNXNTh3QUFzQVgwR0FDR0NHY3pWMXhjWEZCUWtIVXJEdzhQOGtsbUJhbXNnb0tDbnA0ZTJ4MitmZnYyNU1rVDVJckZsSWt6T1RuWjM5K2ZScU01T2pyMlp4bmpYTHAwS1RFeDhkS2xTNmlyZi83NUo3NnB0N2NYNWNIZXMyZlAvUG56MFVweGNmRno1ODRsSmliR3hjV1ZsWldSU0tUUG56OS8vdnlacVZsUlVkSFZxMWR6UGpVQUFQMEJlZ3dBUTZTdnI0OUFJT2pyNnpPdEZ4UVVQSFRvME8rLy80NVhJTWI1L2ZmZnQyL2ZQbXJVcVA0YTVPUGpNek16Nnk4TGRHWm1aa1pHaG9HQkFaTVlaMlZsZVhwNnpwczN6OW5aV1VsSmFjQ2V5OHZMYjkrK2ZkeTRjWWNPSFRJek05dTdkeSsreWR2YnU2alUwNTFLQUFBZ0FFbEVRVlNveU1YRmhWVlpqWTJOalkyTlMwdExjM0p5eXNyS2FtdHJtNXFhMnR2YnU3cTZ5R1F5RnhmWHBVdVgyTTVZQXdBd0dFQ1BBV0NJYUdobzNMeDVrMmxFR3NPdzBhTkhNMXFjak15ZE81ZERnMy8rK2FlM3Q3ZVVsRlIvTzZpcXF0NjllMWRHUm9hMTJiaTR1RW1USm4xUDk3Rmx5NVpObno1OTlPalJqQ3QxZFhXTmpJeG16cHpKb1ErcXFxcmZkU0lBQUFZRDZERUFEQkZXeS9odnNuejVjczQ3c0NveHp2ZUtNUm81WnhMandmUUJBSUIvQ0lnL0JnQUFBSUNSQi9RWUFBQUFBRVllMEdNQUFBQUFHSGxBandFQUFBQmc1QUU5QmdBQUFJQ1JCL1FZR0lENzkrOEhCd2MzTkRSODExRlJVVkdkbloyRDNEazFOUlVsZHU2UGQrL2V2WDc5bW5WOWRYVjFVbElTWHJDSU0yL2Z2bVZkV1Z0YmUvbnk1ZjRTWnYwN2tFZ2t0cVdMR1dscGFTa3VMaDV5KzBNNzhPOUFJcEgrelJJVVRLZExURXhrVFZjeVNPcnE2b2F2WHdEd0hVQzhFekFBZFhWMU1URXhjWEZ4VzdkdTNieDU4eUNQdW43OWVseGMzTEpseXdhc0lVaWhVQklTRW9TRWhQejkvZWZNbWNOMm40eU1qS2lvS0IwZG5aMDdkekpXK2lPUlNGNWVYc0hCd2VibTV1Ym01aElTRXYyZHBicTZldlBtemJxNnVzN096Z29LQ3ZqNjE2OWZCd1lHeHNiRzd0Ky9mK25TcFlPOHVtR2tvNk5qMTY1ZCtmbjVkRHA5MmJKbHJEdVFTS1RFeE1UejU4OFRDSVQ0K0hoWldkbittcUpTcVd6dnRxdXI2NlJKa3padTNNaVlGTE0vZ29PRHlXU3lvNlBqOTE4S2hoSnJ2My8vL3VIRGg4bkp5V3ZYcnQyMGFkUFEydmxlcmx5NTh1clZLeDhmSC9RYktDc3I4L0h4MGRMUzJyRmp4N1JwMHdiZlRsWlcxdTdkdS8vODgwOEhCd2RKU2NsL3Nzc0F3QXpvTWZBL0pDWW1UcDQ4K2JmZmZzUFhXRmxabFpXVjNibHpKelEwVkU5UGp6RVh4SU1IRDJiUG5pMHFLc3JhRGo4L2YwTkR3L1hyMXdkNTNvNk9qbHUzYnMyYU5ZdHR6Y0gzNzk4alZXNXJhd3NPRGhZUkVVSHJoWVdGTVF4cmJtNU9TMHRidG13WkJ6MU9TMHZETU96NTgrY0ZCUVhSMGRGNEVpdGtORXRKU2VHdkF1N3U3dlBuenpjd01CaGt6MUVCaVNOSGppUW5Kdy8rRUZZT0h6NHNLeXVMaXdlRlFubjc5dTNUcDA5VFVsTGEydHJRU2hjWEYyMXRiVjVlM3ZYcjF3c0pDVEVlM3RYVnRYUG56cFVyVjVxWW1EQzFUS1ZTSXlJaUlpSWl2cXMvckpMODVzMGJmbjUrcHVyT2REcTl0cmIyeTVjdkpTVWxoWVdGYjkrK3hYdDcvdno1R1RObWZKY2NzcEtmbnk4dUxzNDU2UmlkVGs5TVRQejY5YXVGaFlXZm45K01HVE0wTkRUaTR1S0lSS0thbXRwM25XN216Sm1USjA5T1NFaTRmLy8rZ1FNSDJMNGhBY0EvQk9neDhEOTgrdlRKMTlkM3laSWx1T1poR05iZDNZMFdvcUtpOEV5TlBUMDlmLzMxMS9qeDQwTkRRNldscFpuYVFYVUdOMjNhdEgzN2RzNW56TTdPM3JadEc0WmhYbDVlYk1XWVFxRzhlL2NPdzdEeDQ4ZEhSVVV4N29PYmd3Y1BIbFJSVWVudkZIUTZQVFUxRldYT09uLytQR05PeDh6TVRKUVgyc0xDQWlscmZYMTlXbHBhZTN1N3BhVWw1NTdqY0hOekh6cDBTRUJBb0t5c1RGNWVYa2hJaUl1TEM5K0tERnkwUEhYcVZEMDlQVHFkVG1QSDY5ZXZOVFEwMEZkUVVsS0NqOE1MQ0FqTW5UdDN3b1FKWW1KaStmbjU5Ky9majR5TVpMcFhkRG9kM1NnNm5XNXFhc3E0aVVBZ1lCaW1xS2lvcTZ2TCtVSWFHaG9lUG55SVlaaWtwQ1NydFYxVFUrUHA2V2xzYkN3akk5UFEwRkJYVjFkVFUvUHQyemVtOFhBdUxpNVJVVkZVRVByaXhZdisvdjY4dkx5RHZKTk01T2ZuYjkrK1hVaElLQ0lpZ29Na1Azbnk1T3ZYcnhpR1NVdExvejdQbVRPSFFDQzB0TFF3MWJzY0VGNWVYajgvUHdzTGk4N096Z01IRGt5Wk1vVnhOQVVBL2xGQWo0SC9nWitmbjA2blAzandnTzB6OVBIangvZ3lxcWJ3K2ZQbmtKQ1F3NGNQTSswNTREQTFLLzJWS2N6THkrdnA2Y0V3ek56Y0hJbFFWMWNYc293SGVaYU1qSXp5OG5JQ2dSQVlHS2lvcUhqLy92MmxTNWR5Y1hHVmxKVFUxdFlTQ0FTOG5oS2FkT1RpNG1JVTFNSEF6YzN0NnVyS2RsTnVibTVpWWlLQlFIQnljbHF3WUFHSEhGc0lDb1V5WnN5WW1UTm5qaG8xNnYzNzk4bkp5Uk1tVEFnSUNFQmJPem82VU9XR2hRc1hNaDcxOGVQSHdzSkNZV0ZoMW5jYXBNY1RKMDUwY25MaWZPcTh2RHlreDhiR3hxejNsa0FnME9uMGhJUUU5QkdKcnBxYTJ1alJvK1hsNVJVVUZPVGw1ZVhrNU9UazVOQVptYURSYUljUEgwWXZSdDlGZDNmMzFxMWJPVWh5VEV3TVNodCsrdlJwZEh1SlJLSzJ0blpXVnRhSER4KytOM09adkx5OHJhMXRZR0FnalViNzl1MGIwbU1LaGRMZTNnNGoyTUEvQ3VneDhEOGdlMEpaV1JsLzdQWkhTRWhJVkZTVXFxb3FxeGpqOVhTenM3T1JsSEtndHJZV0xmUlgvZmZaczJmSVJseXhZZ1Y2ck8vWnMwZEpTY25OelcyUWVod2JHNHRoMk9iTm0xVlZWVXRLU3R6YzNKS1Nrcnk4dk02ZE80ZnFBWjg4ZVJMdGFXOXZYMTFkYldwcWlzeGx0cEJJSkJLSkpDd3N6UHJLVWw5ZlgxbFp5WlQ4K2NXTEZ4aUdiZG15eGR6Y25MVzExTlJVSkwzNEdqVTFOVzl2YjdRY0h4L1B0RDg2cVlLQ3dvRURCeGpYUjBkSEZ4WVcvdmJiYjhiR3hreUhvTHYwOGVOSFhOVDdBL2ZhWTF1NkNsZjZsSlFVR1JtWjczM2w0dWJtOXZMeTR1UGpxNnFxVWxSVVpCcHZINUFuVDU1WVdWbXh2aWM5ZWZLa3NMQVF3ekJiVzF2R2R4MWpZK09zckt5elo4K2VQWHYydTA2RVlaaXBxV2xNVEl5Y25KeW1waWI2eVhsNGVIejQ4Q0VpSW9KMUtBZ0FoZ3ZRWStCL1lEdGlQQVRRYzdPb3FLaW9xR2lRaC9UMDlMQk9BRk9wMVB2Mzd5TVZYTHg0TVQ0dysrYk5tNjlmdnpKcEVsc2VQMzZjbDVlbm9xSmlZMk9EWVZoY1hCeHkyOEduQnA4OGVjSlViOWpJeUloRGcrSGg0Ykd4c1FFQkFVd1dLb1poN2UzdGRuWjJNMmJNbURoeElyNFMrVTQzTmpheXlpR0ZRcmwxNjVhSWlJaW5wMmQvTlJaeFRwOCtyYWVuTjRTQkIvU2RWbGRYWDdseVpaQ0hkSFIwc0phMXdFOHRJU0V4bUc1OC9QaVI4VDZnbm5oNGVBeTY0d05ESnBQUG5EbURZZGpZc1dPWnFrenE2K3NyS2lwbVpXVmR1M1p0elpvMXJNZW1wNmU3dWJteHJTU05hR2xwbVRWckZ1TWFaS2FESkFQL0VLREh3UCtBbnJNVkZSVk1FdFVmL2NVYUlRUEwxdGJXenM2T2N3dFpXVms3ZHV3d01UR1JsNWRuM1pxVGs5UFkySWdxRlNLTHFxU2tCR2w4Ym02dW01c2I1OFpMUzB1UEhEbkN4Y1YxNk5BaFhsN2V5c3JLZS9mdVlSZzJZOGFNZ0lBQVQwL1A0dUppSlBNWWhuMzU4aVU3TzF0S1NtclNwRW1OalkzSGp4OTNkblllY0hpWkVUUzY4UHIxYTlib3JKczNiL1ozVkZ0YlcyNXVMdExqSjArZXZIcjFDdC8wNGNNSE5MMjlkKy9lWjgrZTNicDFTMGRIWi9EOVFTQTlYcmh3SWRNTFFXeHNMQkl6ZlgzOWt5ZFBjbkZ4NWVYbDJkcmE2dWpvTUhvUDRIelhHUDVmZi8xMTZOQWhCd2VIZjlURk9pSWlvcUtpZ28rUDcralJvMHlENUFRQ1lkZXVYZnYzN3c4SUNCQVZGZjNqanorWWpsMjBhTkhSbzBmRHc4TW5USmdnS2lyYTM1dG9lM3Q3U2tvS1dxNnNyUFQzLy8vWXUvTjRxTmYrZitDZllZYkIyRlcyckcwVXJZcjJUVHBwT1JSMUNHMG9LUzFPUWtxTFNHUlBXY3JTZHVxVVVqcWxVbkdPbEtKMExFVlpFMEoyZzFsK2YxeS94K2M3OTh6UXBPbE05SDcrY1QvR1p4YlhUT2YybW10N1gzNStmbjVjQitRQitFYndYeFg0SCtodkxvVkNXYlpzR1g2eHFxb3FJeU1EdzdBbFM1WklTMHVqaTNsNWVmbjUrVjFkWFZ4ZkIzVTdvcUtpcXF1cisvNk5KU1VsR0laZHUzWnQvUGp4UzVjdVpic1hyZEFlT1hLa2o0OFB1dUxtNW9ieTJOSFIwY0xDWXVIQ2hiMjk4ai8vL09QcTZ0cmQzUzBxS3VycjY5dloyZG5VMUlTK0tLaW9xRVJGUlNrb0tMQ3VKRzlwYVVFejZJR0JnUThmUHF5cHFTa3BLWW1PanU3akFFUTJlSzh4SmlZR0RYVUdCUVdkTzNkdS92ejV4NDhmNS93eE56ZDMwNlpOYUN3ZFBkSFEwUENQUC81NDl1d1o2OHMyTkRTZ1FmdU9qZzQwV3RBYnJsdCswVnZtekJ1MC9ZbE1KbnQ0ZUtCL2R3ME5qWnMzYnlvcUtuTGRzb3puOGZUcDAzbjhRQ0lpSWlnVUN1ZFJ5bnlSbnA1Kzl1eFpETU4yN2RyRjlRaklCUXNXTEZxMEtEVTFkZCsrZlcvZXZObThlVFBianEvNTgrZlBueisvajEvUjA5T0RGaHVpNHlsZFhGd1VGUlg1MWY3TXpFeDFkWFZZTHdad2tNZmdmN1MzdDZOMXFteHJmMUQvN1BuejU5SFIwV2g5OHMyYk41Y3NXZExidmlDVUFVUWk4ZGF0VzJpdGpiQ3djRTlQRDhwdllXRmhNVEV4L01Gb3pmYUpFeWRrWkdSWSszLzQ5d0EwMUl4ZU5qczdHOE93cVZPbk9qZzRORFUxb2V0SGpod3hOVFZkdG13WmEzZDIyclJwNnVycXhjWEZYVjFkbFpXVlJDS3hyYTJOVENaUG1EQWhPVG01dDArZ3Vyb2FIOWN0THkvZnZIbHpWRlJVSHp1cFdIMTd0NGxNSmdjRkJmMzc3NzhqUm93Z2s4bUxGaTFxYjI4Zk4yNGNtZ0xITUN3eE1URTRPTGkzcDNOZEU0Y3VjbzR3b3l1aW9xTDRBQ3g2bXhjdVhEaC8vbnhNVEF6YmFZeDQyRnRhV3ZJK2JGNVpXVmxmWDkrUE1WNEdnOUhUMHlNcUtzcjEzdmZ2MzN0NmVqS1pURE16TTY0VDg0aTZ1anE2a1ppWWVPL2VQV3RyNnlWTGxzakl5UERZZ0gzNzl1WGs1UEE0MHZOVnpwdzVjL0xreVdIRGhrVkZSVUVrQXdUeUdQd1B2SS9JZHQzVjFmV2ZmLzZwcTZ0TFRFeEVvOFNvQTMzOStuVlpXVm5PazREUkZxbWRPM2RPbkRoUlhWMmRUQ2EzdHJZNk9UbWhuY1Npb3FKR1JrWU1CbVA5K3ZWOTdCQTljK1lNeWdCL2YvOTM3OTdaMmRtOWZ2MGFiVzlkdDI0ZDZ5TS9mUGdRRVJFUkdSbTVjT0ZDZTN0N0xTMHRsSTRIRGh3NGNPREFsaTFiTkRVMWJXMXRNUXp6OVBSY3NtVEppeGN2MU5UVWhJU0VmSDE5MGFKeEt5c3J0T09XVHFkN2VucmV1M2ZQemMzdGF6dDJ2YVhVKy9mdlQ1OCtqUXFOZmZGRnlHUXlXaEYyLy81OTlQV29wS1RrekprejF0YldvcUtpdmExQ1I3amVpejZ4MU5SVU5QS1BReisydGJYWjI5dmpGM3Q2ZWw2L2ZvMWgySll0VzJKalkxbkhCdkE4M3JsejU5ZnVJL3BhZERyOXdJRUQ5Zlgxd2NIQm5HVk1LaXNydDIvZmp2NGJ5ODdPNXR4eWpUZTRvcUlDLzdHbXBpWXdNREF3TUhENTh1VmNGeUd5OGZQelE2dk5OMnpZMEZzWUZ4UVU3Tnk1ODJzcm9ERVlETlQ0bXBvYUJ3Y0hpR1NBUUI2RC80SHkrTTJiTjV5TGoxQ1hOenM3bTNYdnphMWJ0NGhFNHVIRGg5a3FKNkFna1phV1JnUENKU1VsZS9mdUxTMHRIVEpreU9iTm14Y3ZYdno4K1hNM043Y0hEeDdNbWpWcng0NGRuTHVIeThyS1VsSlNTQ1RTL1Buejc5NjlHeHNibTVtWnFhMnRqYmJTc2kyME9YYnNXRXBLeW9NSEQxSlRVeDg4ZU9EcDZibGl4UXEwVnZtUFAvN282ZW5ac0dGRGUzdTdsWlVWV3FROWFkS2syN2R2QndjSE56WTJxcW1wTlRZMjNyOS8zOWJXVmxKUzBzdkxLeTB0RGNPd2dJQUFUVTFOQXdPRHdzSkMxbDNVNkk4dm1wREdMNktuOURZSFdWWldGaFVWOWJYL0ZsZXZYc1YvWTBSRVJFcEtTbGhZR1BwWEtDc3JjM1oyWm4wdzJvRExkWFVTUHM2Y2w1YzNiTmd3ZkdFekdxdGdNcGxvRHhVT0gvc05EUTMxOHZMQ08vMzQzQVNSU0x4MDZkTHMyYk81VHZtamRYeDFkWFdjNjkzUWdnQjhPcllQSHo1OHlNM054VERNeGNVbE9EaVlkVFRselpzM3pzN09uejkvZG5Cd0lKUEpOMjdjUU0xNCsvWnRRME9EdUxnNFhvRUVyMHhpYVdtSnlzQmhHRFoyN05nWk0yWjhzUUdob2FIbzgxKzNibDBmZStoMWRYV1BIajI2Zi8vKzRjT0h5OHJLOXU5cnlzMmJOeDBjSFBpMWxCSU1YSkRINEgrZzRyMFVDdVh5NWN0Y043MlVsNWVYbDVlelhxSFJhSjZlbnQzZDNmanNiMDlQRDlybUpDTWo4L2J0MjVTVWxFdVhMdEZvTkFzTEN4Y1hGeEVSRVRxZFBubnk1Qk1uVHJpNnVtWmtaR1JsWmJtN3U2TUV4UjAvZnB4R28rM2R1OWZDd29KQUlOeTVjNmV3c0JEVmNGNnhZZ1hiMmlJcEtTbC9mLy9UcDA5SFJVWFI2ZlNBZ0lEbHk1ZWp4eEFJQkY5ZjM4TEN3dW5UcCsvWXNRUERzTWVQSDBkR1JoWVhGOHZLeXU3ZXZWdEpTY25kM2IydHJjM2QzYjI1dWZuOSsvZHljbkttcHFiVHAwOW5yYzNKaTk1V1BNMmVQZnZRb1VNWWhwMDhlWkpyelRMT2VkODNiOTdnczhqcTZ1b3RMUzFsWldYNzkrODNNREJBeStqWUp1YlJGeW11eSt2UXY4WDI3ZHV0cmExWlI5U1RrcEtPSERraUtTbDU2ZElsWHQ0ZCtpSkNKcE9GaElRZVBYb1VGQlEwZi81OHZENE1xOVRVMU03T3pxTkhqM0xPN2hzWUdOeTllL2Y2OWVzWWhvbUxpL2NSUXVpVmk0cUtQRHc4amgwN2hxS3VvNlBEMGRGUlRFd3NJaUppMnJScEdJYloyZG1oeDIvYXRLbWhvV0h5NU1uNGVINUdSZ2I2RjkreVpZdVVsSlNKaWNuang0OTM3Tmp4eGNIMjZPaG9mSThjUG4vY204bVRKL1B5RFFPQUw0SThCditIUnFPOWVmTUdkVXFtVDU4dUt5dUxCcTduenAzYjJ0cHFaMmUzZmZ0MjFzZmZ2SG5UMk5pWWN6Z1JyOGd2SVNIaDR1SlNWMWVIZmt4S1NycHk1UXJuNyszcDZUbHk1TWlNR1RQd1djYnIxNjluWldVdFg3NGNUUTI2dTd2bjV1YWlseFVSRVZtK2ZEblg5anM2T3JhMHRGeTZkRWxJU0loQUlORHA5SUtDZ2dzWExxU21wb3FKaVJrWkdjWEd4dGJXMXFJdzhQWDFuVE5uenVYTGw5M2MzT2gwdXBpWUdPcVFXVnBhdXJpNHNMNHBIUjBkMVAxRlFrTkQ0K1BqRHgwNnhMWC94eFdSU0VRcmxudnJQM0htTVZxcGhFaEtTaTVhdENnNk92cmx5NWVvWEtXZW5wNk5qUTFydmEyelo4L0d4Y1Z4WFdtRlBuOU5UYzNzN0d3ZEhaMCtaazlUVTFPVmxKVDA5UFM0M3Z2NTgyZTB0Z0M5SXhxTmR1L2VQYzRwYzdRaERjT3djK2ZPelowN2wrMEJCQUpoMzc1OUZoWVcydHJhL2FqYkpTNHV2bi8vL21uVHBxR0NNRGdHZzFGY1hJdzZyUGhGTkVpRHo3OU1tVEtGYldzNFZ3a0pDYWRPbmNJd3pNbkppZmVDN1FCOE84aGo4SC9ldlh1SE9sajYrdnI0T3RMNitubzBubGxRVU1BNmlGMVRVL1B3NGNQcjE2K0hoSVN3ZFpJK2Z2eUlCbS9IakJtemZmdjJmZnYyb2V1aW9xTDRnS3F5c3JLcHFhbWtwR1JOVGMyRkN4ZllKajVmdkhoaGJHeU1QNUZDb1lTRWhLQWFIV1ptWm4wc0R0cTVjMmRqWStQdzRjUFJiRzVJU0FoSzJjN09UbFQwZzBRaTZlbnBtWnVianhrenhzWEZKVHM3VzFSVTFNUERJekV4c2F5c0RJMlU4bkx1QWxkZlc5VUx4L2IyOC9QejBhN2xoUXNYb2luTUZTdFd4TVhGelo4L2YrellzZjcrL3RyYTJxdFdyVnE4ZVBIKy9mc1RFaExHakJuenl5Ky9XRmxaY1U3ODAyZzBWT1ZEUTBNak1qSnk5KzdkUmtaRzZHc0JPbE9ydmIwZDN6YVducDVPbzlGY1hGelk5dklpS05mUjREQksyWG56NXFHRjRxeEtTa3JRZnQ5RGh3NXhYZUJHSUJDK3RtWVdLNjRyb3ZQejg5RjVZa1pHUnZoRjlOK3RrSkJRYjR2Q09DVWtKSVNFaEtBMTI5YlcxdjF1SkFEOUFIa00vZy9hUjZTa3BNUTZUdnYwNlZOMEl6czdHNjF0WnZYeTVjdlkyRmdYRnhmV2kyL2Z2c1V3VEUxTlRVUkU1SmRmZnNuSnlkSFQwek13TUZCU1Vucng0b1dEZ3dQcU9pOVpza1JOVFkzSlpENTgrSEQ4K1BHc0tZdVcyN0NPSzZJNml4UUtwZTh1QzVGSTlQWDF4WDkwYzNPenNySmlNQmp5OHZLbXBxWXpac3pRMTlkdmIyOC9mLzc4MGFOSGUzcDZwaytmN3VibUZoTVRnOElZN1pMS3lNajRZcWxucm5wYmJQWHc0VU4wWGdYWEtRQk9RVUZCR0lhdFdiTkdXVmtaNWJHU2t0S1ZLMWVHRGgyS29pVXdNSkRKWlA3MTExOGZQbnlRa3BLS2pvNUdWY2M1WDZxNHVKakJZRkFvbE9IRGg1TklwSzZ1cmtlUEhyRStnRWFqc2UyaDZ1M0FRZlFSb1NqbFpTVjV2NytkOUFQYVZqNXMyRERXNHk1UUhyUDFwUHNRRlJWMSt2UnBBb0hnNGVIUjJ4b3hBTDRmeUdQd2Y5RG1JaE1URTlhTGFIUjMxS2hSYk5XZGJHMXQ4L1B6NTh5Wnd4YkcrSEZNa3laTlFqK3lWdEhDRnhQNSsvdWpjc1FwS1NrMU5UVnNLY3YyNXo0dkx5OHhNUkYxZjNuZkRZeVdKbGxiVzB0S1N0clkyS0JPWVZsWm1iVzFOWjFPbnpkdm5vMk56Wmd4WS96OS9WbVBaa0xGUXhJU0VsQW4rNnYwbHNmS3lzcG9zdlAxNjlkb1dMV1BKMTYvZmowM04zZkNoQWs3ZHV6NDQ0OC84TkZzdkQwVkZSVm8yRjlYVjNmbnpwMWFXbHBXVmxidTd1NE1Cb1B6UENLMG9udml4SWtFQWdGbCtmang0OCtjT2NQWkJyeGZ1MnJWS3E0dFJKUDM2SisxMzBkRWZBL3Q3ZTFvVzUyWm1SbnJoRFFhWU1kM3pQZUJScVA1Ky90ZnZYcFZXRmo0NE1HRG5NVkRBUGdQUUI2RC82KzF0VFVySzB0SVNJaDFOMmRXVmhiYWY4bFpjYkNob1FIRE1LN2xFZEFoaGdzWExuei8vdjJtVFp2d1phNnMyTW9zKy9qNGlJcUtvc1hQYkdwcWF2YnUzY3RrTWhjdlh0eDNKVXV1MElvZU5FdGRVbEx5K3ZWcktwWDYyMisvdWJxNnRyZTN1N201cGFXbENRa0pHUm9hWm1abUtpZ296Snc1OC9yMTY3YTJ0ajQrUHJ3WHZ1amI2TkdqMFplU29LQ2d2dk80cHFibXhJa1RXbHBhUVVGQkpCSUpYV2VMZVY5ZjM1NmVIaGtabVlDQUFIUWNzcmUzdDcyOS9iNTkrOGhrTWx2ZFRWVHRDNDN4Zmt1SXZuejVFaDNqZ2I1WS9KZDlYM1NrSTl0bWFGWnhjWEZ0YlcxU1VsSnNWY2NiR3h2eENlOCtsSmVYSHp4NDhOV3JWeVFTNmRpeFk1eWI5d0Q0YjBBZWcvOHZPVG01dTd0NytmTGxlTVEyTkRTZ2d3MTBkSFJZeTNXaFA1RW9qMUVlc0Nvb0tLaXBxWkdWbFowOGVUS1JTQXdKQ2ZIMDlCdzFhaFE2Z2FDNXVSbU5QQzlidG94dDF2bk5temN6WnN4ZzY4MDBOalp1M2JxMXRyWjJ3b1FKWDF2NnVLMnQ3ZSsvLzY2b3FLaW9xSGovL3YyN2QrL1E3TFd5c3JLc3JHeHVicTYzdDNkVlZkWFFvVU1QSHo1Y1VWR1JtWm5aMDlPemJkdTJyS3lzbXBxYWJkdTI2ZXJxMnRyYUdoc2JzNzdzM0xsemh3MGJ4bGFaR2Y5WXZxcUZuRStrVXFrYUdob2hJU0hvVkdsMG5UV1B6NTA3OSt6Wk0yRmhZVDgvUC96RG56UnAwb29WSzI3Y3VPSHU3aDRmSDQ5UE43UzF0V1ZtWmxJb0ZKVEgzMUt1QkEyVHJGeTVFZzB6OUhiNEI5OHhtVXdmSDUrMHRMVFRwMDl6TGNLVmw1ZVhrSkNBRnBDemxmbEVTOUI3MjVTRk90Q3hzYkZYcmx4Qi8yRW9LaXArNDJuTkFId0x5R09Bb1JnNGQrNmNtSmdZdnJ1anNiRngrL2J0TlRVMWNuSnlmbjUrYUNxM29hRkJVbEpTUkVTa29xSUMvVVhtSE5SRnV6eXRyS3pRWDM4OVBUM1dZbGdsSlNVb2p6ZHUzTWo2WEFhRDhlblRKN1l3TGkwdDNiNTllM1YxdFlHQlFWQlFFT2N5S3p3VnVBNFVpNGlJaElXRjRlZEhxYXVybTVpWXpKOC9mOGlRSWVIaDRhaFE1ZGl4WTQ4ZE82YWtwUFRnd1FQMDlVSkdSdWJFaVJNYk4yN3M3T3dzS0NoSVQwOW55Mk45ZlgxOWZYMnVIeU0rUFp5Y25JeDJLNkhoWXJaNklQaVBlTnZ3SjJwb2FNVEZ4ZUdEcm16OTQ0eU1qT0RnWUFLQmNPalFJYlR4Q2JkNTgrYVVsQlFxbFJvVUZCUVJFWUgvVzNSMWRWbGJXNk92UG4zWEVzRnhQcXl5c3ZMT25UdVNrcEtvcGdyK3lhZWxwZlZSNTV5MVNrWkNRZ0lhN3Y1YTlmWDFhSVRHMGRHUk01SUxDZ3EyYmR0R285SE16YzNOek15NnVycHljbkxVMWRXSERSdjI4ZU5IOUJ1NWJscGpNQmhYcjE0TkR3OUhxOERtelp1bm9xSnk3dHk1MWF0WDI5dmJ6NTgvdisrakZlbDBlbU5qWTN0N2V4K25iZ1B3dFNDUEFZYXFDZGJWMWUzYnR3L1ZtOHpOemZYeTh2cjQ4YU9xcW1wd2NEQXFrSWtxRnFXbnAydHFhcUxkcm16YlM5QmZ6NVNVRkVWRlJhNExkUHNRRkJUMDZOR2p1TGc0ZkhyNDNyMTdSNDRjYVd0cnM3S3ljbkZ4NGRxM3c3ZmJjbDBuSlNJaVltOXZmL2p3NFRGanhqZzdPeHNaR2RGb3RDdFhya1JGUmJXMHRNeWJOMi9kdW5WMmRuWkxseTZsVUNob2J3eEtsOUdqUjRlRmhmbjQrUGo2K25MdGsvVUdYejNPVm8rVHJSNElaM2tRMXZhenpvQ2k2K2gvWDd4NDRlSGhnV0dZbDVmWDRzV0wyWDcxMEtGREZ5eFljUGZ1M2FkUG43YTF0VkVvbExhMnR2ajQrQ0ZEaHVBN2ROSHJ2SHIxcXUvRFFqZzNNZnY2K3RMcDlGMjdkdUYxUTFIV3FxcXFjaTU4dzRkQVdQUFl6TXdzTlRXMXNMQ1FUQ1ovN1VtTGVEUjZlSGdFQndmanBheVNrcEtPSHovZTFkVzFidDA2VkIybHJhME4zUkFXRmlZUUNPaWZBNjJrWTFOYlczdjY5R2tVeHJhMnRtZ05CSkZJakl1TDgvWDE5ZlgxbFpLU2twV1ZsWktTRWhjWEZ4RVJZVEtaWFYxZDZLak56NTgvTnpZMk1oaU1rU05IOHJoMUd3QmVRQjREckxTME5DWW1adEdpUldabVpoOCtmSWlKaVVIcm04ek56VjFjWEZoSGxWSDNDTitNYTJob3lEWi9IQnNiMjkzZDdlWGxkZVBHamNyS1NzN2ZoYzhseDhiRzRxK01INkd6ZmZ2MjZPaG9NVEd4QXdjT3BLU2txS3VybnpoeG9vL3d3Sk9qdDJNdGxpMWJWbFZWNWVqb2lLWk9QMy8rSEJjWE4yL2V2TFZyMTZLYW1xZE9uVHArL1BpN2QrOVFrVzE4bW56aXhJbVhMbDM2MmdGZVBJL0R3c0o2MjhYTDZ2WHIxOXUyYmV1ajU0b1N0S2VuNTlHalIrN3U3aVFTS1NRa3BMZnlVci85OXR2ZHUzZVpUQ2I2V0U2ZE90WFUxQlFjSEl4L3p1aTZnb0lDVzQ4ZndYTVVsWExFWGIxNjllblRwOHVYTDJmZDlvMitrT25xNnJMVk9jZUhRRWFNR01FNjJpRXBLWG5xMUttMnRqYStuTWRRVmxZV0dCaVltWm1wcUtqbzd1Nk8xenlYbDVjL2QrNWNlSGg0VmxZV3VtSnViczU2WkFoT1NVa3BJaUxDd2NGaDl1elorSUxFYmR1MjZldnJuemh4b3FxcXFxV2xCZi9TeVpXeHNURmIwVllBdmhIa01jQlVWVlh0N096UUN1ZnIxNitucGFXWm1abFpXMXR6anNYcDZla2RQMzU4MTY1ZHo1NDlNemMzMzdKbEMrdTlUVTFOMTY5ZjM3UnBrNkdob2FhbXBvT0RBOXJoeWhYcmttWmNVVkhSbmoxN2dvT0ROVFEwOXUvZmIycHEybmNpb29CUlZWWHQ3VlJFWVdGaDFycVNRNFlNU1VsSllYMU5Bd09EeU1qSUpVdVc2T2pvdUx1N3N3Nmg5Mk8ybFVhalNVaElyRnk1VWw5Zm4ydmhLalppWW1LcXFxcHIxNjd0YlMwM0doWVdGeGZmczJlUHJxNnV0N2QzSHdPa2VucDZNMmZPVkZCUWtKT1RvMUtwZCs3Y3NiZTNaKzIvb285cjl1elpuQ0dLdnBiVjFOUXNYTGdRRlNWRlBuMzZGQkFRWUdob2lMcm1PQVVGaFpVclYzSTlUVVJCUVNFdUxvN3o2d2lGUXVIbE0va2lLcFZxWjJjbkpDUzBlZlBtdFd2WHNwYlNSR3NkUWtOREhSd2M4dlB6TjJ6WWdHWWx1Qm85ZXZUSmt5ZFozeXc2ZW5MbXpKazVPVG5QbnordnJLejg5T2xUUzB0TFcxdGJaMmRuVjFjWGpVYWowK2xNSm5QV3JGbCtmbjdmL2w0QVlFWG85d29Vd09wc3dvWERmc2N4REZ0dlkrWGwvcnVnbTlOL3pjM05ZbUppZlpmaHJhdXJrNWFXNWxwam9heXNURjFkSFMyK3JhK3ZyNm1wMGREUTRNdGZZYTQrZnZ4WVZGUTBaODZjYjZ6OVcxWld4cGVKd1BiMmRpYVR5ZnY3cFZLcEpCS3BqL0tOTVRFeEZBckZ3c0xpd1lNSHhzYkdYN1dxdWJxNldrbEppZlVwang4LzF0Yld4bWNmZUhUNzl1MEZDeGJ3WGxMalAvRDgrWE5kWGQwK3hyM0x5c3FrcEtUNm5nTUczK0p6VTdQbDJ2WHYzcGRLUzB0ZE9YZDJoTGFXb0ZzMEdFRC9HUHdQWGpqcjN1QUFBQ0FBU1VSQlZEWnJEaDA2dExlN1dGTk5RVUdoSDZmc2ZSVWxKYVUrdHNId2psK3Jjbmd2UFlGOHNSQVkzcjNqM0ZqOFJaenJpdnUzazRmckpqVEIrbUxaUzFobUJRWWlPRkVFQUFBQUVEeklZd0FBQUVEd0lJOEJBQUFBd1lNOEJnQUFBQVFQOGhnQUFBQVFQTWhqQUFBQVFQQWdqL21ETENaS0loRXhET3VrVXYrelV2c0FBQ0FRbloyZHFIaWN1TGo0dDV4VEFsaEJIdk9IZ3B3YzJudmEwTkRZM3Q3Qnd6TUFBR0NncW05b1FQWEpodzVSK09JMmVzQWp5R1Ara0pPVFJkV0NDdCs4L1ZoYksram1BQURBOThKZ01GNy9XOURVM0lKaDJCQUZCZktQVkx0dFFJTTg1bytSSTdUVlZGVXdES3Y2VU8wWEVQeXB2cjZydTV2SDQrMEFBT0RIaDQ0cWFXbHR6WHo2N0V6Q2VTcVZTaUlTSjQ3WGs1S1M1T0haNE11Z2ZqWGZaRDdOdHR1MEJjMnBxS29vVHplY0ppc2pUU2JETjBjQXdHQkFwek0rMVRkVVZGWSt6M21KVnNtTTFSbHpPanhJV1lrUFozWUJ5R04rWWpBWXU5ejJKYWY4SmVpR0FBREFmeUhRNzdEWjhxV0Nic1hnQVhuTVQyMXRiWkhSWjY3ZnZOM1MwdHBEbzlGb05CaXlCZ0FNR3NMQ3drUWlVWVJFVWxaVzJySnAvZktsdndpNlJZTUs1REgvbGJ3dkxTMHQrOXpVM05UVTFFbnRFblJ6d0dEVzJORFEyRmlQWVppY25JS2N2THlnbXdNR015RWhBa1ZDUWtaR1JrRkJic3lvVVVNVTRMODNQb004Qm1BQWk0cUtPbjM2TklaaGpvNk9EZzRPZ200T0FLRC9ZSDAxQUFBQUlIaVF4d0FBQUlEZ1FSNERBQUFBZ2dkNURBQUFBQWdlNURFQUFBQWdlSkRIQUFBQWdPQkJIZ01BQUFDQ0Iza01BQUFBQ0I3a01RQUFBQ0I0a01jQUFBQ0E0RUVlQXdBQUFJSUhlUXdBQUFBSUh1UXhBQUFBSUhpUXh3QUFBSURnUVI0REFBQUFna2NVZEFNQUFMenE3T3hNVGs1dWFtckNyN3g0OFFMZGVQNzhPZXRaNWhJU0VxdFdyU0tUeVlKb0pnQ2dQd2lzL3g4R0FQekltRXltbTV2Ymd3Y1B2dmpJNmRPbmg0V0YvU2VOQWdEd0I0eFhBekJnRUFnRUV4TVRYaDY1Yk5teTc5OGNBQUEvUVI0RE1KRE1uajFiWEZ3YzNXWWIzTUovRkJjWG56dDNyaUJhQndEb1A4aGpBQVlTRW9sa2FtcUsvNGhuTUdzMm01aVlpSWlJQ0tKMUFJRCtnendHWUlENTVaZGZpTVJlVjJJU2ljUUZDeGI4dHkwQ0FQQUI1REVBQTR5YW1wcTZ1bnB2OTJwb2FHaG9hUHkzTFFJQThBSGtNUUFEaklTRXhOaXhZL0VmbVV3bTYyRDF1SEhqWkdSa0JOUTBBRUQvUVI0RE1NQ0lpSWpvNit1VHlXUUNnY0I2blVBZ29MdkV4TVFFMXpvQVFEOUJIZ013OFBUV0NSWVhGeDgzYnB3Z1dnUUErRmFReHdBTVBGcGFXc09IRDBkOVluUUYzVkJWVllYSll3QUdLTWhqQUFZZVlXRmhZMk5qenV1bXBxYkN3c0tDYUJFQTRGdEJIZ013SUptWW1LRG94YnZJd3NMQ3JGdVRBUUFEQytReEFBTVNoVUxCaTNDaFNKNHpaNDZFaElTZzJ3VUE2Q2ZJWXdBR0t0WWkxUVFDWWRHaVJRSnREZ0RnbTBBZUF6QlFqUmt6UmxGUkVkMVdWbFllTTJhTW9Gc0VBT2cveUdNQUJpb0toYUt2cjQ5dTYrdnJ5OG5KQ2JwRkFJRCtnendHWUtBaWs4bGp4NDRWRVJFaEVvbGp4NDdGejMwQ0FBeEV2VmFsQndEODRBZ0VncjYrdnJTMGRIZDM5N2h4NDlqS2RRRUFCaGJJWXdBR01CMGRIU1VscGM3T1RwZzhCbUNnSTdBZGFRNitYVXRyNi92UzhwcmEydXJxajYxdDdZSnVEaGprL3MxN1NhZlR4MCtjTE9pR2dFRk9XRmhJWGs1T2NkalE0YW9xdzRlcmlzSVoyL3dHZWN4UERBYmp5ZFBzc01pb2lzcXFqczdPem83T0hocE4wSTBDZ3gyVFFTQVFtQmdNVm9Qdmprd21pNHVKU1VpSVQ1MHlhZWMySjJVbFJVRzNhRkNCUE9ZYk9wMGVFQndlRTVkSXA5TUYzUllBQVBpK3hNWEZ3d0w5NXMyWkplaUdEQjR3Zjh3M0R4Nm1SNTlOWURBWUdJWkpTVXBPbmpSQlRWVkZSa1phME8wQ0FBQStZRENZSFIwZERZMmZIeng4M05yVzF0SFI0UmNZb3E2dXBxV2hMdWltRFJLUXgveFJVMXNiZlRZZWhmSGtpUlAyZS95dW9xeE1rUkFYZ1NrV0FNQ2d3R1F5YVRSYVYzZjN5bCtYZVhvZnFhaXNLaTBydjNiOTVuWW5SeEVSa3FCYk54akEvbVArS0hwVFhGWmVnV0dZdEpUVW5sM2I5TWJxeXNuS1FCZ0RBQVlOQW9GQUlwRW9FaEpHMHd5c1ZxOGlrVWcwR2kzN1JXNXpjN09nbXpaSVFCN3pSMHRySzVYYWhXSFlwSW5qdFRVMUJkMGNBQUQ0WG9TRWhLWVpUSmFYazhVd3JLV2xwYXU3VzlBdEdpUWdqL21qdGJXTjJ0V0ZZWmppMEtHU2toUkJOd2NBQUw0akJUazVVVkZSRE1PYVcxcDZlbm9FM1p4QkF2S1lQN3E3ZTlDeWFqSlpsRVNDcVJRQXdHQW1MaUZCSkJJeERPdWtVbUZIQ2I5QUhnTUFBQUNDQjNrTUFBQUFDQjdrTVFBQUFDQjRrTWNBQUFDQTRFRWVBd0FBQUlJSGVRd0FBQUFJSHVReEFQelhEUlVTQUFCZkNmSVkvTlNLaTR1TGlvcjQvcktPam80aElTRU5EUTFmOWF6MjluWWZINSsydGphMjY4WEZ4V2ZPbktGU3FWOThCZHFYenZkODgrWU5qNDBwTFMxOTh1UUoyOFhtNXViNzkrK2pRK0hnYURnQStBdnlHUHpVWW1KaTFxOWZuNXljM1BmRE9qczdLeXNydWQ2Vm5aMWRXRmpJZHJHbHBTVWhJV0hac21VQkFRRzhWeTk2L1BqeHRXdlhWcTllbloyZHpYcjk5ZXZYRVJFUksxZXVmUGJzV2QrdkVCTVQ0K2pvK09MRmk5NGU0T0hoWVdOamMrL2V2Uy9XY1BqMDZaT3pzL09hTld0dTM3Nk54M3h4Y2JHYm01dTF0WFYwZFBRdnYveVNtSmlJemxENUtvbUppYjI5RVRxZEhoTVQwOUhSOGJXdkNjQWdBT2M3Z1ovWDI3ZHYwOUxTR0F6R3dZTUgyOXZiZi92dE42NFBhMmxwMmI1OWUxMWRYVnhjM05DaFE5bnVqWWlJeU0vUHQ3R3hjWEp5UWhXTDhINnFtSmpZN05temVhL1hocjRXMU5UVTNMMTdkOHFVS1FRQ0FWMDNOemQvK1BCaFptYW1zN1B6eFlzWHRiVzFVWFMxdDdkTFNVbXh2c0xNbVRNdlhyem80T0F3Yjk2OGZmdjJ5Y2pJc1AwS1VWSFJnb0tDdlh2M3VycTY5dlorRVhRYVNuRng4ZVhMbHlkTm1xU29xSWc2emFpVDNkN2UzdFhWRlJ3Y25KbVplZno0Y1FybHl6VmllM3A2ZkgxOXJhMnRHeHNidDJ6WlltaG9pQW91c3ZyOCtYTmVYdDdkdTNkUG5EZ3hmUGh3SGo4M0FBWUh5R1B3azJJd0dJY1BIMll3R0JJU0VwNmVub2FHaG12WHJ1WHM2Ykp5ZG5hT2pZMlZsSlJrdmVqbjUyZGxaUlVmSDUrVGt4TWFHb29DRXZYd0prK2VQSFhxVkI3YlUxWldocnJGYTlhcytmMzMzOW51ZFhKeXlzek1wTlBwRlJVVjJ0cmFkRHI5d0lFRFZWVlZwMCtmWmsyMWNlUEdCUWNIT3pvNlBuejRzTGEyTmpFeGtlMTEwRGNHQXdPRHZzTVlKVGU2RVI0ZWpzZHRYbDRldXV2OCtmUDE5ZldXbHBiUG5qMDdkdXpZNGNPSDBRZzIrZzd4OXUxYnppR0h3c0xDbHk5ZnBxZW5UNWd3QWNPd2x5OWZ5c2pJMEdpMCt2cDZETU5RM3JlM3QyTVlWbDlmWDFWVkJYa01mamFReCtBbmRlclVxWUtDQWtsSnlZaUlDRjFkWFFLQkVCa1o2ZTd1VGlLUmhnd1owdHRabVUrZlBsMjRjQ0hyRlVWRnhRTUhEdXphdGV2MTY5ZWVucDVoWVdFWWhxRTVZTTdPZEIvT25EbURBblhuenAzUG5qMDdlL1lzMThuZytQajRDeGN1dExTMGxKU1VZQmptN2UxOTlPaFJ2Q2VOWWRqRWlST3RyYTBURWhJS0NncHFhbXBRenVGUUhyTjlwZUJLU0VnSXY5SFIwU0VtSmtZZ0VKNC9mNDVoMklJRkN5Z1VDb1ZDV2JodzRkMjdkeHNiRzlHNGZVaElTSEJ3c0lLQ3dxaFJvM3A2ZXY3ODgwL09sLzM4K2ZQRGh3OHhESnMrZmZyeDQ4ZExTa3BXcjE1TkpwTlRVbEl3REV0SVNBZ0pDWmt5WllxUmtSSHZIeDBBZ3dQa01mZ1pQWGp3SURZMlZrSkNJaXdzcktTazVQejU4OTdlM3BLU2t1SGg0ZjE0dFRsejVzeWFOU3NqSXdNdERXdHZiMGZycTlteXNBL0Z4Y1czYjk4bUVva0hEaHdnRW9tblRwM0t5OHRqTXBtU2twTHk4dklrRXVuZHUzY29UYWxVS3BWS0pSQUlJMGVPUkFQSWQrN2MrZVdYWDFoZmJlM2F0ZGV2WHg4eVpJaUNnZ0xiTDhKVDlvdndSN2EzdDd1NnVtcHBhZG5aMmRYVjFXRVlscCtmYjI5dmp3OWZGeFlXMnR2YjUrZm5kM1YxT1RvNm5qNTlXa0ZCWWUvZXZUTm16QmcxYWxSalk2T05qUTJHWVptWm1halBmZWJNbVlpSUNCNmJBY0RQQS9JWS9IU2VQSG5pNmVrcEx5OGZFaEl5Y3VUSWZmdjJWVlZWMWRUVW5EaHhnblBDbFVmcjFxM0x5TWhZdEdnUm1nQkdGNVdWbFRrZldWbFo2ZVBqYy9qdzRTRkRocUFyM2QzZDN0N2VUQ2JUMmRsWlMwdnIxYXRYcjE2OXdqQk1RVUVoUGo1ZVVWRXhMeTl2L2ZyMWFGcDYwNlpOYkIxMFR2THk4a2xKU1dReUdaL1B4dldkeDVjdlh6NTI3QmpieGNXTEYyTVk5dSsvLzZJaGFBS0JJQ0lpMHRyYTJ0TFM4dm56WnhFUmthRkRoN2EydHFxcHFhSEhuemh4d3R2YlcwUkVaUGJzMldoSk50c0xDZ3NMOTkxK0FINU9rTWZnNTFKWldibHo1ODZSSTBjR0JBUU1HemJzMnJWclZWVlZHSWFSU0tTR2hvWSs4cmlnb09EWXNXTkJRVUZ5Y25JWWh2Mzk5OTlaV1Ztc0Q1ZzllemFUeVF3SUNNRHpPRFUxTlNjbmgrMTFjbkp5M3J4NVkyVmxkZlRvVVFNREF5cVY2dW5wV1ZSVU5IWHExS1ZMbDVhWGw2TVJid3pEVnF4WUlTY25SNlBSVUVhcXFxcDZlWGw5K3ZTcHU3dTd0K0YwcEx1N20wZ2trc2xrenJ0WVI3WnhwYVdsbXBxYUdJWlpXbHFTU0tTc3JLd2hRNFkwTnpmZnZuMGJ3ekFMQ3d1VTZ4Y3ZYa1NUeDVjdVhjSXdMQ2twNmNpUkk2cXFxdWhIM3FFMnBLV2xUWjQ4R1YyaFVxbjRiUUIrV3BESDRPY3lmUGh3VjFmWEZTdFdrRWlrK3ZyNjBOQlFkRjFMU3lzcEthbTNaekVZak9UazVNN096aDA3ZGtSRlJaSEo1S2xUcDE2K2ZQbWZmLzdwNDNmZHUzZXZ0N3M2T2pyUWZ1Sk5temFoUldUUG5qMWo3Zmg2ZVhuOSt1dXZHSWFGaFlVVkZSV05HVFBtMUtsVE5UVTFXN1pzQ1FzTDI3eDU4N0pseS9Cd2JXdHJ3M2NEbzZWZURRME5KMCtlWkZ0OXpUV1BIejkrdkdmUEhrZEh4dzBiTm1BWVptWm1abVptaG1GWVNVa0p5dVB0MjdlTGk0cy9mZm9VNVhGdmJ0NjhhV3hzelBWTEFLNit2bDVCUVFFMVZWVlZkZGFzV1NqMWlVU2loWVVGaG1GRlJVVzV1Ymw5dkFJQWd4amtNZmpwckZxMUN0M3c4ZkZwYlcyVmxKU01qSXc4ZVBCZ2NYSHhGNStibjUrL2I5OCtmMzkvRVJHUmdJQ0FWNjllalJ3NVVrcEtpblVjMk1YRjVlKy8veDR6WnN6NTgrYzVYMkhObWpYRnhjVUxGaXlZTldzVzZwSWVQSGdRRFRLcnE2dWovclNEZ3dNSzQ1U1VsTGk0T0VWRnhkRFFVRWxKU1VsSnlVT0hEbmw1ZVIwOGVQREtsU3ZlM3Q1bzc5TzFhOWRDUWtMWWZ0RzhlZk1JQkFMYmtEVmFJL2J3NFVORFEwTjBCVzJQam9pSW9GQW9scGFXbkEzT3lzcTZlUEVpM3RHbjBXam9Td3o2dUJvYkcwTkRRMHRMUzlQVDAyL2N1QkVjSEV5aFVHZzBHbDZockt1ckM5MTQ4ZUtGdTd2N3lwVXIwV3F5VWFOR3VicTZvdFFuRW9tdXJxNW9QVmR1Ym00LzlqUURNQWhBSG9PZjFNV0xGOVBUMDlFcWFIbDUrVk9uVHBXVmxXbHJhMU1vRk5TSjlQSHh1WGJ0bXBHUlVXK0x2RVJFUkF3TUROZ3UwdW4wbHk5ZlloaW1vcUpDbzlFNFozQS9mLzZNWVJnK01MNXMyYko3OSs2Wm1Kak1uVHZYMGRFUkRWTTdPanEydExURXg4Zkh4OGRqR0dablovZjI3ZHYyOXZhT2pvNzI5bllWRlpXcXFxcUNnb0oxNjlaZHZYcDE2TkNodHJhMlFrSkN4Y1hGYytmT2ZmYnMyZVhMbDRsRVluaDRlRVZGeGExYnQyYk5talZ5NU1qNit2cWFtcHJrNU9TNnVqcGxaZVZwMDZheE5lemR1M2QxZFhXY2E4Si8vLzEzOUM0VUZCVHE2K3RwTkJwcUZkTFUxSVQvbUp1YnUyblRwb2lJQ0NhVDZlVGtoTmFnNGJadDI0YldoMy94bndieUdQeWNJSS9CeitqcDA2Y25UcHhBdHo5Ky9QanAwNmV4WThlaWZiSGZLQ3NyQzIxMmV2RGd3YkpseTJ4dGJjM056Zkc5dkV3bUUrV3hyS3dzdWtJZ0VNTEN3bWcwbXF1cmExRlIwYXhac3p3OVBURU0rL0RoUTF4Y0hIb001eG9ycEtPakl6OC9IeVhvMnJWcjBVVlJVZEhMbHkrVHlXUURBd01EQTRPVksxZXlQdVhWcTFkMWRYV2pSNDlHdjRVck9wMSs5KzVkdFA4S3pSOTNkM2VucEtTNHVMaDRlWG1SeWVTMHREUTBRTzNyNjZ1cHFjazJERUFrRW9XRmhhT2pvMzE4Zk5ESXdkV3JWMUduSDYza2lvNk9wdEZvTDErK2RIWjJSaHUxdTd1N25aMmRNUXlycnE3R3Urd0EvR3lnWGliNDZieDc5ODdOelkzQllLQWswOUxTR2p0MkxMOWUvUHIxNnhpR0RSczJMRHc4dktPakl5QWdZUG55NVRkdTNFQ1RwazFOVGFoUUpaN0hhRFhUM3IxN016SXk5UFgxL2Z6OGhJV0ZtNXFhbUV3bTIyNmx1WFBub2dYYkkwYU1TRTlQUnl1d1ZGUlUrTlZ5MUx5RWhJUmZmLzNWeThzTDdXVkM4OGZ2Mzc5M2RIUWNNV0lFdWlJcUtpb3FLb3JDbFVBZ2lQNHZkRjFhV3RyZjMzL2Z2bjFyMXF4QnoxcTNidDJtVFpzMmJkcGthMnVMM25WMWRmV25UNTlRaDdpNnVycTZ1aG90eHNhSHVBSDRxVUFlZzU5TFZWV1ZrNU5UVzF2Yjd0MjcwVTRlUG5yMzdoMHFkbUZtWm1aa1pIVDI3Tm1oUTRmVzE5Y2ZPblJvNjlhdFBUMDlxQllWbWkxR056SXlNaXdzTE5DekpDUWtObTdjT0dmT25BVUxGdGpZMk5Cb3ROV3JWd2NFQktCSE9qazVvUVlyS2lwS1NFZ2NPM1pzMTY1ZG8wYU40bVA3bno1OUdoSVNnanFwckh1YVkySmk3T3pzK2k1NUhSSVNrcHFheW5tZDg5Z0pOSWR0WVdGeDdkcTFvS0FnRE1QSVpQSzFhOWV1WGJ0bVoyZW5vYUd4ZXZWcS9yMG5BQVlNR0s4R1B4RUdnN0Z0MnpZYWpSWVdGbVprWk1TNUJ1b2JoWVdGTVpsTUNvV0NWZ3RyYVduRnhzWnUyTERoMDZkUFQ1OCsvZXV2di9BOXgyalRGSnFVL2ZqeEk3cjk1TWtURW9rMGZ2eDRBd01EZlgzOXNXUEhTa2hJb0pKWUdJYXhMWmJXMXRaR2k3bjR5TVRFSkNzckt6azUyYy9QVDFOVDg2Ky8va0xYMGZ3eHltTWFqWWErSXFEcDRZYUdob0NBZ0xxNnVnY1BIZ2dMQ3hPSnhQbno1N08rSnVkazhLeFpzMWF0V3NXMVo3OXMyYko1OCtaQnBVendjNEk4Qmo4UklTR2hyVnUzVHBnd2diTncxYmY3NjYrL01qSXkwR0dMK0hJdFpXWGwwTkJRT3p1Nzd1N3V5c3BLdkxPSTk0OTFkSFNXTFZ1V25KeXNxNnRyYVduSnVXVUlWYU1VRmhiR0kveXJ2SHo1c3JpNEdIMC80TVdlUFh0MGRIU01qWTFSUFU1V2VCNnpibnhxYm03R2Y2VFQ2ZTd1N2dFQkFXanBPS2VDZ29KNzkrNmxwYVZ4WFhtT2FuZ2RPblRvMEtGREppWW1QRFlZZ0VFRDhoajhYRmozK1BMeEJOK3FxaXEwNmtwUFQ0OXQxeERhMkhQMDZGRkRRMFBVMlNVUUNLeGZDTFp1M1RwdTNEaHpjM1BXemNGbFpXVzF0YlhUcGsxRDVVcVVsSlQ2VWRicTd0MjdCdzRjbURGakJ1OTVMQ1lteG5YWEU5N1RKWlBKYU5jMXFnZWlwYVYxNWNxVlBsNFEvNUROemMzeFNpbHo1c3hoZlF4YlBaRDkrL2RUS0pRWk0yYncyR1lBQmdmSVkvRHo0dGUrbXJhMnRoMDdkclMydGlvb0tBUUVCSER1Y1ZxNWN1WENoUXVscGFYUmFpOTVlWG5XeHlnb0tLeGN1Ykt6czdPd3NEQXZMKy9WcTFkNWVYbE5UVTFEaGd5NWMrZk8wNmRQTVF6VDE5Zm4vTDFidDI2ZE5Xc1d2bUNLVFd4czdNbVRKeFVWRmZmdjM4K1h0OG4xZkl2ZTFOZlhaMlZsWldWbFBYbnlCRjJoVXFtYk5tMnl0TFI4Ly81OWNIQ3dscGFXbEpSVVMwc0xhejBRM011WEw2ZE1tY0o1SUNNQWd4amtNZmg1OFNXUE96bzZYRnhjU2t0TFpXUmt3c1BEZXhzSmw1YVd4bXRvc002UHhzWEYvZnZ2disvZXZjTkhzd2tFd3BRcFUweE1UQll1WEZoWldZbTYxRnhIZ0YrOGVLR2hvY0YyRWFWbVcxdmJ5Wk1uaVVUaXNXUEgwSy8rZG4zbmNVRkJRV2hvcUwrL3Y1U1VWSDE5L2ErLy90cloyWW51VWxGUnNiR3hXYjU4T2NwWGVYbDVmTHlhclI0SXdtQXdlRC8zQW9CQkEvSVkvTHc0eDZ2Ly9QUFA3dTV1U1VsSk1UR3gvUHo4THg1KzBOemN2R3ZYcnBjdlh5b29LRVJHUm1wcGFiSGVHeGtaMmRIUm9hcXFxcWlvS0NVbDlmVHBVNVRIa3laTndoOURvOUhRNG1vTXd6UTFOYzNOelJjdFdvUkNuVWFqb1JvYWlvcUtiSXVrMENiZG5wNmVwcVltdHV1c1ZUalFTRGpydmVnclNCOGJmSnVhbWxwYlc0Y05HOGE1bWhybE1kZjFYQmlHM2JwMXE3VzExY25KNmRTcFV3b0tDcnQyN2ZMeDhWRlhWM2R3Y0RBMk51WjlzSjFLcGU3Y3VYUGV2SG05RFpzRE1GaEJIb09mRjJlSDc5YXRXNjlmdjJhOTBzZVppZVhsNVR0MjdLaW9xTkRUMHdzSUNPRHNHZGZWMWQyOGVaTXQ5WWxFNHBJbFMvQWZWNjllSFI4Zkx5WW05dnZ2dnhzYkcrUFhQMy8rdkcvZnZ0ZXZYNHVLaWg0OWVoU05iNk5lWTNsNStZc1hMOUJjN0tOSGp4NCtmRGh2M2p6OGlhZ2FDWVpoQmdZRzZLQkRWaWlKKzhqanpNeE1MeTh2TkUrTS9oY2ZOTWJ6dUxmMVhPanNSU2NucDVNblQ1cWJtMWRYVjl2YTJxSmw0WVdGaFNkUG51VDhBc1JXRHdTVkJDa3ZMMy8yN0JtUlNEUTNOKyt0blFBTVBwREg0T2ZGbWNjeE1USFoyZG1uVHAzNjk5OS9VZWNZTDNiTkpqazUyZC9mdjZlbkI5VzRJSkZJbkk4NWNPREFqaDA3a3BLU1ltTmpVZkFRQ0FSWFYxZldRV1pKU2NuZHUzZlBuRGtUajNNR2czSHIxcTJRa0pDbXBpWU5EWTBqUjQ3bzZPaWd1OUFlb2NyS1NnY0hCM1NGU3FXeVZjL1l1blZyZVhsNVZsYVd0N2MzNStrUktJbng0dEtjNXMyYjUrSGhFUmtaaWVxSW1aaVk0RjFiOUZ4OFBkY1g0UkdMbHBFYkd4c2ZQbnhZVkZSVVRrNk9kZnBjWFYwZHI4ekZldVg4K2ZOcWFtcFRwa3poNVhjQk1BaEFIb09mVjNkM3Q2S2lJanJYQ0NFU2lVWkdScE1uVDdheXNwS1FrTmkxYTlmSWtTTTVuOWpXMWhZV0ZtWm9hT2prNU1RMlJzMUdXbHA2M2JwMVJrWkc2OWV2bnpCaGdxT2o0L2p4NDlrZWc0Nk93Rjk1NDhhTkpTVWw2dXJxVGs1T0sxYXNZSTJ1eFlzWFoyZG41K2Jtb2d5V2tKQXdNek5qcTJvaUpDUjA1TWlSWjgrZWNlM1pkM1YxeWNqSW9KT0p1UklURTF1NWN1WFVxVk10TEN5V0xsM0tPcTNiM2QwdEl5UFQyeGVVTDFxK2ZQbjA2ZFBsNWVXNW52a0lBQ0R3Y2N2SHoreHN3b1hEZnNjeERGdHZZK1hsL3J1Z213TjQ4dVRKazRrVEozSTlJckNycTZ2dnhiMGRIUjNpNHVLOC95N2VIeDhaR1dsb2FEaGh3b1R2a1Z0UG5qeVpQSGx5Mzhjbkk0Mk5qV3c3bnV2cjY2V2twSGg1TGhqMFBqYzFXNjVkLys1OXFiUzAxSlZ6WjBkbzkvV3RGUEFJK3NmZzUyVmtaTlRiWFYvY2FmTlZZZnhWajkreVpjdFh2ZkpYNmVNdHMrRXNQL0k5aXFnQUFIQ3dxUUFBQUFBUVBNaGpBQUFBUVBBZ2p3RUFBQURCZ3p3R0FBQUFCQS95R0FBQUFCQTh5R1B3WTRtSmlibCsvVHBic2NhUWtKQzR1RGdxbGZxMXIzYnIxaTNXSFgxdjM3N2wxeGtTdUh2Mzd2Mzk5OTlmOVJRcWxZcWZhdHdQNmVucHAwNmRhbTV1N3ZjcjhJTEg5L1h4NDhmazVPUStDbjdWMU5UMFVYNkVFNVZLWmYwblMwcEtZcTBBK3JXU2twTFlDcTRCOE1PQ1BBWS9sclMwdE1PSEQ2OWF0UXFkSll3ME5qYUdoWVd0WExteXNMQ1E5NWNxS2lvNmNPREFoZzBiMEIvMER4OCtXRnRiVzFsWnZYejVrbzhOcnF5c2RIRngyYkJodzRzWEw3ZytJRDgvSHc4WUJvTngvLzc5Tld2V09EazUvZlBQUDRtSmlYanhhbFJQT3pJeWtyTWtOWnZXMXRibzZHaFRVOVBnNE9CK2ZFZmgwUmZmRjlMVjFYWHc0TUZseTVZbEpDVGdwVHB4UFQwOXUzZnYzcjU5TzM2MnhCZGR2SGpSMmRrWlZRZkRNS3kwdE5UUzB0TGUzdjdWcTFmOWVCZFhyMTVkdjM2OW41OGZaOXNBK05GQUhvTWZTSE56ODl1M2I5RlcxOUdqUitQWDkrM2JOM3IwNkpxYW1pTkhqckErUGpJeUVqL09qOVBkdTNjeERNdkx5OXV3WVVOVlZSVTZaYWk0dUhqanhvMFJFUkY5TklPelNFNGZSeHVoK2xtdlhyMktpSWpnMm1jOWQrNmNuWjFkU2twS1lHRGdzbVhMM056Y0tpc3I2WFM2bTV2YlAvLzg0K3JxYW1OajQrenM3T3pzYkdkbkZ4TVRzM0hqeHRyYTJqNmFod1lQT2pzN05UUTB1Qll6K1cvZUY0SWE4T25UcDVTVUZNNWVjbWhvYUZGUlVYWjJ0cE9URXkrSnlHUXlrNUtTc3JLeTFxeFpnNzRIb0lNbUtSUUtYalNVZDAxTlRVVkZSVXdtODhxVks5N2UzcHduWkFEd1E0RjZJT0FIOHVUSkU1UVpRa0pDQ1FrSnJIZEpTa3FpMDRRdVhiclUyZG5aMmRsWlhsNSsvLzU5RVJHUkV5ZE9jSmE1Nk9ucHVYbnpKb1poVWxKU0NRa0pxcXFxR0lZNU9UazlmLzQ4UHovL3pKa3ptcHFhck9jNnNNclB6ejk5K3JTRGc0T2VuaDY2c25mdlhoa1pHVGMzTjg0NjFTaTN4TVhGWTJKaXVKNFNTQ2FUOC9QejBTSEVNakl5aG9hR1dscGFhbXBxMHRMU1NVbEo2TXhCSlNVbGRJWUVobUcxdGJWdjNyd1pObXhZYjU4U2lqMENnY0JhYUpNWC9IMWZDUDVFZTN0N1dWbFoxcnV1WExseTRjSUY5Rkp5Y25LVmxaVmZ6TlJIang1OStQQUJmU0ZEZGJNTkRRMkpST0xuejUvN1VSZnM5dTNiNkQrbnJWdTNzbFpGeFJVWEY5UHA5REZqeG56dEt3UHdQVUFlZ3gvSW8wZVBNQXpUMWRXZE5HbFNWRlFVNXdNK2ZmcDAvUGh4MWl2ZDNkMjdkdTNpak9RN2QrNmdlSE55Y3NMUEcwYm43SzVmdng3RHNLcXFLdnpCT1RrNSt2cjZlS1ZvVVZIUnpNek16TXhNdHQ5ZVVsSVNHUmtwSmliR2VoRS9lYW0zMEVKQlltQmdjT1RJRWJZU1Y4WEZ4YytlUGRQWDF6OTkralNHWVVGQlFlZk9uVE15TXVxanZqVHFHYVBpMVgwOEJwVzMzTDkvdjRlSEIvb3V3dmYzaGZSMmtHSnFhdXF4WThkUXNnWUdCcklkKzlpYnVMZzRWRU03T0RoNHlKQWhxR2RzWUdEdzVNbVRvcUtpcnczT0d6ZHVZQmltckt6TWVjNFZldGViTjI5bU1CaVJrWkVReWVCSEFIa01maFJVS2hVZEhHUm1abVp1Ymo1dTNMaUtpb3FrcENRL1B6KzJNeHMrZlBoZ2EydnI0K05qYUdqSTlhV1lUR1o4ZkR5R1lTTkhqbVE3czA5ZlgxOVBUKy9qeDQ4V0ZoYm9TbXBxcXFlbjU1dzVjL3o4L0ZBSTRYMitSWXNXeWN2THQ3UzBwS1NrWUJobWFtcktGbHA0YmlGMzd0eHBhR2l3dHJabWZRQktMRWxKU1R5TWEycHEwR0VQcmEydC9TaTlpUVorOFhPSWUvUFBQLzlVVkZUWTI5dEhSMGVqU09idisrcERTa3JLd1lNSG1VeW1qbzdPaVJNbmhnNGR5c3V6SGoxNmhJN1ZjbkJ3UUdHTW1KbVpQWG55SkR3OFBEdzhuUE5aMWRYVjl2YjI2UFJKcnFxcnEzdjc3d1Rac21VTFJETDRFVUFlZ3g5RldscGFSMGNIaVVSYXRHZ1JobUV6WnN5UWxKUU1DQWpBZzVQTnpwMDdRMEpDcGs2ZHlublgzYnQzUzB0TDBmZ3cxd2RnR0xadzRVTFdIeDgrZkxoMzcxNFV5WGh1V1ZsWjZlbnBsWldWb2R4Ni9QaHhlWGs1Mit1OGYvOGVmWms0ZVBCZ2NuSXlobUV0TFMyc05haFJIcmUydGhZVUZLQXgrZGpZMktDZ29HblRwbjM4K0JFL1JaRjNLSStwVkNycndjTzlxYXVyd3lPWnYrK0xLeWFUR1JVVmhjWTJmdjMxMTk5Ly81M0hHZTd1N3U3UTBGQU13elExTmEyc3JGanZtak5uanFxcTZwTW5ULzc0NDQvVnExZXpQVkZaV1RrNk90cmYzMTlKU1ltMXM1NmFtdHJRMENBcks3dDQ4ZUxidDIvTHlzcjJVYnM3SXlOanhJZ1JyRjlCQVBqdndYOS80RWVCSmxON2Vub2NIUjNEdzhObFpXWHhLVU1MQ3d2V3Y1VzVHNmR4U0FBQUlBQkpSRUZVdWJsRlJVWGEydHE2dXJxY3I5UFQweE1aR1lsaG1KcWFXbEJRMEtWTGwvNysrMjgxTlRVMHdQdng0MGMwS201cGFjazUxdnI4K1hORFE4UGV4bUNmUEhuUzIvSXhHbzJHUWd0dDJXcHJhM04xZFVVSE5LSC96YzdPWmgwMTNibHpaMUJRVUg1K1BvWmhreWRQWm4ycGxwYVcrdnI2ek16TW9VT0hjdTNZb1Y2MWpvN091WFBuZXY4NHVlRHYrK0xhTUM4dnI0eU1EQWtKQ1E4UEQ3YURJUHNXSFIxZFhsNHVJaUxpNit2TGxvdEVJbkg3OXUxNzl1d0pDQWlRa3BMNjVaZGYySjZyckt3Y0hCek1lcVd3c1BEU3BVc1lobTNidG0zRmloVWlJaUx4OGZIQ3dzSTJOamJMbGkzanZWVUEvSmNnajhFUG9iQ3dNQ2NuQjkxMmQzZG5XeG5FbGFLaUlvVkM0YnllbUppSTVvWXJLaXBDUWtMMjd0MkxKb3lSek14TWxNYzdkdXpvN1JDbjNtWk1Bd01EVlZSVVZGUlVXRWVZazVPVER4NDhTS0ZRSGo5K3pQVlpLTDEwZFhWLysrMDMxdXRvaGx0R1JtYmF0R25vQ3ZyRzhQejVjeE1URTVSRGYvNzVKejc1ald0cGFjRVh1SDBWL3I0dk5pOWZ2Z3dLQ3FxcHFaazFhNWE3dXp2WDlXalYxZFhLeXNxYzE5UFQwOCtlUFl0aFdHOEhUaTlZc0dEUm9rV3BxYW43OXUxNzgrYk41czJiKytoMk01bk1ZOGVPTVpuTTBhTkhvL1JGNzZ1OHZKeDEwcjI3dXh2T2pnUS9GTWhqOEVPSWlZbkJiNk81VmJ3amlGYnFjajZGNi82WnlzcEsvS1hFeE1SY1hWMzcwWmplK244YUdobzVPVGwxZFhVelpzejQydGRVVkZSa1hjNzk4ZVBIa0pBUTlPVURUOEhseTVjL2UvWXNOemVYVENZTEN3dXJxcXB5N2RHaWorV0xlWHptekJrRkJZWGx5NWQvMS9lRnUzanhvcnE2ZWtCQXdMeDU4N2crSUQwOTNkM2QzZEhSMGRiV2x2WDYrL2Z2UFQwOW1VeW1tWmxaYjNNVEdJYXBxNnVqRzRtSmlmZnUzYk8ydGw2eVpJbU1qQXpuSTY5ZnY0NXFnTGk2dXFLdklLakRyYWlvT0gvK2ZQU1k4dkp5QndjSFYxZFhZMlBqZnI5bEFQZ0w4aGdJWG41Ky9xTkhqeVFrSk5yYjI5R1Y3T3pzQ3hjdUxGKytuRWdrVHB3NE1UUTBsTFVyRXhRVWxKMmR2WHIxNnJhMnRvTUhEM3A0ZUtEK05KMU85L0x5NnVycWtwT1RhMnhzRkJZVzd0K01JSjViVzdac0VSWVdaaTNwZGZ2MjdkemMzUFhyMXpzNU9mVzk4TGczVDU0ODhmVDBSRHQ2bHl4WklpNHV6cnJnMmRqWStOV3JWN2EydG82T2pseWZYbDlmWDFsWmlXS3NqL1ZjZERyOTJyVnJOQnJ0MmJObjd1N3VxRi9JbC9jVkZSV1ZuWjJOLzRqdllCWVNFcEtWbGIxdzRRTGE0OFNHeVdTK2V2V0t3V0NFaElTb3FLZ3NXTEFBWGErc3JOeStmWHRIUndmNlIyZGJmTWY2OUlxS0N2ekhtcHFhd01EQXdNREE1Y3VYSHpod2dQV1J0YlcxK05pMXZiMDk2MTFWVlZWc1V3Tjc5KzU5Ky9idDFxMWIrM2kvQVB4bklJK0I0QVVHQnBKSUpBOFBEMDlQVDNUbDBhTkg2ZW5waFlXRmlvcUtUVTFOYkQycXo1OC95OHJLbmo1OSt2ang0N1cxdFpXVmxWRlJVVkpTVXRIUjBhOWZ2NTQ2ZGVxQ0JRdDhmWDE1K2RWZFhWMStmbjUyZG5ZYUdocWM5MDZhTkVsV1ZyYXRyUTBOY1dNWTV1M3RiV2xwZWZiczJjcktTbDlmWDk0ak9TTWpBM1hGbXB1YjhjSVV0Mi9mdm4zN051ZURvNktpSkNVbDJaWTFJWmN1WGFxdnIwZUZxOUNhdGI1OSt2U0pzd3pJdDd3dlcxdmJGeTllNU9ibURoczJURUpDQWcvMVljT0dvYTlUeGNYRmtwS1MrQ0FIVGx0Ykc5MUlURXdjTzNhc29xTGltemR2VUNrdUJ3Y0hNcGw4NDhZTk5Kcjk5dTNiaG9ZR2NYSHg4ZVBIbzZmZ0JVa3NMUzFwTk5xMWE5Y3dEQnM3ZGl4Ymg1NUdvKzNidHc4Zk9GbTRjQ0ZhcDExVVZKU2JtMHVoVVBESlk3UUVZZWpRb2FhbXBsLzhEQUg0YjBBZUF3RXJLaXJLejg4L2RPZ1FYcVNpdTd2Ny92MzdHSWFOR1ROR1RFeU13V0RRNlhRR0N6azVPUWFEUWFQUmlvdUxVUUFjT25USXdzSWlKaVptNXN5Wi92NytxRElYS3JSNTRjSUYxbzVnZFhVMXVoRVpHU2trSkpTVGsvUDY5ZXUvLy80N01qSnl4SWdSYkcyenQ3ZEg2NUR4M0ZKVlZmM3R0OS9pNHVMdTM3OC9hOWFzcFV1WDh2ZzJaV1ZsSjB5WXdIcWx1YmxaUVVFaEpTVmx6NTQ5YUpLNHFhbkp5OHNMclV5MnRMVGsranJPenM2cXFxclIwZEZuenB6cG8yYkk2OWV2MTYxYmg4WnNPV2ZaditWOWtjbmtzTEF3Qm9PQlpuQ2JtcHBRWjNmSGpoMW95YnFOalUxMWRYVjBkSFRmSStvZEhSMk9qbzVpWW1JUkVSRm9CdDNPemc3ZHRXblRwb2FHaHNtVEorTTkzWXlNakIwN2RxQ2V2WlNVbEltSnllUEhqM2ZzMk1FMm5uLzgrUEdjbkJ3eE1URzBSWHZObWpVVEowN0VNQ3doSVNFM04xZEdSZ2FmdndnS0Npb3FLbEpTVXVMNlBRd0FnWUE4QmdJMlpzeVlsSlFVQlFVRlBDblBuajJMdW9CNzkrN2w3R1loang4LzNyVnJGNFpoMDZaTjI3MTd0N2EyZGxWVjFhcFZxMXhkWFZuSHFPWGs1SlNWbFgxOGZEaGZJVEV4RWIvZDJOam80T0J3OHVSSnRBbVZzMFBKNnJmZmZvdVBqMmN5bWJ4MFQzSGp4bzNqN0xMWDFOU2twS1NVbEpTZ2JUeG9UUk9SU055eVpVc2ZJKzIvL3ZxcnFha3BaMFV0dExZY1hjZjdpRkpTVXZpOS9IcGZmUytEc3JDd09Ianc0SkVqUjFBOWtONklpNHZ2Mzc5LzJyUnBiSVZOR0F3RytwckZ1bmdlbjhoQVMvQ21USmt5WmNvVXRoZU1pWW41ODg4L3lXVHkwYU5IZCs3YzJmZGJBT0FIQkhrTUJJK3RhaFVLWXd6RERoOCszTnNTSkh3SzA5L2ZIL1gvVkZWVjkrN2R5L2xJYzNOelRVMU5hV25wb1VPSGtraWtwMCtmb2ovV2p4OC9ab3UwM3JZRGNiWjJ5cFFwZVhsNS9kNDVVMU5UazVlWDkrclZxeFVyVm93ZlB6NDVPZG5hMmxwUlVSSE52QzVac29UdEErSEVOWXpMeTh1ZG5aMzM3OTl2WUdDQUw0V1RscGJtc1ZYZi9yNlFKVXVXeE1mSDM3OS9QeVFreE1YRnBZOUg0cXVyV09YbjU2TXZFNnpiaGRIYkVSSVM2bTFKL01XTEZ5TWpJeVVsSlVORFEvRjZaQUFNTEpESDRJZmo2ZWtaRkJSVVVWR3hmdjM2OXZaMmVYbDVVVkZSR28yR0todWpWY2Q0RFkzZzRHQjNkL2Urb3hRTldpSjR2NU5FSXZYMng3MjNnd2Z3Y2UvOSsvYzNOemQvMVZCblEwUERoUXNYVUF6WDFkV2hucXVXbHRhU0pVdGV2WHJsNCtOallHRFEyTmhJSkJMWktpMVhWMWNIQndmM2NmQUQ3dDkvLzIxb2FOaXhZMGQ0ZURnNmtVSk1USXgxWDlEM2VGK2NpRVNpdTd2NzVzMmJFeElTMnR2Yjkrelo4MVdyNnU3Y3VZTm1vOGVPSFl0ZlJIbmNXNG5RaElTRWtKQVFEUTJOd01CQURRMk5ob2FHYjJrL0FJSUNlUXgrVUdwcWFsZXZYcVZRS09pdmVYVjFOZXEzeGNiR2ZySDcrSTN3Y2QwTEZ5Nmd1cExvUnp6UGxKV1Z1ZTZqWmZYbXpadlUxTlRxNm1wMFR0R3JWNi9RaVlFeU1qSy8vdnJyd29VTERRd01pRVJpWjJmbnlaTW5jM0p5MFBicmxTdFhzbTA0VmxaV05qWTI5dlQwSkJBSXNyS3lmWHp6SUpGSWFIamYxOWRYWGw0ZXBScmYzeGN2cGt5WjR1RGdjUHIwNmF0WHJ4WVZGWGw1ZVhIZFZjeXB2YjM5MXExYnFFWW02NW95VklxY2ExOC9JeU1qSkNSazhlTEZIaDRlS0xENWZzUTFBUDhOeUdQdzQrSzZ1L1EvZ0hkR1UxTlRXYTl6bmlmWUJ4VVZsYVNrSkh4aE1JVkNNVEV4V2JodzRlVEprMWt6VlV4TXpOVFVGSTFVUzBsSmNkMTdZMnhzcktlbnA2Q2d3SHRIMDhuSkNjTXdkR3dVZjkvWEY5SHBkTFEyM3N6TUxDa3BLVDgvMzhyS2F1blNwVlpXVmw5TTViaTR1TGEyTmlrcHFUVnIxckJlYjJ4czVKelhRS1pObThhMjZSbnlHQXhRa01kZ0VQcmF2OGdNQm9OQUlPQnoxWGgvTVM0dURxMURYcmx5SmRvY3hmdHJVaWlVVFpzMkJRVUZLU29xVmxkWEd4Z1llSGg0Y1A3ZXVMZzR2QXgxUzB1THY3Ky9oNGNINTBCNmIrdmF1T3JxNmtJRk1kaEdudm55dnZyUTFOU1VsSlQwNTU5LzF0VFV5TW5KblQ1OWV2anc0V2d4ZG5KeWNuSnlzcWFtNXF4WnMzUjBkQ1pPbk1oNllnU1NsNWVIRHRuY3ZuMDcyOXBzdE5hUGE5OWRSRVNFclFJSjU5ZytQakRnN2UyZGw1YzNmUGp3ZCsvZTlWRWdCUUNCZ0R3R2d4QUtIbDdtWEZFb2VudDdTMGhJdUxtNW9TdW92eWdrSklSUHZtcG9hRGc3TytQejBGVlZWZGV1WFZOVlZWVlVWTXpMeSt2dGxTMHRMYVdscFl1S2l0ajJYQ0d2WDc4K2R1eFlZV0VoaG1Felo4NFVGaForL1BqeHJWdTNjbkp5WEZ4YzVzNmR5M3R2dUthbTV2SGp4Nk5IajFaWFY1ZVFrSWlKaVVFVk52VDE5VmtmeHEvM3hRci9rT1BqNDcyOHZMcTd1OGxrc29PRGc0Mk5qYmk0dUphV2xwNmUzc0dEQjFFRlUzelA5SVlORzloR0Fnb0tDclp0MjBhajBjek56YzNNekxxNnVuSnljdFRWMVljTkcvYng0MGYwS1hGdVNPT0tjNW9jLysvQnhNUWtMeS92NzcvL1J0ZnhMWFlBL0FnZ2o4R1BnbXQ4SmlVbEpTWW1hbXBxNGwyWjNoWmhjYjRVbFVybHJHQ0ZqbFJDQzhIUXVIRkZSUVU2NTVGSUpPN2V2UnM5ZmU3Y3VjN096cHFhbW1qaytmTGx5NnlEekIwZEhlZlBuMmR0TU5jakJZbEVvcW1wS1RwRGtIVk1PRGMzTno0K1BpTWpBM1Y4blp5Y1RFMU5hVFRha1NOSGJ0NjhXVjFkN2VibUppc3JPMzM2ZEgxOS9WV3JWbjN4L2I1Ky9kcmYzNS90b3BTVTFNeVpNOWsrRnI2OEwxYnA2ZW5vQmpxOWFzNmNPWHYyN0dIdHpVK2FOT255NWN1WExsMktqNDl2Ym01V1VWRnhkbmFlTkdrUzY0c2tKU1VkUDM2OHE2dHIzYnAxenM3T2FMOFd1aUVzTEV3Z0VGQ1QrajQyRWRmZDNZMCtXRGs1T1hRRjVYRlBUNCtSa2RHRkN4ZTJiZHVXazVOamFHallXeEUwQUFRQzhoajhLTGlPbW80ZlAvN0Jnd2Q0MlFwMWRYVmV6bEhBRStYRml4ZHYzNzdsK3BqTGx5K3pYYmx3NFFLUlNIUnhjZEhSMFFrTURNU3ZjMjR1R2pWcVZGcGFXa3BLU25oNE9Ob2F5L1hFZTliR1VLblVxcXFxdTNmdjNydDNEOTlmYTJGaHNXVEpFdFFQSmhLSjN0N2VVNlpNQ1F3TWJHbHArZno1YzBwS1NuNStQaTk1Ykd4c3JLNnVIaHNiaStxb29FN3czcjE3MlU1VzV1LzdRbFJVVklTRWhCZ01Cb1ZDOGZUMFJHZGxzaEVWRmJXenMxdTllblZxYXFxQmdRSHJySFpaV1ZsZ1lHQm1acWFpb3FLN3V6ditCVUplWHY3Y3VYUGg0ZUZaV1Zub2lybTUrZWpSbzcvNFVhQmxYNkdob1VaR1J2aUtNUFJQZ0hLYVRDYnYzcjI3cWFtSngzUUg0RDhEZVF4K0ZPalBwWTZPRG11S2FHbHBoWWVIWDd4NE1TQWdRRVZGaGNjcW1EMDlQVUpDUWtaR1JnY1BIaXdySzlQVzFwYVVsT1R2WktHRWhJU2xwYVdjbkZ4UVVKQ0xpd3ZYSEVLNnVyb1VGQlNzckt4aVkyTnYzNzZ0cDZlM1pjc1dFeE1Uem9PYk1BeGJ1blRwdkhuenJseTVrcEtTTW1iTUdNNHA1OTZNR2pYcTJMRmpQajQrU1VsSlJrWkdqbzZPNDhhTis2N3ZDNWsyYlpxTGkwdFNVbEpZV0ZqZmE3UEpaRExyNFJib080cWRuWjJRa05EbXpadlhybDBySmliR2VxK09qazVvYUtpRGcwTitmdjZHRFJzMmJkckU0MXNZTW1RSTIrUTB5bU44SEJ0VmZRSGdSMFBvdTJRUDROSFpoQXVIL1k1akdMYmV4c3JML1hkQk4yZEFxcWlvS0Nzcm16MTdOdWRkM2QzZDZlbnBzMmZQNXZHQXZKS1NFaGtabWUrOUxRci9ROS8zUkc5R1JzYWtTWk1rSkNRYUdob2tKQ1Q2T0NpUURaUEovTnJ2RUkyTmpVSkNRdCsrTHAyWDk4V3FzN09UTFUxNTlQejVjMTFkWGJaK1BLdXlzaklwS1NsODVMbC9vcUtpV2xwYXJLeXMrTEtiQzJBWTlybXAyWEx0K25mdlM2V2xwYTZjT3p0Q1cwdlFMUm9Nb0g4TWZoUnFhbXBxYW1wYzd4SVJFVUcxa1huRTQ4S2ZiOGRMWXMyYU5RdmRRSHVDZWRlUER2MDM1aGJ1YTgvRjZsOFlvNTNLZlQrQUwvV2xIUndjdnYxRkFQamUrbk5nSEFBQUFBRDRDL0lZQUFBQUVEeklZd0FBQUVEd0lJOEJBQUFBd1lNOEJnQUFBQVFQOGhnQUFBQVFQTWhqL2lDTGlaSklSQXpET3FsVS9wNldBd0FBUDVyT3prNVVYMFZjWFB4cmQ4ZUIza0FlODRlQ25CdzZlN1dob2JHOXZVUFF6UUVBZ08rb3ZxR0JTcVZpR0RaMGlBTHZKVzVBM3lDUCtVTk9UaGJWR0NwODgvWmpiYTJnbXdNQUFOOExnOEY0L1c5QlUzTUxobUZERkJUSVBCenhBbmdCZWN3ZkkwZG9xNm1xWUJoVzlhSGFMeUQ0VTMxOVYzYzNuSXNPQUJnMG1FeG1kM2QzUzJ0cjV0Tm5aeExPVTZsVUVwRTRjYnllbE5TWGozZ0J2SUQ2MVh5VCtUVGJidE1XTktlaXFxSTgzWENhckl3MG1RemZIQUVBZ3dHZHp2aFUzMUJSV2ZrODV5VmFKVE5XWjh6cDhDQmxKVVVlbmcyK0RQS1lieGdNeGk2M2Zja3Bmd202SVFBQThGOEk5RHRzdG55cG9Gc3hlRUFlODFOYlcxdGs5Sm5yTjIrM3RMVDIwR2cwR2cyR3JNRjNKVXpBU01JRURNTjY2RXc2L0Y4WmZHZkN3c0pFSWxHRVJGSldWdHF5YWYzeXBiOEl1a1dEQ3VReC81VzhMeTB0TGZ2YzFOelUxTlJKN1JKMGM4Qmc5aXIzeGF2Y0Z4aUdqWjg0ZWZ6RXlZSnVEaGpNaElRSUZBa0pHUmtaQlFXNU1hTkdEVkg0dXZQS3dCZkJ2akgrRzZHbE9VSkxVOUN0QUQrRnFLZ29sTWVHVTZmQXFZSUFER2l3dmhvQUFBQVFQTWhqQUFBQVFQQWdqd0VBQUFEQmd6d0dBQUFBQkEveUdBQUFBQkE4eUdNQUFBQkE4Q0NQQVFBQUFNR0RQQVlBQUFBRUQvSVlBQUFBRUR6SVl3QUFBRUR3SUk4QkFBQUF3WU04QmdBQUFBUVA4aGdBQUFBUVBNaGpBQUFBUVBBZ2p3RUFBQURCZ3p3R0FBQUFCSS9BWkRJRjNRWUFBRStvVktxWGwxZFZWUlYrcGFHaG9hR2hBY013ZVhsNWVYbDUvTHE4dkh4QVFBQ1pUQlpRU3dFQVg0MG82QVlBQUhoRkpwUGw1ZVhUMHRJNDc4S0RHVm02ZENtRU1RQURDNHhYQXpDUW1KcWE4dkl3TXpPejc5OFdBQUEvUVI0RE1KRG82dXFxcTZ1ajIyeVRUZmlQS2lvcWVucDZnbWdkQUtEL0lJOEJHRWlFaFlXWExGbUMvNGhuTUdzMkd4c2JDd3NMQzZKMUFJRCtnendHWUlDWlAzKyt1TGg0Yi9lS2lZbk5tVFBudjIwUkFJQVBJSThCR0dBVUZCUkdqaHpaMjcwalI0NVVVbEw2YjFzRUFPQUR5R01BQmhoeGNmRng0OFlSQ0FUMEk1UEpaQjJzSGpkdW5JeU1qT0JhQndEb0o4aGpBQVlZSXBHb3I2OVBvVkR3U0VZSUJBS1pUQjQzYmh5SlJCSmM2d0FBL1FSNURNREEwMXNuV0VKQ0FsWldBekJBUVI0RE1QQW9LaXJxNk9pZ1BqRzZnbTVvYTJzckt5c0x1blVBZ1A2QVBBWmdRT0phR0dUbHlwV0NhQXNBZ0E4Z2p3RVlrS1pPblNvbko0ZHVvODR4aFVLWk5XdVdvTnNGQU9nbnlHTUFCaVFSRVpIRml4ZXpEbG5Qbno5ZlZGUlUwTzBDQVBRVDVERUFBNVdKaVFtUitQK1BoQ0VTaWNiR3hvSnVFUUNnL3lDUEFSaW9WRlJVdExTMDBHMTFkWFZOVFUxQnR3Z0EwSCtReHdBTVZCUUtaZHk0Y2VnMmxBRUJZS0NEUEFaZ29DS1JTT1BHalJNVEV5T1JTR1BIamhVVEV4TjBpd0FBL1VjVWRBTUFBUDJucDZjbkt5dmIyZGs1ZnZ4NFFiY0ZBUEJOSUk4QkdNQTBOVFZWVkZSYVcxdnhpV1FBd0FCRllEdlNISHk3bHRiVzk2WGxOYlcxMWRVZlc5dmFCZDBjTU1pOWZWUElvTlBINkk0VGRFUEFJQ2NzTENRdko2YzRiT2h3VlpYaHcxVkZSVVFFM2FMQkJ2S1lueGdNeHBPbjJXR1JVUldWVlIyZG5aMGRuVDAwbXFBYkJRWTc5SC9oL3oxYkFvRHZnVXdtaTR1SlNVaUlUNTB5YWVjMkoyVWxSVUczYUZDQlBPWWJPcDBlRUJ3ZUU1ZElwOU1GM1JZQUFQaSt4TVhGd3dMOTVzMkJrbkI4QS9QSGZQUGdZWHIwMlFRR2c0RmhtSlNrNU9SSkU5UlVWV1JrcEFYZExnQUE0QU1HZzluUjBkSFErUG5CdzhldGJXMGRIUjErZ1NIcTZtcGFHdXFDYnRvZ0FYbk1IelcxdGRGbjQxRVlUNTQ0WWIvSDd5ckt5aFFKY1JHWVlnRUFEQXBNSnBOR28zVjFkNi84ZFptbjk1R0t5cXJTc3ZKcjEyOXVkM0lVRVlFanQva0E5aC96UjlHYjRyTHlDZ3pEcEtXazl1emFwamRXVjA1V0JzSVlBREJvRUFnRUVvbEVrWkF3bW1aZ3RYb1ZpVVNpMFdqWkwzS2JtNXNGM2JSQkF2S1lQMXBhVzZuVUxnekRKazBjcncxbEN3RUFnNWVRa05BMGc4bnljcklZaHJXMHRIUjFkd3U2UllNRTVERi90TGEyVWJ1Nk1BeFRIRHBVVXBJaTZPWUFBTUIzcENBbmh3NFRhMjVwNmVucEVYUnpCZ25JWS83bzd1NUJ5NnJKWkZFU0NhWlNBQUNEbWJpRUJEcGJySk5LaFIwbC9BSjVEQUFBQUFnZTVERUFBQUFnZUpESEFBQUFnT0JCSGdNQUFBQ0NCM2tNQUFBQUNCN2tNUUFBQUNCNGtNY0FBQUNBNEVFZUF3QUFBSUlIZVF3QUFBQUlIdVF4QUFBQUlIaVF4d0FBQUlEZ1FSNERBQUFBZ2dkNURBQUFBQWdlNURFQUFBQWdlSkRIQUFBQWdPQkJIZ01BQUFDQ0Iza01BQUFBQ0I3a01RQUFBQ0I0a01jQUFBQ0E0RUVlQXdBQUFJSUhlUXlBSURHWlRFRTNBUUR3UTRBOEJqK0YxTlRVc0xDd1Q1OCtmZFd6eXN2TGk0dUx2MXVqTUF6RFBEdzhrcEtTK1A2eVBUMDlmLzMxVjIvMyt2ajRYTHQycmJ1N20rdTk2ZW5wZi8zMUY0MUcrK0p2S1MwdGZmTGtDZHZGNXVibSsvZnZvKzhaOEcwREFONFJCZDBBQVA0THRiVzFjWEZ4NTgrZnQ3ZTMzN2h4STQvUENnb0tldkxreWRhdFcyMXNiQWdFd2hjZjM5M2RMU0lpd25ybDRjT0hhV2xwTGk0dUNnb0tuSTl2YjI5UFMwdExUVTI5Zi8rK2w1ZVhvcUppYjYvYzBOQ1FrWkd4ZE9sU0lwR0lZUmlOUm91TmpXMXRiZTN0OFVWRlJibTV1WFYxZFhaMmRwejMxdFRVWEx0MkxUSXljdVBHald2V3JHRzd0N2EyMXMvUEx5UWt4TkxTY3RXcVZWSlNVcjM5bGsrZlBqazdPNDhjT2RMVzFuYlJva1dvYmNYRnhXNXVicU5IajU0M2I5N1ZxMWV0cmEydHJhMkZoTDd1cTM5aVl1TG8wYU9uVHAzS2VSZWRUajk3OXF5VmxaVzR1UGhYdlNZQVB6aklZekFJSlNVbDZlcnFqaDQ5R3I5aVkyTlRXbHA2NDhhTmt5ZFB6djUvN04xbldCTloyRGZ3azVBR29ZdUFnRFFyS29ocnc3NTJzRmZzZ2wwUnNXRVhHNkpZVUN4WVdYUjExVjNkZGUxbDdhSXVLZ3BXZEVWQVJFRjZKejN2aC90NnpqdFBBb2lJanZEY3Z3OWVrMGt5T1Vrdy96bDFPbmR1MEtBQnZldktsU3R0MjdZdE5YWG16SmtURlJXMWJkdTIvLzc3THlBZ29Qd1hUVWxKOGZQelc3Um9VZWZPbmVsT3NWaDg0Y0tGZS9mdUJRY0h0MjdkV3VNcHQyN2RnbW9vaDhQSnljbWhlWnlibTJ0c2JNeDg1Sk1uVHdJREF3OGZQaHdZR05pa1NSTWVqOWUrZmZ1Wk0yY1dGUldWVTZUdDI3ZnI2K3NQSFRwVVk3OVFLQ1NFQ0FRQ056YzMyUFArL1hzT2gyTmpZd1A3SVd0VFUxTTFUaTgwd0wxdjNydzVmdno0VHovOUJPVlBURXdraEx4Ky9icW9xRWdxbFlhR2h0NjdkMi9UcGszNit2cmxmNEJRclYrL2Z2MllNV095czdObnpKamg1dVlHUldYS3ljbDUrdlRwNWN1WHQyelpVcmR1M2M4ZUU2SHFBdk1ZMVVEeDhmRkJRVUU5ZXZRd01EQ2dPNHVMaTJFaklpS0Naa05KU2NuRml4ZnIxYXUzYTljdVpoVTJLaXBLTEJZN096dVBIVHYyd0lFREZ5OWV6TW5KaVlxSyt1eExMMWl3WVBQbXpaMDZkWUtiYmRxMEdUQmd3Smt6WjJiTm1uWDQ4R0htZVFDY054QkM3T3pzdG0zYnBxT2pBenR2M0xpeFlzV0t6WnMzdDIzYmxqNnlXN2R1blRwMWlveU1uRFJwMHI1OSs1eWRuWjJkblE4ZVBLaFFLUFQwOUdiTm1sV3ZYcjFldlhwMTY5WnR4NDRkdi8zMkd5SEUwZEhSMmRrNU96dTdxS2hJTEJZelg1ZlA1eE5DbWpScFltOXZEM3NpSXlPM2J0M2FvMGVQQ1JNbXdMMWNMbmZac21YbHYxa2FsanQzN3FRZjZkT25UK0d1STBlT1pHWm1lbnA2UG5qd1lNT0dEWUdCZ2RDQ0RTME4vLzMzMzVrelp6UU9HQmNYRnhzYmUvdjJiVmRYVjBKSWJHeXNzYkd4UXFISXpNd2toRURld3lsSVptWm1Ta29LNWpHcVNUQ1BVUTBrRkFyVmF2V1ZLMWNnV2pUY3VIR0RiaXVWU2tMSTI3ZHZ3OExDVnE1Y1NmZkh4OGR2M2JxMVZhdFdnd2NQNXZGNENvVmk0TUNCSFRwMHVIWHJscDJkWGFsVnZjakl5SVNFQkJzYm00WU5HekwzVDU0OCtjeVpNM0s1Zk1tU0pTWW1Kc3k3SGo5K1RBaVJTQ1RUcDArSFBXcTErc21USnlxVnl0L2ZmOSsrZlU1T1R2VEJmbjUra1pHUk1wbnMxS2xUenM3T21abVpqbzZPOFBST25Ub2RPWExreG8wYllyRllxVlNPR2pWcTZOQ2hEZzRPY3JtODFFK0FaaitWbkp5c1VxbisrZWVmbkp5Y25qMTdWdUF6SnBEWmRLTzR1RmhYVjVmRDRVUkhSeE5DdW5mdnJxK3ZyNit2MzZOSGo4dVhMMmRuWnhOQ0hqNTh1RzNidHREUVVETXpzNFlORzhybDhqLy8vRlA3c0RrNU9mQWR0Vy9mZnRPbVRmSHg4U05HakJDSlJPZlBueWVFSERwMGFOdTJiYTFhdFdyWHJsMEZ5NGxRdFlCNWpHb2dhRWUxczdNN2VmSmsrWThNQ3d1TGlJaG8wS0FCTTR6cEVhS2pvNDJOamR1M2I1K1Nrdkx6eno4TEJJTFJvMGVYZGFqMDlQU0VoQVJIUjBjTEN3dm1mbXRyNjBhTkdyMSsvWHJLbENsSlNVbjc5dTJ6c0xBd05EUk1TVWtoaE9qcTZob2FHako3Z3V2VnEwZkxGaHdjVExQZjBkR3hhZE9tTDE2OHNMT3pnM3VsVXVtOGVmUE16TXptelp2bjRPQ3dkdTNhb3FLaU9YUG1qQnMzRGs0eS9QejhWcTFhcGQxT0R2Nzc3Nys3ZCs5MjZOQUJ0Z2toTGk0dXUzZnZ2bkxsaXNZalg3NTgyYVJKRSswajBEd3VLaXJ5OS9kM2RIVDA4dkpLVDA4bmhMeDQ4V0xLbENtMCtUb3VMbTdLbENrdlhyeVFTcVhUcGszYnUzZXZtWm5aNHNXTE8zVG8wTEJodyt6c2JDanp2WHYzb000ZEVSRVJGaFpXL25lSFVBMkRlWXhxb0M4ZFBhUU5xcFY4UG4vRGhnMEtoZUw1OCtjTEZ5NmNPM2N1WkNINDlkZGZrNUtTbGk1ZFdtb2RsR254NHNYSnljbTllL2NtaEl3ZVBkckF3Q0FuSjZkZnYzNkVFQThQajhMQ3dyNTkrN1pyMTA2NzJxcGg3dHk1OSsvZmgzTUNvVkI0NXN5WksxZXVhRHpyOU9uVFVCL055c3BTS0JRelpzd0lEUTN0MkxFajNQdjY5ZXMvLy93VFdnV2d3N3RqeDQ1QlFVRXZYNzRraFBUcDA0ZkQ0V2lNWER0NjlHaElTTWlzV2JPOHZiMEpJY2VQSDkrd1lZTkd3ZHpkM1FraHo1OC9oeVpvRG9jakVBZ0tDZ3J5OC9OemNuSUVBb0c1dVhsQlFZR3RyUzA4ZnN1V0xhdFdyUklJQk5EWG5wZVhwM0hBejM0VUNOVThtTWVvQm9KZjgzZnYzclZzMmJJaWo5ZWUrY1BNQXg2UEp4YUxJeU1qNzk2OXl4elRXMWhZQ0s4U0docGF6aUJrcUhmU2tJTXU3WU1IRDBva0VuTno4eEVqUm93WU1lS2ZmLzZwVmF2VzZ0V3J5MitEYmRHaWhhR2hJUXhqaG4vTnpjM2J0MjlQQ0Nrb0tJQjZyWXVMQ3hUKzJiTm5iOTY4YWRhc0dmT1lzYkd4SjArZWhKNXBDd3VMVDU4KzNibHpaKy9ldlhLNW5CQ3liZHUyblR0M3doQXpsVXJWcFVzWCtqWjM3TmhCQ1BIMjl2YjA5T1R6K1ZGUlViVnIxODdMeTd0dzRRSWhaUGp3NFZDZVk4ZU93Ym5DNzcvL0RoM2thOWV1dGJHeGdac1ZCeC9YOWV2WDZUY29rVWdxK0cwaVZFMWhIcU1hQ0g3TjlmWDErL2Z2VDNlbXBLUkVSa1pDTGRESXlBaDJQbjM2RkJwUk5ZNmdVVCtER3JCS3BXclRwZzFFY2tGQndhMWJ0d2doUC8vOE0zUFVHUFg0OFdQb05JWFpTcHMzYis3ZXZmdXFWYXRFSWxGU1VoTGswNVFwVTJpUWp4czNEb0l6TGk2TzJXMGNGeGRIQjFGbloyY3ZXN1pzMkxCaDgrYk5nL3lyWDc4K2pMcUtqNCtIUFBiMzk0Y1NidDI2OWMyYk43VnIxMmErbDJmUG5oRkM4dlB6Q1NFUGZja3FBQUFnQUVsRVFWUk5temExc3JLS2lZbDUrL1l0SWNUZTNyNVpzMmFFa05UVTFFZVBIc0ZiWTc2anBLU2srUGo0K3ZYckR4NDhlUERnd2ZDaWtNZCtmbjU2ZW5yMzc5K0hQQzdMMmJObmUvYnNLUktKeW5sTVptYW1tWmtaVEZ5MnNiSHAxS2tUcEQ2UHh4cytmRGlkeWxYT0VSQ3FwakNQVVEwRUFXWm1adWJ2NzgvY1AzZnUzTnUzYjBkSFIrL2Z2eC9tOXB3OWU3WlBuejU5Ky9iVk9JSkdteTJkOWpOMzdsd3JLeXVJSXNqalljT0dsVG8xMmNEQXdOL2ZuOWtTZStYS0ZUTXpzN0ZqeDY1WnMwYWhVRmhiV3c4WU1JRDJIRVA0YmR1MjdjaVJJeHMyYk9qYXRTdnNWeWdVOCtiTlk4NXJPbjc4dUxHeE1iVEp3MGh5T0QrQWV6ZHYza3pyeHhwRnlzN09oakxUOW9DRkN4Zkd4c2IrOGNjZjBLZ09QYzFYcjE1OTlPZ1JsOHRkdlhwMUJUL3dxS2lvWThlT3dmQTBLUFAyN2R0aEtoUzg3dmJ0MnhNVEUyL2Z2bjM2OU9uUTBGQjlmWDJGUWtHTFFjK0hIajE2dEdUSmtxRkRoOElwVHNPR0RmMzkvU0gxZVR3ZWZKdUhEaDJLaVlsUnFWUVZMQnRDMVFYbU1hcUJvUDZuUFhYVjM5Ly83dDI3NmVucGh3OGZYckprQ1NFRUt0Q25UcDB5TVRHQjVsbWdFYkdWNkpCdTBLREI3dDI3SXlNajY5V3JkK2ZPblZPblRwbWJtMCtaTW1YMDZORnBhV21Fa0E4ZlBqQm5OQTBhTklodUwxbXlaUHYyN2JBYWhyT3pjMWhZMkpVclYrclhyeDhkSFgzKy9Qa0dEUnBNbVRKbDE2NWRzSGJIMmJObm1TdGhRWVdWRGgxbkNnNE9oa2xmdEVMZnNHRkRIbyszWWNPR1pzMmFsVFhzcXlJV0xGZ0E5WFV6TTdQTXpFeUZRdkhycjcvU2UzTnpjK25ObUppWXlaTW5oNFdGcWRWcUh4OGZxSnBUczJiTmdvNzV6NzRpNWpHcWVUQ1BVUTBFZWZ6Njlldk5temRyM0FVcDlmRGhRM3BYUVVIQnVYUG5lRHhlWUdCZ3IxNjlZR2RaZWJ4aXhRcG9icVd6bWN2UnFGRWpXSk1rS1NrSmhsSWJHUmx0M2JwMTRzU0pCZ1lHM2J0M2g2b2hEQUx2Mzc4L2N4cFZkSFMwcTZzcjFNdGh0akVFR3lGRVQwK1B5K1ZDQ1R0MDZMQnQyemFvS0k4WU1RTDZYR2w3TlV4RXBwNC9mdzVUbVlWQ1lXeHNMT3lFeWpHZGNLV3RzTEF3TlRWVlkrYTBVcW04ZlBseVJFUUUzQncrZkxoTUpqdC8vdnpzMmJNREFnSkVJdEgxNjllaCtXSDkrdlVPRGc1SGpoeGhQcDNINCtubzZPemZ2ejhvS01qUTBKREw1ZjcxMTErRWtLbFRwMExsZnYvKy9RcUZJalkyMXRmWEZ6NXFtVXptNit0TENQbjQ4U09zSFBMWnp4K2g2Z1h6R05WQW56NTlndjdqNDhlUGExY1RZUkRXdTNmdm1Ic1VDc1d5WmN0a01oa01lOVpBOHpnOVBSMHFnalFQdnJTaTFyQmh3eTFidHRqYTJzTHFGcm01dVpESGt5Wk5vcXRicUZTcTVPVGs4dGZHcW9TVEowK21wS1RVcjE5LytmTGxzQWZPUmZyMTYxZldPTEtTa3BKWnMyYTllL2R1Nzk2OUVNbTV1YmxuenB3NWNlSUU1Q0x3OC9QejhmR1pObTFhL2ZyMVlRODBUa0M0Y2pnYzdiWUtRb2lSa2RIR2pSc0pJUWtKQ1pESDN0N2U4RWlwVkJvUkVTR1JTRDUrL0FnZnRVcWxnbGVFTGdEdExuK0VxanZNWTFUVEtCU0sxNjlmRTBKbXo1N2R2bjE3RXhNVCtJbi8rZWVmQ3dvS3ZMeTgvUHo4bUk4dmRaQ1JSdjJZdGdidjJiT0g5aDlEZmJRU0RhZWxMc3RNeWVYeTVjdVhSMFZGaFllSGE5Ukt0ZDI1YzBkajFERmRHa3liU0NTaWVRa1VDa1dYTGwxa01wbjIwR1dWU3NYY09XUEdqUER3Y0h0NysvdjM3ME9OSENacjBhdFdoSWVIY3pnY21NZGNsbTNidGprNU9kRkdDRXI3c2hNd3hudjQ4T0YrZm41MFBSQTRjVGwwNk5EcDA2Zmh3MGVvSnNFOFJqWE4yN2R2WWFDUWk0c0xYUkU2TXpNVFJqeTlmUG1TMllpZGxwWjI0OGFOVTZkT2JkdTJqZGxjckpFUXBWYXlRY1h6K04yN2Q3MTY5ZEk0TXIzcDdlME50WENaVEFaVGpIeDlmUThjT0FEeHJ3MmVhR1ZsQmQzZTJsT1BZbUppWHIxNlZYNlJURXhNMXExYnAxYXJUVXhNWHI5K2JXdHJLeGFMMzc5L2YrZk9IVUxJcUZHam1BKytmZnUybloxZDc5NjlvNktpenB3NUV4d2M3T0RnUVBNWVhoUStLSVZDQVI4eWRBL0Q4UEwwOVBScjE2N3A2T2p3ZUx4dTNicVYveGwyNnRScDJMQmgxdGJXMm1YdTM3OS8xNjVkY2FWTVZQTmdIcU9hNXNXTEY0U1FPblhxTU91QzkrL2ZoNDJIRHg4K2ZQaFE0eW14c2JHLy9QTEw3Tm16eXpwbU9kY05MQ2VxTmRqWjJRMGFOT2pYWDM5MWNuS2lJNnBrTXRuTm16Y0pJYzJhTmRPK1lOSHAwNmRuekpoUnp1czZPanJDcUdPTnFVZlFmL3paUEFZY0RtZmh3b1gwNXRXclYrL2N1Y1BsY2pWR3AxTUxGeTUwY25McTJiTm5mSHg4cWFWU0tCVE1pVTk1ZVhuMHBsS3BYTEprQ1hPSmJ3MHZYNzY4Y3VYSzlldlhOYnFjcVh2MzdxMVpzMmJObWpXd3ZncENOUWJtTWFwcFlKS3h4by8xcVZPbm9POVdZNExzK1BIalg3eDQwYVZMRjQwdzFnaGdlakZnNW9SbWpic3FZdno0OGVQSGoyZnV5Y25KZ1R5ZU4yOGVjL0d2ejJKeGdMR3VycTZucDJlcGQwR3BSQ0xSM2J0MzZYb2dqbzZPSjA2Y0tPZUE5Tk1lTW1RSURENG5oRENIdTJ1dkI3Sml4UXA5ZlgxWTdCT2htZ0h6R05Vb0JRVUZVVkZSWEM0WDFvNEFVVkZSTURWV3U5TXhLeXVMWGppSVNTUHQ2RXpaQVFNR3dMV1NhUHZ3WndmNktwVks2RlV0S1NsUktCVFFyc3U4dDlSWC9LeXl6Z09lUEhtU2taRWhGb3ZoUmI5KzZkQXFLVldwTWpNem82S2lvcUtpL3YzM1g5Z2prVWdtVDU3czZlbVprSkFRR2hycTZPaG9hR2lZbjUvUFhBK0VpbzJOYmRXcVZha2p4UkNxampDUFVZMXk1c3dabVV3MllNQUFHckZaV1Zsd3BUOG5KeWVOMnExYXJZWTgxcmdDaEhiOUdFTFh6YzF0L3Z6NTBNMGNIeDkvOCtiTmlSTW5hbWM1VTJabTV1TEZpMkU5cWZUMDlJVUxGd1lHQmpLdmZrZ0RUSHZOVG8zeVhMeDRFU3IzTDE2OHVINzllbG5KRnhrWkNWT1lnUFpiSzcvNXZTd3hNVEV0V3JUNDdNUEt6K09YTDE5dTM3NTk0OGFOaG9hR21abVpnd1lOS2lrcGdidXNyYTNIalJzM1lNQUF5TmRhdFdyUjltcU45VUNBU3FYNnpxY2FDSDFybU1lbzVwQklKTC85OXB1dXJxNlBqdy9zeWM3Tzl2UHpTMHRMTXpVMURRNE9odWszV1ZsWkJnWUdBb0VnT1RrWmdsWjdjQkRVVm1sdW1aaVlIRHg0RUNZQkF3c0xpMU9uVHNubDh2ajRlRnRiV3owOVBYZ0tjMkQyczJmUDVzK2ZuNVdWWldSa3RHL2Z2ajE3OXR5NGNXUDA2TkcrdnI1ZHVuU0I2VXkwZWwzT0JKN2MzTndGQ3haQUZYL1VxRkhYcmwxYnNHQUIzTVZzbG0vV3JKbTN0L2ZQUC8vY3YzLy9vS0NndUxnNE16T3pVaTlJQlVXdGVJMGNwakxUSzBmbDV1WVdGQlJZV0Zobzk1MURIcGM2bm9zUWN1N2N1WUtDQWg4Zm56MTc5c0JscVlLQ2d1enM3S1pPbmRxelo4K0tYME5DSXBITW5UdTNhOWV1WlRXYkkxUWRZUjZqbXVQdzRjUHA2ZW5MbHkrdlhiczJWT2tDQWdKU1UxTnRiR3hDUTBOaGdVeFlwdXIyN2RzT0RnNndiQWdoUlB0aWdwQTBORzhzTEN3MEtwb3dJQXY2UndraHBxYW1zS1FsWFk4NlB6L2Z6ODhQWGlJZ0lLQisvZnJCd2NGcjFxdzVmLzc4NHNXTFJTSlI0OGFOcmF5c01qSXk0UEZYcmx5NWYvKytYQzR2TEN3c0tDakl5c3I2OU9tVG5aM2R2SG56Zkh4OFBuejRBTXRnalJ3NWN1ellzWFBteklHbEtQZnUzWHZ0MmpVTEN3dFlZQ1ExTmZYWXNXTnl1Ynh1M2JweGNYRU5HalFJRGc3T3pNeVV5K1hNU2pPa1psRlJrYSt2TDIwcjFxQXgzNGtRRWhvYXFsUXF2YjI5NzkyN0Z4QVFBUDNFOEM5dE5LWjVYTlo0TGxpUjI4ZkhaOWV1WFVPR0RQbjQ4ZVA0OGVQaFE0dUxpOXUxYTVkMjNWMWpQUkJZRXVUZHUzY1BIanpnOFhoRGhnejUzTjhGUXRVRDVqR3FJUklURThQRHczdjE2alY0OE9BUEh6NkVoNGZEUXBKRGhneVpQWHMyY3k0VGpLaUNCYVNnRlZxN3pSbXFyV3ExV2lxVmx0TkQyYWRQSHowOXZWMjdkc0hGakFraFAvMzBFMndZR2hxR2hvYk9tVE9uY2VQR3NCZzFqOGRidlhwMW16WnRkdTNhOWVuVHA5allXTHBJRmx6V1VPUGc1dWJtWGJwME1UYzNiOWFzMlljUEgzcjE2alZ5NUVqbzdZNklpTmk5ZXplczcwRmZXaHRrclVna0dqTm1qUGE3STRTRWhJUXNXN2FzdUxqWXlzcXEvTXM4Z0t5c3JPVGs1SzVkdXk1ZHVuVDM3dDA1T1RsUVI2ZFZXemd5SGMvMVdUUmlvVU9oWjgrZWdZR0JRcUhRMU5TVTJkRU9JOTJZSzVEQW5pTkhqdGphMnJacTFhb2lyNFhRRHc3ekdOVVFOalkyWGw1ZWt5Wk5ndEhVMTY5Zkh6eDQ4Smd4WSt6dDdUVWU2ZXpzdkduVHBubno1ajE0OEdESWtDR2xUaWlTeStVOEhvOWVOcmdzUXFHd2QrL2U3ZHExbXpKbFNsSlNrcmUzdDRlSEI3MjNlZlBtRVJFUnNGZ1k0SEE0L2ZyMWMzZDNmL1RvVVdSa1pIeDhmR3BxYW1abXBrUWkwVGl5bVpuWjc3Ly9EdGVoQ2dvS3NyZTNaMVlFOWZUMDVzK2ZQMm5TcEh2MzdrVkhSeWNrSktTbXBtWmxaWlhhTWJ4aXhRcU4wZVpTcVpUSDR6azdPd3VGUXUwbFJTdGk2TkNoYmRxMEdUNThlTDkrL1pqZHVqS1p6TmpZZU5pd1laVTRKZ3lYYTkrK2ZhMWF0VXE5UkFkQ05SdW5FaU03a0xZRGg0NEdCbThpaEV3WU56cGd5UUsyaS9OL1hWNWVucTZ1YnZuclRhYW5weHNaR1pWVjkwMUtTakkyTmpZMk5xN2dLNzU3OTA0b0ZKWS90cXNjVUJGWEtCUUtoVUtsVXFuVmFvRkFVT3BsSE11aFVxbUtpNHRMU2twa01wbGNMbGNxbFhBb1cxdGJqYnJ2NWN1WFc3VnFWYXRXcmNxVmxzck96alkxTldYdXljek1ORFEwclBLVlB0R1BKaWMzejNQc2hMY0ppVVpHaGlkK08xQy9uaVBiSmFvSnNINk1haUI2ZWVOeW1KdWJsM092ZHEyNmZGODBkVmdiaDhPcFNITngrYmhjcnI2K1ByTmx2aXhWdFpLR1JoaER0YjVLam96US8wRTRZUUFoaEJCaUgrWXhRZ2doeEQ3TVk0UVFRb2g5bU1jSUlZUVErekNQRVVJSUlmWmhIaU9FRUVMc3d6eEdDQ0dFMklkNWpCQkNDTEVQOHhnaGhCQmlIK1l4UWdnaHhEN01ZNFFRUW9oOW1NY0lJWVFRK3pDUEVVSUlJZlpoSGlPRUVFTHN3enhHQ0NHRTJJZDVqQkJDQ0xFUDh4Z2hoQkJpSCtZeFFnZ2h4RDdNWTRRUVFvaDltTWNJSVlRUSt6Q1BFVUlJSWZaaEhpT0VFRUxzd3p5dUdpSmRJWi9QSTRTVVNDUnl1Wnp0NGlDRTBEZFVVbEtpVkNvSklYcDZlandlaiszaTFCQ1l4MVhEek5SVUxCWVRRckt5c291S2l0a3VEa0lJZlVPWldWa1NpWVFRWWw3YlRDUVNzVjJjR2dMenVHcVltcHJvNmVrUlF1SmUvNWY2NlJQYnhVRUlvVzlGcFZJOWUvNHlOeStmRUZMYnpFd2tGTEpkb2hvQzg3aHFOS2hmejliR21oQ1M4dUZqOE9iUWpNeE1xVXltVXFuWUxoZENDRlVOdFZvdGs4bnlDd3J1M1g4UWNlaUlSQ0xoODNndG1qc2JHaHF3WGJRYWdxTldxOWt1UXcxeDcvNURyOGt6b0UvRnh0cXF2VnRiRTJNamtRalBIQkZDTllGU3Fjckl6RXArL3o3NmNTeU1rbW5xMUhqdnpxMVdkU3paTGxvTmdYbGNaVlFxMWJ4Rnk4K2N2OGgyUVJCQzZIc0lDUTRjUEtBZjI2V29PVENQcTFKaFllSHUvUkduemw3SXp5K1FLeFFLaFFLYnJCRkNOWWFPamc2UHh4UHcrVlpXZFdaTW5qQ2dud2ZiSmFwUk1JK3JYbnhDWW1KaVVrNXVYbTV1Ym9sRXluWnhVRTFXVWx5Y2x2WlJyU1oxNmxqcDZ1bXhYUnhVazNHNUhIMngyTmpZMk16TXRISERoclhOYXJGZG9wb0c4eGloYXV6Um8wZExsaXlSU3FWYnRteHAyYklsMjhWQkNGVWVqcTlHQ0NHRTJJZDVqQkJDQ0xFUDh4Z2hoQkJpSCtZeFFnZ2h4RDdNWTRRUVFvaDltTWNJSVlRUSt6Q1BFVUlJSWZaaEhpT0VFRUxzd3p4R0NDR0UySWQ1akJCQ0NMRVA4eGdoaEJCaUgrWXhRZ2doeEQ3TVk0UVFRb2g5bU1jSUlZUVErekNQRVVJSUlmWmhIaU9FRUVMczQ3RmRBSVRRRjhqSnlVbEtTcUkzNCtQakZRcUZTcVdLajQvbmN2Ly82YldkbloycHFTbExaVVFJVlFaSHJWYXpYUWFFVUVYRng4ZjcrUGpRbTNLNXZMQ3dVSzFXR3hnWThQbDh1bi9uenAwTkd6WmtxWXdJb2NyQStqRkMxVW05ZXZXRVF1SEhqeDgxOXVmbjU5TnRLeXVyK3ZYcmYvZWlJWVMrQ3ZZZkkxU2RjRGljZ1FNSEVrTFVaU0NFOU9uVGg5bDJqUkNxRnZBL0xVTFZUSmN1WFlSQ0lXeHpHR0NQcnE1dSsvYnRXUzBnUXFneU1JOFJxbVlzTEN3YU5teElBNWlKdytFMGFOREF5c3FLalhJaGhMNEs1akZDMVl5dXJtN1RwazBoaitsNFRMclJyRmt6SXlNalZndUlFS29NekdPRXFoaytuKy9pNGlJV2k3WHZFb2xFTGk0dUFvR0FqWEloaEw0SzVqRkMxVS9UcGsxTlRFeGdtdzdqSW9UbzYrczdPenV6V2pTRVVDVmhIaU5VL2RqWTJOU3JWMCtqQ3hrNmp5MHRMZGtyRjBLbzhqQ1BFYXFXZXZmdXJiMFRwa0loaEtvanpHT0VxcVd1WGJ1S1JDTG1IajA5dmE1ZHU3SlhJb1RRVjhFOFJxaGE0dlA1ZmZyMGdTWnJtSC9zN3U3TzQrR0tld2hWVjVqSENGVlg3dTd1ZEIwdUhvL1hyVnMzdGt1RUVLbzh6R09FcWlzSEJ3ZGJXMXVvSXR2YjI5dmIyN05kSW9SUTVXRWVJMVJkaWNYaXBrMmJ3cmF6czdPeHNUSGJKVUlJVlI3bU1VTFZsVkFvZEhKeUVnZ0VmRDYvY2VQR3VycTZiSmNJSVZSNU9Qb0RvV3FzUllzV3BxYW1Fb25FMWRXVjdiSWdoTDRLNWpGQzFWaURCZzNxMXEwcmtVZ2NIUjNaTGd0QzZLdHc2RXA3cUtya0Z4UWtKTDVMKy9UcDQ4ZlVnc0lpdG91RGFyaTR1RGkxV3Qya1NSTzJDNEpxT0IwZGJpMVRVMHNMODdvMjFuWHIyZ2h4bWZTcWhubGNsVlFxMWIvM0grN1l2Uy81ZlVweFNVbEpjWWxjb1dDN1VBZ2hWRFZFSXBHZXJxNVlyTmVtMVU5elovbFkxY0hGV2FzUzVuR1ZVU3FWbTBOM2hoODhyRlFxMlM0TFFnaDlXM3A2ZWp0Q2dydDI2Y1IyUVdvTzdEK3VNdGR1M041LzRKQktwU0tFR0JvWXRQekoxZGJHMnRnWXIwU0xFS29KVkNwMWNYRnhWbmJPdFJ1M0Nnb0xpNHVMZzBPMjJkblpPdHJic1YyMEdnTHp1R3FrZmZxMC84Q3ZFTVl0VzdpdVdMckEyc3BLWDZ5SFY2SkZDTlVNYXJWYW9WQklaYktoZy9vdlc3VTIrWDFLWXRLN2s2Zk8rdmxNRXdqNGJKZXVKc0Q1eDFYajFlczNTZStTQ1NGR2hvWUw1ODF5YnRyRTFNUVl3eGdoVkdOd09CdytuNjh2RnJkcjIzcjBpR0Y4UGwraFVEeDhGSk9YbDhkMjBXb0l6T09xa1Y5UUlKRklDU0UvdFdoZXo4R0I3ZUlnaE5DM3d1VnkyN1p1V2N2VWhCQ1NuNTh2bGNuWUxsRU5nWGxjTlFvS0NpVlNLU0hFMHR6Y3dFQ2Y3ZUlnaE5BM1pHWnFLaFFLQ1NGNStmbHl1Wnp0NHRRUW1NZFZReWFUdzdCcWtVakk1Mk5YQ2tLb0p0TVRpK0hpbmlVU0NjNG9xU3FZeHdnaGhCRDdNSThSUWdnaDltRWVJNFFRUXV6RFBFWUlJWVRZaDNtTUVFSUlzUS96R0NHRUVHSWY1akZDQ0NIRVBzeGpoQkJDaUgyWXh3Z2hoQkQ3TUk4UlFnZ2g5bUVlSTRRUVF1ekRQRVlJSVlUWWgzbU1FRUlJc1EvekdDR0VFR0lmNWpGQ0NDSEVQc3hqaEJCQ2lIMll4d2doaEJEN01JOFJRZ2doOW1FZUk0UVFRdXpEUEVZSUlZVFloM21NRUVJSXNZL0hkZ0VRMHFSV3F6a2NEdHVsUUQ4b3BWS1ptWmtKMjZhbXBudyt2eUxQVWlnVVBGNFYvOXhKSkJLUlNLUmRQQjBkbmM4K3Q3Q3dNREV4MGRuWldmc3V0VnFkbnA0TzIwWkdSdG92VVQ2MVdxMVVLbUdidytGVXBERG9CNEgxNC8rTERoMDZOSERnd0lFREJ3NFpNcVNDVDhuTnpUMSsvTGlYbDllV0xWc3EvYnJyMTYvMzh2THk4dks2Zi84K2MvK2FOV3Ztelp2MzIyKy9GUlFVeE1iR2poczM3cDkvL2luMUNJV0ZoVEV4TVRFeE1Ta3BLYkJISXBFTUdUSmt5SkFoRnk1Y0tPdDFwVkxwczJmUERoOCs3T3ZyUzMvS3E5YWVQWHNpSWlJcTk5emMzTnh4NDhiZHVYUG5hd3J3NzcvL1BuejRrTGxuNDhhTjd1N3U3dTd1NGVIaHpQM1BuajA3ZmZyMDE3d1c4MUFIRGh3NGNPQkFWRlFVM2JsNzkrNDVjK1pzMjdZdEtTbXByQ2VHaElSTW5EaHg0c1NKaFlXRjViL0V1M2Z2L3Zubm4rVGtaTFZhRFh2UzA5UDcvSSs0dUxqUEZqSW5KMmZObWpYZTN0NEtoZUpMM3R4bnZIbnpwbWZQbm9HQmdXL2V2SUU5Q29YaTc3Ly9IakJnd04yN2Q4dC83c1dMRjRjTUdlTGo0L1ArL1h2dGUwdEtTdWdidkg3OStwY1diTzNhdFczL2g4WlhqMzV3V0QvKzRYaDdlK2ZuNTFmdXViVnIxOTY3ZHk5eno0MGJOM2J1M05tcVZhdVdMVnUyYjk5ZVgxOGZBZ0R5ak11dDZBblp3WU1IRHg4K1RBaUppNHZyMzc5L2d3WU5WcTllZmV2V3JmS2ZaV3RyZS9EZ1FYb3pJU0hoK2ZQblVBQzZzN2k0K05LbFMxS3A5TW1USjEyNmRKazZkYXBTcVZ5M2JwMnJxNnU1dWJuR0FkKzhlVE41OG1SQ2lLZW41OEtGQy9QeThnUUN3YnQzN3dnaEJRVUZDb1ZDb1ZDSVJLTFkyTmpIang5blpHUjgvUGd4T1RuNXc0Y1B0TVp3L1BoeEh4K2ZDcjdyaWxDcjFaczNiLzc5OTkvaHcxbTllcldlbmg3ekFhWFdvaWlGUXJGMDZkS1hMMS9PbmoxNzdOaXhWNjllWlg0NDVWaTdkbTNYcmwxaCsvbno1LzcrL2xLcGRNS0VDZE9uVDRjcVVYNStma1pHQm53eTlGbVhMbDFhdlhxMVRDWXJLaW9hUFhvMDNmL0xMNytjT1hPbS9GZDBjSERZdW5WclNVa0pJWVRINHdrRWd1am82SjA3ZDhMWDRlYm1CZys3ZXZWcVVsSlNaR1NraDRkSFdZZDY4K2JOa3lkUDRPMlgvNkxuenAyREU1M216WnZEQnZNcG4yMUh5Yy9QSHpKa0NQeUhpb2lJbURwMUtpRms0Y0tGbjQxTTBLTkhqOVdyVjJ2dlY2dlY2OWF0S3k0dVBuWHExT25UcC8vNjZ5ODdPN3ZwMDZmSHhNUVFRb0tDZ2s2Y09DRVdpMHM5WmxwYTJ0cTFheVVTQ1NGazhlTEZ2Lzc2YXhWVzNHL2N1SEhxMUNsNk16WTI5bHMwREtCdkJMK25IMDV5Y25KZVhsN2xua3RUaDdwNDhXSlNVbEpTVXRLZmYvNTU5dXhaeU9OS21EQmh3dDkvLzExWVdLaFVLamR1M0xoLy8vN0N3c0xQbHJNaUp4YVhMMStXU3FXRWtBRURCdFN0VzNmZ3dJRW5UNTRzS0NoWXUzYnQ5dTNieTNyV3YvLys2Kzd1N3VEZ3dLeXZ4OFRFK1BuNXRXblRSbGRYOThxVks2VSs4YSsvL3BvMGFaSlFLUHhzd1NwSXFWVFN0M245K3ZYazVPVHQyN2RiV0ZqQW5zTEN3cUZEaDdadTNYcml4SW1Pam80YXoxV3BWQUVCQWJTMW9INzkrbWZQbm9WZjZvcThMdDIrZS9jdVBDc2lJdUxSbzBmcjFxMnp0TFRVZUx4YXJkNjFheGV0eEo4NWMyYlFvRUgwMUNFbko0YzJPWlJGVjFmMzNidDNRNGNPSllUMDZ0VnIvZnIxMm8vSnljbUJhckZJSkZLcFZLOWZ2MmJlVzc5Ky9TOXRQcVdWL3BZdFcycS84YzhlemREUTBOM2QvZmp4NDNETzBhVkxsMGFOR2ttbDBncCt5REtack5UOWYvenh4OU9uVDJHN2YvLytkbloyaEpDaFE0ZENIbi82OUduanhvMmxCamtoeE5MU2N2YnMyUnMyYkNDRXZIcjFhdCsrZlZWMWdoZ1hGN2RpeFFybW5nY1BIb1NFaEN4YXRLaEtqbysrTld5dnJsRTArdElLQ3d0cEsyanIxcTJ0ckt5KzlJQi8vdm1ubTV1Ym01dWJqNC9QbURGallPZmp4NDlqWTJORlphdjQrYmhhcmY3dHQ5OWd1M3YzN3JtNXVhTkhqeGFKUkdLeHVFR0RCcG1abWJuL0F6S2JFb3ZGbVptWmp4NDlZdFltNzkyN0o1UEpYcjE2WldSa3BQRkM1dWJtSFR0MjlQSHhDUTRPcm5pclFFWHdlTHpBd0VDb2VCRkM0dVBqdmJ5OGFCdm1MNy84a3BtWmVmSGlSVTlQei9qNGVPWVRaVExaMHFWTGFjdThwNmRuLy83OTlmODMrbUErbjY5eEYvTzdualp0MnNxVksrRmpmL0xreWF4WnM3VFB6RUpDUW1nWTkralI0OENCQTh4NnZLNnVMck9yVWlRU0dSa1owWStSdytFWUdSa1pHaHArOXRPQVFJSldnVEZqeG96KzMzSnpjNHVMaTR1TGkxVXFGVHlzcEtTaytIOUF6WnZwMDZkUHo1NDlnKzNPblR2RGhsd3VwdytveUZjNWMrWk1Nek16cUZpdlhMbVMrZlRLaVltSjJicDFLMndiR1JuTm1qVUx0ajA4UEZxM2JnM2I1ODZkTzNMa1NGbEg4UFQwaE5NTERvZVRrSkJRSlEzcGNYRnhNMmZPTEM0dUpvVG82K3QzNnRRSjloOC9mandrSklTMjlxTWZHZGFQZnpnQkFRRWFaK1d4c2JGd2dnOC9MdGJXMWhwUENROFBUMGhJME03alU2ZE8wUmhyMnJRcC9XbURaa3hBZHpLSnhXS296Q21WU3ZqOWtzbGtvMGFOT24vK2ZOZXVYWWNORzJaalkrUHE2aG9ZR0ZqcVcvampqejgyYnR4SWJ5WW5KOE52RmgybHNubno1bVBIamgwOGVCRGFObUdubDVjWDh5QUhEeDVrdG5YUG56K2YyYjdhdEduVGxKU1V3c0xDZS9mdTBaMjNiOStHc0tFLzkyUEdqQms0Y0tDTmpVMFZWb2laRkFvRmZGbmp4NCszdExSY3UzYXRTcVhLeU1qdzkvZi82NisvMHRQVGp4MDdCby9zMmJObi9mcjE2Uk16TWpJV0xWb0ViYmFFa0s1ZHUvcjcrME8xbFQ1R0lwRjA2dFFKM3N1c1diUG8rVkNwQmd3WVlHZG5Cd2ZadEdtVGRzWFJ5OHZyenAwN0h6NThtRFZyMXZqeDR6WHVuVGx6NXN5Wk0wK2NPQkVjSEV3SW1UUnAwc1NKRXdraGJtNXVjcm5jek16czBxVkxoSkJ5dW9SQitiM2c5Ky9mRHdnSVlPN3AxNjhmM1JhSlJCck55SmN2WDZiYkFRRUJrTDdNL3gzKy92NENnVUQ3aFpZdVhkcXFWU3ZZMXRmWG56MTdOcnl1VUNqTXo4L2Z1SEdqVXFuOCtQRWpuS0ZDc3dvOCtOQ2hRdzRPRGxCVUZ4Y1hBd01EalNPbnBxWXVYTGlRSm1oQVFJQ3BxU205ZC9YcTFTTkdqSUFPZ3REUVVGdGJXNXFMOElYU0R1KytmZnMrZXZUSXdjRkJMcGZQbnovZjBOQ3dyUDlORlJFWkdibGt5Ukk0b1JFSUJLR2hvYzdPem41K2Z0RDBjdlRvMFl5TWpEVnIxcFQ2V2FFZkIrYnhENGQyQ2xKS3BaTG1zWnViVzVNbVRUUWVjT0xFQ2RoZ3BvNVNxZnpqanovb1RZMTRBeXFWeXR2Ylc3c010SytPeWNEQTRPVEpreER3Y0JxdVRTQVFhRmVPWlRLWlJsdG9kblkyN0MrblJicDhPam82elpzM3YzdjNMaDFKbEpDUUFHbmg0ZUZ4L3Z4NTJGbS9mdjE2OWVwVjdpVXE0dHExYTB1WExvVjYwdlhyMThWaThiSmx5MHhNVExadDI4Ymo4WUtDZ3VCc1JsOWZmLzc4K2ZSWlVWRlJTNWN1cGEzOWJtNXU2OWF0MDA3UXhNUkVlbUxSc0dIRFVndXdhdFdxRnk5ZTBKdGNMbGVwVkM1WXNJQjU5blAyN0ZrNGE0R2U3TE5uejU0OWV4YnVhdHk0OGRmRWdBYTVYSDd0MmpWQ2lKNmUzdWpSbzJFd2thbXBLVDJSMHRYVnJmalJWQ29WL2NNbWhKUTY5Q2sxTmJYVTUycFV0VDA4UEtDbFo5S2tTY1hGeFZ1MmJMbHo1MDVtWnVZLy8veGpaR1RFL0Y4akZBcjE5UFRTMHRJV0xGZ2dFb2w2OU9peGVQRmkybXp3OGVQSHFWT253bDh2SVdUWXNHRWEvMXN0TEN4V3Jsd0paMFVxbGNyZjMzL0RoZzAvLy93ejNKdVNrZ0tqSDZpRWhBUTRrMmFHK2hkUktwWGg0ZUg3OSsrSEdyQ09qczY2ZGV0YXRHZ0JaNzFUcDA2Rk00QXJWNjRrSkNTc1hyM2F5Y21wY2krRXZnUE00NXFBbnEwejY4Zm56cDM3K1BGajFiN1EwNmRQTlg1UU5QajYrazZZTUtHQ1J6dHc0QUF0WWJkdTNlQkhKREV4OGVUSms0UVFLeXVyVWFORzBRZi85Tk5QR2s5M2RYWE56ODl2MGFMRmpSczNJTjFidG15Wm01dmJyRmt6bXNkZlJDYVRLUlFLTHBkYi9neVRjc1puOWVqUnc4REFvRzdkdWxaV1ZpZE9uS0RuQ3JUSkZBaUZRaHJHWGJ0MlhiZHUzZDI3ZDkzYzNIUjFkZmZ2MzA5UG0yZ1lFMExtekpuRGZLRnUzYnBCam43NDhBRiswSmx5Y25LWU4vUHk4amEzSnJrQUFDQUFTVVJCVkpnOS9jekhhOVQvNkN0V2JwTE1uVHQzWUx4MHIxNjlSbzBhQlhsc2JHeE0veVRldlhzSHJTQ1hMMTlPUzBzamhJd2RPMVpIUitmaXhZdjA3SUc2ZnYxNlZmMEJjemljZmZ2MndabWlXQ3krZWZNbURMTy9kdTFhcVZNTXpwdzVvMWFyUzBwS2twS1M2SGY5L3YzNzZkT25RN0doQXdqT2V6UjA3ZHAxMnJScE1LeFNvVkFzWExodzFhcFZmZnIwcVpJM29pRXBLV25WcWxXMGlVdFBUMi9qeG8zdDJyV2pOL2Z1M2J0bzBhSi8vLzJYRVBMMjdWc3ZMNitKRXlkT21ERGhHelVYb2ErRWVWd1QwTUVwOUwrWlZDcWxBNjA1SEk3R2Z6OFlod3picFViTGwwNTVMSitkblIyTStWeTJiQmxVNXViUG4yOXViZzQxUzlDcVZhc1JJMFpBSHpEa2NlM2F0WmtOMU5wR2podzVjdVRJa3BJU0dOSlZyMTY5QlFzV3lHUXlaazl6UVVIQnAwK2ZOSjVZcTFhdFVudTROMjNhZFBMa1NVdEx5L0xqM012THE2aW9xR25UcHJUamtLbHQyN2J3MngwYUdncDdXclJvTVd6WU1PWmpXclJvMGJObnp5dFhyb3dZTVdMKy9QblIwZEgrL3Y1MTZ0Ulp0bXlaVENZcmRhaVJ4azU2VTA5UFQzdU1ua1FpMGVpUzVISzVHcU8rNmROaFZCSGtQYTFXUmtSRVFFczcxTyt6c3JMYzNkMEpJZVdmalpXVWxCZ2JHK2ZtNW1xOFg4ck96ZzVhaHA4K2ZRckI1dXZyeStmelkyTmpOZkpZcVZUdTNyMGJ0dHUwYWJOcTFTcDYxNTA3ZDlhdFd3ZmJmLzMxVjZsMWJtTmpZMEpJVVZFUnM2TE01WEpOVFUyNVhLNjd1enVNV29CNVJ4clBWYWxVdE5lQTloRkVSa1l1WDc2Y3pzNXExS2pScGsyYnlob25NV1hLbFBmdjM4TUVQS1ZTR1JBUThPelpzM256NW9sRW9nWU5HakFmU2NjWlFJRzFLUlNLNDhlUER4NDhXS01yU2lLUlFJc1g3UTZ2WGJ2Mjl1M2JOZHBSeEdKeGFHaG9jSER3MzMvL0RZWFp2My8vcVZPbnBreVpNbkRnUUJ4My9hUEI3Nk1tb0Q4VE5FZkR3c0pvRGsyZlBsM2paM1Q3OXUyLy92b3IvRUpWY09LSEJrdExTenEraGhEeTh1VkxtTWhVS2o2Zlg3ZHVYZWJwUXExYXRSNCtmS2c5NXFqaWlvdUxtVDF6aEpDdFc3ZkNLSnQyN2RyQnl4RkN0bXpab2oxaCt1alJvNDBhTmFyYzY4cGtzc1RFUktWU21acWFPbS9ldkxMSzV1L3ZENUZwYkd5OGJ0MDZMcGVibTV2TC9NMmRQWHQyeDQ0ZCsvWHJsNXFhQ2wyYnFhbXBSNDRjb2MySkFvRkFPMmhMU2tvMFdtSzNiZHVtOFlDalI0OUdSRVJvNUxGS3BYSndjT2pUcDArdlhyMjBmL3JsY2pselNBSDhSVEZuQmtPbmVEbmpqVUdmUG4xNjl1d1pFeFBqNU9SVS9xd3RXcnl5SXVINTgrZTBqMlBDaEFsMHZEcU1BWVFORG9kaloyZFh6cFNuZmZ2MjBkR0N6UDVwRHc4UDJQLzQ4V1B0MDdXN2QrOUNNM2lkT25XNmRlc0dRNkpnT0RSbzBxUkpXRmlZZHRjeXhlRndWcTFhSlpWS29mVWVqcUNqbytQdjd3L3o0a0JFUkFUa01aZkxYYlpzV2FtSDJyWnRXMjV1N3JWcjF6WnYza3hmOGMyYk4zNStmaHBuTURrNU9SVnNtc3JJeUZpM2J0MkxGeTgwQm1NajFtRWVWM3RxdFRvckt3dTI0UmM4TFMzdDZOR2pzTWZDd21MczJMRlYvcUlPRGc3TVNSVGg0ZUhsNUhHcHZMMjl6NXc1UTMvZnQyelpBbjNKdE1uMDZkT25IVHAwb0kvZnVYTW5OR2l6NiszYnQzQWFZV1JreEF3SlNxVlNMVnUyakE2bFhyWnMyZDI3ZC8vNDR3K3BWUHJubjMvU2R1QTZkZXIwNjljdlB6OS8xcXhaOFBVWkdSbXRXcldLZHZuMzZ0VkxlOExNZ1FNSFlMNnZ0aGN2WGx5K2ZQbjA2ZE0wUndVQ0FUTStuejE3OXV6WnM1Q1FrQTRkT3ZUdjM3OVRwMDQwQzBVaWthT2pvMXF0VGt4TWhEME9EZzZRYzlDNHJhT2pBMU42REEwTllTWlZxZlc1Z0lBQTdmVXJFaE1UNmZkSW05bWhEWVBINDVXVnBzMmJOejk1OHVUV3JWdlQwdExhdEduRHZJdTJ2ZXZwNlZWdUhiZkdqUnM3T2pyQ1c3dDgrYkxHZ0F6NkZZd2VQUnErTHpjM055TWpJL3E2cWFtcHpKNlVzakJQTjJ2WHJqMXAwaVRtdlJjdlhnd0xDNFB0bVRObnVycTZidHk0VVZkWGQ4cVVLY3lId1dsTmRIVDB4SWtUZCt6WUFSKytvNk9qdGJVMTVER1B4eHM3ZHV6Qmd3ZVpqVjZsY25kM3o4dkxnN1pyTXpNelgxL2ZDbnhVNkx2Q1BLNzJZbU5qNmM5dXJWcTFJSU90ckt3K2ZQZ0E0M0tydHZFWktCUUtaZ1dvZ3JNNXFjdVhMMSs1Y21YUW9FRVhMbHlBL05EK05WR3IxY3pEYWxTbStYeStwNmNuTEhBQjAzOWJ0R2dCallFT0RnNDBWOHpNek1SaWNWWldGcnlLcWFtcGdZSEIxM1NlMFFtMWpSczNMdlVCMjdkdmgySGVNT2k2WmN1V2ZmcjBnVGR5L3Z6NUFRTUcwRWRtWldYTm5Ea1Rpc3JoY0ZhdlhzM3NZd1luVDU3ODVaZGZvT281YytiTVVzdHo4T0RCeDQ4Zk05Y2RFd3FGYytmT2ZmTGt5Y1dMRndraEF3Y090TE96TzM3OGVGcGFta0todUhYcjFxMWJ0NHlOamQzZDNZY1BIMjV2YjkrZ1FZTVRKMDVjdVhKbDhlTEZoSkM2ZGV2KytlZWZjQ2dZWDIxcWFrcUhWcm03dTBza0VqNmZYMVJVUkhzdUlkb2xFb24yWHdMemU2UWJVTXN2YTZsTHRWb3RrOG5Nek15Q2dvSUtDZ28wcHJyUnMwK3hXS3h4RjVPT2pvNUFJSUEvZnUxU2VYaDQ3TjI3dDJYTGxqWTJOaHAzT1RrNXZYcjFTaTZYRHh3NEVQYlkydG9HQlFYNStmbloyOXNuSkNSb2RNK1h3OUxTMHQzZC9kQ2hRMEZCUVNZbUpuVC85ZXZYVjY1Y0NkdGR1blR4OXZhT2lvcUM4NEQ3OSsvdjJiT0hQdExjM0J4eU55RWh3ZHZiZTlldVhZNk9qam82T3NIQndTTkdqTEMwdEZ5MWFwVzF0YlgyVUUxdFZsWldRVUZCTjI3YzJMcDE2OHFWS3lzOWdneDlPNWpIMVU5WVdGaEdSb2Fob1NFTUM2SnRZdEEvQnovdWd3WU5DZ3NMYTlldVhldldyVisrZktseEJQcUxCazNOR3ZjS2hjTFBqa2wrK1BCaDkrN2RLMTVtbVV3V0V4TkRXOWh1M2JwbGIyKy9jdVhLNHVMaWMrZk93ZXhTRnhjWG1Cd0Z2WGVXbHBiTWJraU4zMDArbjc5bzBhTG82R2c2OHJ4YnQyNG1KaWJ1N3U0Y0RvZjJMODZmUDc5WHIxNGJObXlBaDAyZVBCbDZxY0d6WjgrWWJ4OHFUTVhGeGN4eDZiVnIxNFpHUzQyUHExbXpadHB2Yy9mdTNiQ0tHU0drVTZkT3ZyNitPam82QXdZTWdGZmZ1M2V2aDRjSGhGQkNRc0xjdVhOcGs2eWZuNTlHOHpzb0tDaUFmbGJtR2x0TU5qWTJqeDQ5b2w4b2g4TnhkM2YzOWZXMXRMUjgrZklsdkphSmlZbVhsOWZZc1dPdlg3OSs5T2hSV01naU56ZjM5OTkvNzl5NXM3MjlQUVFrallHK2ZmdVcrbHJnMDZkUHpMTUtBQk9INEJzRWNyazhNaklTVWhQNjFLRjFBWmJ4Z2w3UGtwSVM1azJKUk9MbTV2YjMzMytyMWVyKy9mdVhVd2FRbnA3ZXZuMzdzdTcxOFBCWXUzYnR6Smt6azVLU1lBMFRKazlQVDA5UFQyaFBpbzZPWnQ0MWMrYk1xVk9udm4zN2xybkFWcnQyN1U2ZlBuM3o1czJRa0pEUEZvd1NpOFd6WnMzcTA2Y1A4ei9VMmJObjE2eFpROXVCV3JSb1VWaFl1R2JOR21pNG5qVnJGbk5TOVl3Wk0yN2Z2ZzBqRmpNeU1pWlBucnhqeDQ2bVRadWFtWm45OHNzdk5qWTJjQ1lFSHpYWXMyY1BUSDNtOC9uTTVncjRZK2phdFd1WExsMnFkZ28rcWlxWXg5V1BYQzZuODFXWXVGd3UvWGthTUdEQWtTTkhWcXhZY2ZiczJiSmFPS0Z4ZGR5NGNSbzc3ZXpzWUVSVlZibDA2ZEthTldzMHFqSjhQcC9aQStmbTVrYkhjMEVlVzFoWWxOOGZKcFZLbWJPYzkrelpVMVJVRkJzYnUyVEprcUtpSXRoWjZpQW02dmJ0MjlyVHVtQitLcjNadkhselpoNURjeDhoUlB0S0FIdjI3S0hMQmJ1NHVBUUhCME5yNTVneFkwNmNPS0ZXcTlQUzBzNmVQVHRreUpCLy8vMlhkakREd0RUdENjSDBQWmIvUnNSaThlVEpremRzMkdCc2JPemg0VEZ5NUVoNjR1TGg0UUV0L05CWnJxT2owN05uejU0OWU4SlMzdGV2WDNkeGNhRkplZkRnUVpndFptaG9PSHo0Y0kxWEtTZ29XTGx5cFVna1dySmtpWldWbFZBb1pINmI4TktFRU9iZlVtNXVMcHl4V1ZoWWJOcTBDWGJDdkhQbWtUVlc1NURMNWQ5NjVZcVJJMGRxVEoxaWptTWZQMzY4Umh2NDRzV0w0ZVRBeXNxcWZmdjIwRkNmazVORHh5VU1HRENBTGdNQ2R1L2VEU1BENFZ1allheFdxL2Z2MzYreG91M3UzYnN2WDc0TTNkaHo1c3hwMjdZdGN6SWhqOGNMRGc2ZU4yOGU5SHpuNWVWdDJyUUphc053SWdXWWZ4N01MdmxTLzJ3d2pIOVltTWZWVDZuWGhJRlRhZHJnYVdabUZoNGVycjMrYzFXcFU2Y09zMzc4N05renVyU0ZOb2xFb2hIR2pSczNMbi9zOUdlcDFlcFZxMWE5ZmZ0V1YxY1hHaitGUW1GUlVkR2ZmLzVwWVdGQmE1TmxyU0ZjT1VsSlNmQTd5K1Z5TlRxejgvTHk5dS9mRDl2Mjl2YWhvYUcwbThER3hxWnIxNjVRVXpsNDhPREFnUU10TEN4b0RubDZlaTVZc09EWnMyZnYzNy9YbmhWRG0wYkxlaU1LaGFKLy8vNTE2dFJwMDZZTnhEOXQ5dCszYngrc2xyVmd3UUptL2N6SnlXbmR1blVwS1Nrd0RCdCt2aWRPblBqcDA2ZXpaODh1WExpUTJUY2NFQkFRRlJWMTRjS0ZjK2ZPNmV2ckwxbXloTVBoZE92V0xTMHRqY2ZqNmV2cjE2dFh6OVBUa3o1bDBxUkorZm41WThhTW9aTnV3ZXpac3dzS0NseGNYQVlPSEppZm53OFZQcGhYclRFalZrOVBUeUtSYUsrd0JqVCtsamdjVGxtcmhwVjFCbE5TVWxKTzk0cDJBeml6RzhYZTNoNVNrTG1LVHJ0MjdYcjE2c1Y4eXFGRGgyQkRvNnZvdDk5KzB3aGplRVdZSXV6bTVsYnFraTg4SG0vVHBrMnpaODkrK1BDaGs1TVRjd1JmY25LeTlpcW5kSktZV3ExbXJwYkRMREJlUCszSGhIbGMvVGc1T1ZsYVdrSi9LcC9QTnpRMHRMYTI3dGV2SDNQQU0zU2p3Z08wKzQvTG4rOVVrVVViN08zdDU4NmRTMitHaDRlWGs4ZVFKVG82T2p3ZUQzN3Z4bzhmMzd0M2IrWmp2blE4MThXTEY2RkxlTlNvVVZESDlmTHl1bnIxNnJObno2NWZ2MDQ3VTh0ZnJ4c1dwYUkzZzRLQ3lwL3ZSQmVmYXR5NGNWbEh0clcxRFFzTDA0aVQ4ZVBIUXg1LytQRGgwcVZMZmZ2MkhUcDA2UEhqeDZkTm16WjE2dFRDd3NJbFM1YWtwcVpHUmtacVBKSCsybXAzTGNQNWdYWkxyTFpObXpiUkdxbzJHRzB1RkFybno1L2ZwRWtUUjBkSDVxTFQ5ZXZYcC9PVmxVb2wzS1hScHBLYm13c0RGMkQwVmw1ZW5uWVA2N05uei9MeThxWk5tOWEyYmRzTEZ5N1FQSmJKWkFFQkFkcnhVT3AxamRScXRiZTNOM1Brb0ZxdFhyaHdJY3pGK3A3ZXZuMUx0K3ZVcWFOeEw4MTdqYk1vZWxaa2Eyc3JsVW8xaG5aSFJVV3RXYk5tenB3NTJtUE9oVUpoYUdqb3pwMDdwMCtmenZ6RE8zdjJiRGxYRlZNb0ZLVk95YnQvL3o3T2RQb3g0YmRTL1ZoWldWVjh2WXV4WThkcWo2LysrdmxPaVltSnpCa2cycDNRVEE0T0RrdVhMdTNldmZ1Q0JRc2VQMzVjNm1PK2REd1gxSWxOVEV4R2pod0pQMGw4UGo4b0tPaTMzMzZiTkdrU2hEMlh5N1cxdGEzRXV5dExRVUVCbjgrWHkrVzByMWVqT3VYazVMUmp4dzQ2Y2ljbEpVVlBUOC9VMU5UWjJibDU4K1pQbmp4eGRYV0ZaSjAyYlZxclZxMjZkKzhPbDVTQUNUYTNiOTltbmxTcFZDcGFEeXRyZmE0cWRPL2VQZVozcXEya3BLVFVWZzFUVTlPeXJ0NVJLbWJXSmlVbFhiMTZ0V2ZQbmhWNTRpKy8vRUxEdUhIanhxOWV2U0tFckZxMXlzTENvdUpqNy9mdDIvZmZmLy9ScTFPVXRWNG1WZW9hay9RU0lCd09SK1B4R3JQRG1mdGJ0V3FscTZ0YnQyN2RzTEF3SHg4ZnlPTVJJMFk4ZmZvVXFzaW5UNTl1MEtBQkhVZkdKQktKWU5rdlZJTmhIcVBLU0V0TG93T3BQcXQrL2ZyTXBadEw5ZlBQUHpkdjNoeVdjSUxGUStyVXFRTWpxSUhHZUs3T25UdEhSa1l1VzdhTVdadTN0clpldEdnUnZSQnlsUzliUFdQR2pISGp4dDIrZmR2WjJWbWxVdjMrKysvTXZ2bldyVnVIaElRd3EwVFhybDBMQ3d0cjNicDFwMDZkNXMyYngrZno2YnhuWTJOamFQRGZ1SEVqSFkvdDYrdEwxMktFaWJDMDRiM1VKbFkrbnc4aitMVEJOU2lacksydFM2MFZmZWVsbWo1OCtBRHZ0MW16WnFtcHFWbFpXUnMzYnZ6cHA1OW9EYnNzQnc0Y29DdUVORy9lUEN3c2JOU29VZS9mdjVmTDViTm56dzRLQ2lwMVFKeUd4TVRFT1hQbWRPdldqZmxnN2ZVeXl6L0k2OWV2NlNsRm8wYU50RnRLNlBBRmpic0VBc0cwYWRNR0R4N00zRzlqWXpObnpweXRXN2NlUDM2OGQrL2VvMGFOS21zeFdtMTJkblowTlM3cTNidDMwR1RONFhEb1JUQ1pzUC80aDRWNWpINEliZHEwb2VPNUlJL056YzNMR3VVRXc1NjNiTm5Tb1VNSDdSOHZtc2VmUFFtb0JIMTkvVDU5K3J4Ly8zN3ExS24wV2tiUU1ybDkrM2FOdWxSbVpxWlNxWXlLaW5yNThpVnRvV1hhdG0wYm5VZms1dVkyY3VUSTZPaG9TRTByS3l0bUkvT1VLVk1HRHg3czRlRUI4M2VoamRUYTJscDc1SjFTcWR5OGVUUGtzWUdCUWJObXpXQU1XdTNhdFRkdDJsVE9MQmNMQ3d2bXlEVXFKU1hsdi8vK2c0NU1qVDRSVUpIclBsRmJ0MjZGcG80eFk4WWtKaWJ1Mjdjdk96dDcrZkxsMjdkdkwydjZVMVpXMXJwMTYyN2V2QWszOWZYMTE2eFpvNnVyR3hnWU9ISGlSSlZLVlZSVU5IZnVYQjhmSHk4dnIzSlcrcFRKWk9QSGp5OHVMcVpyWGxiQ3g0OGZtZGVUMEI2TExwUEo2TitrZGxSckQ1K0VuRjYwYUZISGpoMlp0ZmFLNk5ldkgvT0NISUMyZnZGNHZITEdjcUlmRU9ieGorWHQyN2ZhMXd4bTFuWCsrKysvY3VaY0FpY25KN1ZhWGM2MWg1a1pwcjArRWREVjFTM25kN1pObXphbFR2eUFRS0tEbGI3cHNCSG9YZVp5dWJWcjE2YmQzaytlUEtGRG9DdFNZZnBTQlFVRjRlSGh2Ly8rdTBick9vZkQwVzdZcEtzaGFyYzJLeFNLRFJzMjBEUzFzN01MRGc3bWNEaXRXN2R1M2JwMVhGemNzbVhMWUFZNVVLdlZKMCtldkhidG1xK3Y3K0RCZzh2NllKODhlYkpseXhiYXFEdGx5cFQrL2Z1UEdUUG00OGVQc2JHeG8wYU5talp0Mm9BQkEwcXRLTHU2dXJxNnVtcnZwMWZyRW9sRTVmUkRhNkJ6NG1VeTJjdVhMeUdELy83N2J6Z3ZzYmUzNzlhdFcxRlIwZkhqeDNOemN4ODhlREJuenB5UWtCQ04wUXdTaWVTUFAvNklpSWhnTG5LeWVmTm1hQ3h4ZG5aZXZYcjFpaFVyMUdxMVdxME9Dd3M3Zi82OHI2K3Z4alVlYUUrSFNxV0N2L3hLNTNGa1pHUmdZQ0NkWFdadGJUMXMyTEQwOUhTNVhHNWtaQ1FXaXprY0R2M3pnelZlS241dzVtZ0o5SDhUNXZHUFpldldyY3ovejlvcWNqV2V2Lzc2S3pvNnV0VEx4V3RRcVZSbHJYUS9jT0JBN2VYMHpNM05ZV1VpQndjSFpyTmVRa0lDOUsxeXVkeUNnZ0s2L0M4TXU1VktwWm1abVFxRklqazV1YXlTaElTRXdHcVhkTHJMa3lkUG1LMXRibTV1ZEVWb1dPbVFkbmJDNzI5Y1hGeGNYQnp0Mk5QUjBTbTFNbGVPWmN1V2xiVnNJWWlNakZ5NWNpWHoyZ3gwZEhkaFllRzVjK2M2ZCs0TVVWZFFVSEQ3OW0wNnNWWGpZaGdaR1JsTGxpeWgxV3NURTVQUTBGQURBNFBDd3NLSER4K2VQSG1TT1N6V3c4UER4TVRrMkxGamFyVTZMeTh2S0NqbzRzV0x5NWN2WjdaVUp5VWwzYjE3OTlLbFM4eU8vQUVEQm93ZVBackQ0V3pac21YbXpKbFpXVm1abVpsQlFVRVJFUkc5ZS9mdTNyMTdvMGFOb0RaWlVsTEN6SDROZEhDY1NxWFN1SVF6azFBb3BNdVU3dHk1azliTVVsSlNhS1dRZGpNdldMQ0F4K01aR1JuNSsvc3ZYNzRjUmpOTm1qUnAxYXBWc0toTGRuYjIzMy8vZmV6WU1lYlFNSDE5L2MyYk56TW5GL1hwMDBjbWs5SC9GRWxKU2Y3Ky9qQ2d2Vy9mdm5Bb2piZld0bTFibU96N1JWNitmQmtlSG43cjFpMjZSeUFRckY2OVdpQVFYTHAwQ2NZOHd6a1o4M1JadTJ1NXFseThlRkY3SVZoQXo3YmxjbmxaSGZPMnRyYXd6Z3o2b1dBZW95OWdiVzFkNnFDU216ZHYwc1gvbUtCZUtKZkxCdzBheEp6bHFkMW5xVlFxdFplelprNU8xYWlQeHNmSGw1TU5oQkE2VmJRSzJkcmEwcTVCa1VnMGFkS2tsaTFid25XQ0NTRjB4U1Z0WGJwMFlkNzgrKysvYVJpYm1abnQzYnZYMXRiMjlldlg0OGFOMC9nUTJyVnJ0MkxGQ29GQTBMTm56OVdyVjhNVTRjZVBINDhjT1hMTm1qVXRXclFJQ0FoNC9mbzE4eFFCb3NMSHgyZnMyTEZRalc3UW9NSGh3NGZuejU4UGc0WlNVMVBoVWdRQ2djRFIwVEVrSk9UZHUzYytQajZmZmZ2RnhjWE0xVlEwT0RvNk1pK1BXSTZoUTRmU015MFBENCtuVDUvQ1dJUlhyMTZOSFRzMlBEemN5Y2xwK3ZUcHpESE04QzQyYnR5b1BVQnYwS0JCWm1abUsxZXVwQXZHcGFTa25EaHhncDVvTWs5d3AwNmRPblhxMUM5dHRpa3NMRnk0Y0NIejJvNENnU0E0T0JnR2tkRjV3R3ExV21OYXR2WkZ5YXFLUkNKaERqVW9TMW1QS1dmeGJjUWl6T01maTFBby9QcmxMYi8vNU1KUzJ6bEZJaEVzc0tXdnI5K3dZVU1ZRFFzY0hSMDFIdHl1WGJ2eXI4eGExc0FsN2VQQVQvQ01HVE1xWFB5S3NyT3o4L1QwUEhyMGFPZk9uUmN1WEZpblRoMjVYRzV2Ync4eFdaWU9IVHBvTEs0NVlzU0lYMy85VlNLUldGdGI3OXk1RXpLbVVhTkduVHAxb3Iya2ZEN2YyOXQ3NnRTcE1Qckd4Y1hsMkxGak8zYnNnSlhKUlNKUjgrYk56Y3pNN08zdEh6eDRRSS9NNS9NOVBEeW1UcDJxTVFuSHdzSWlQRHo4Nk5Hamh3NGRvbVBFWkRKWml4WXRMQzB0dFFkL1ZacWpvNk5VS29VL1k1RklwS3VyQ3h2NStmbXdFRnV6WnMwMFR1bjgvZjJ6czdPdlhyMEtVUTNUNjdkczJlTGw1UVVSeStmenZieThKaytlWEZZSGM4ZU9IWC8vL2ZjMWE5YlFkb1hWcTFmVFBvSXBVNlpjdTNZdFB6OC9NREN3Z2dPNU5lanI2Ky9Zc1FPdTZ3Vi9CaHMyYktCWGF0S2U3d1FyMXdZRkJYM1I5WjRSd2p6K3NYelJhbnpsTURVMWJkV3ExZGNjb2Z5WnV4cWFObTNLNS9NVkNvVkFJTkRWMVRVMk5tN1lzT0g0OGVQcGhNdWZmdm9wTVRGUktwWHE2dXFPSHo5ZXU1YlRxVk9uY3VwZVZKTW1UV0MwVjFsMGRYVU5EQXpPbkRsVDZTczRsVy9peElsdDJyU2hQZE44UG4vSGpoMDdkKzZFRmFTWmEwdUpSQ0lySzZzdVhicG9YRWdBdWhWNzl1eVptWm01YnQwNlppZTlyNi92clZ1MzlQVDBldmZ1UFduU0pMaDRBQ1VRQ09iUG45K3VYYnVWSzFjdVdiSUVGbnVaUFh2MnZYdjMwdExTWEZ4Y2V2VG8wYXRYTCtZNnlVd2lrV2ppeEluRGh3OC9jZUxFOWV2WDQrTGk3TzN0WVg2cW1aa1pMTEQxTmVEcUduU0ZNbTBDZ2VEbHk1YzdkdXpRNkdqWDBkRlp2MzY5dWJsNVFVRUJ2YUt3alkzTjVzMmJaODZjMmExYnR4a3pabGhiVzVmLzZyVnIxOTZ4WTBkTVRNemV2WHViTjIvZW8wY1BlcGVwcVdsUVVKQkVJdm1hOFFRT0RnNnJWcTFhdjM2OXQ3ZjNzR0hEbUEwOHRyYTI2OWF0azhsa1NxVlNwVkp4dWR3NmRlcTR1TGg4MHpEMjhQRDRtcmVEODQ5L1RKeHZ2VHJkL3hFSERoME5ETjVFQ0prd2JuVEFrbEt1VW82Z3pabkw1ZUowQytpVWhXdnhhdXlQaVlscDBxUkorWE9RaW91TG1aMzM2ZW5wK3ZyNm41MmxveUVqSTBNbWszMDI1NnFRUXFFb0tTa3BwNlZVclZack5PMFVGaForMFhuaHQwYVhNME01dVhtZVl5ZThUVWcwTWpJODhkdUIrdlUwVzd4UUplRGZGdnArOExlTUtuVzlMYmk2d0dlZnF4RzlsVnNWRlFhbGYwODhIcS84Ymt2dGZwWWZLb3p4RHhoOWExaFRRUWdoaE5pSGVZd1FRZ2l4RC9NWUlZUVFZaC9tTVVJSUljUSt6R09FRUVLSWZaakhDQ0dFRVBzd2p4RkNDQ0gyWVI0amhCQkM3TU04UmdnaGhOaUhlWXdRUWdpeEQvTVlJWVFRWWgvbU1VSUlJY1ErekdPRUVFS0lmWmpIQ0NHRUVQc3dqeEZDQ0NIMllSNGpoQkJDN01NOFJnZ2hoTmlIZVl3UVFnaXhEL01ZSVlRUVloL21NVUlJSWNRK3pHT0VFRUtJZlpqSFZVT2tLK1R6ZVlTUUVvbEVMcGV6WFJ5RUVQcUdTa3BLbEVvbElVUlBUNC9INDdGZG5Cb0M4N2hxbUptYWlzVmlRa2hXVm5aUlVUSGJ4VUVJb1c4b015dExJcEVRUXN4cm00bEVJcmFMVTBOZ0hsY05VMU1UUFQwOVFramM2LzlTUDMxaXV6Z0lJZlN0cUZTcVo4OWY1dWJsRTBKcW01bUpoRUsyUzFSRFlCNVhqUWIxNjluYVdCTkNVajU4RE40Y21wR1pLWlhKVkNvVjIrVkNDS0dxb1ZhclpUSlpma0hCdmZzUElnNGRrVWdrZkI2dlJYTm5RME1EdG90V1EzRFVhalhiWmFnaDd0MS82RFY1QnZTcDJGaGJ0WGRyYTJKc0pCTGhtU05DcUNaUUtsVVptVm5KNzk5SFA0NkZVVEpOblJydjNiblZxbzRsMjBXcklUQ1BxNHhLcFpxM2FQbVo4eGZaTGdoQ0NIMFBJY0dCZ3dmMFk3c1VOUWZtY1ZVcUxDemN2VC9pMU5rTCtma0Zjb1ZDb1ZCZ2t6VkNxTWJRMGRIaDhYZ0NQdC9LcXM2TXlSTUc5UE5ndTBRMUN1WngxWXRQU0V4TVRNckp6Y3ZOelMyUlNOa3VEcXJKcEZKcCtxYzBxVlJpWVZISHdOQ1E3ZUtnbW96TDVlaUx4Y2JHeG1abXBvMGJOcXh0Vm92dEV0VTBtTWNJVldQdjNyMWJ1blRwcTFldjFxeFowN2R2WDdhTGd4Q3FQQnhmalZBMXh1VnlkWFIwQ0NHNENnMUMxUjNtTVVMVkdJZkQ0WEE0TUp5UTdiSWdoTDRLNWpGQzFaaU9qZzdVajJVeUdkdGxRUWg5RmN4amhLb3htc2M0RUFTaDZnN3pHS0Zxak1QaGNMbGNyQjhqVkFOZ0hpTlVqWEc1WE1oakhNK0ZVSFdIZVl4UU5VYkhWMHVsT05NZG9lb044eGloYWd6SFZ5TlVZMkFlSTFTTjhYZzhuSCtNVU0yQWVZeFFOYVpXcTdGK2pGRE5nSG1NVURYRzQvRjRQQjdXanhHcUFUQ1BFYXJHNlBocW5PK0VVSFdIZVl4UU5jYmxjcUYrakhtTVVIV0hlWXhRTlViSFYrUDZYQWhWZDVqSENGVmpkSHcxMW84UnF1NHdqeEdxM3JCK2pGRE53R083QUFpaEx5T1JTRXBLU3VoTmxVcWxWcXNsRWtsV1ZoYU03UUo2ZW5wQ29aQ2xNaUtFdmhnSFQ2c1JxbDVpWW1KKytlVVhlak1oSVNFdExjM0V4S1J4NDhaUVZ3YlRwMDl2MXF3WlMyVkVDSDB4ekdPRXFwbXNyS3orL2Z1WHYyQTFoOE81ZWZPbXZyNytkeXdYUXVpcllQOHhRdFdNdnI1KzI3WnRvYys0VklTUTd0MjdZeGdqVkwxZ0hpTlV6UWdFZ2xhdFdrRlhNZWQvZ3dkd09KeisvZnV6WFV5RTBKZkJQRWFvbXVGd09JMGJONjVWcXhhSFUzcC9rN1cxZGFOR2pkZ29Ha0tvOGpDUEVhcCs3TzN0Yld4c1lKdEdNbXh3T0J4WFYxY0RBd05XQzRnUSttS1l4d2hWUDZhbXBtV05uUmFKUks2dXJqalRDYUZxQi9NWW9lcUh3K0YwN05peDFMdk16TXcwSmo0aGhLb0Z6R09FcXFYbXpadWJtcHJTM0tXdDFqWTJOdlhxMVdPMWFBaWh5c0E4UnFoYTR2UDVnd1lOMHRqSjRYRGF0V3NuRUFoWUtoUkNxUEl3anhHcXJzYU9IYXU5ZUhXdlhyMVlMUlJDcUpJd2p4R3Fyb3lNakZ4ZFhablRqbHUxYW1WdWJzNTJ1UkJDbFlGNWpGQTExcWxUSitiTjRjT0hzMWNXaE5CWHdUeEdxQnByMnJTcGlZa0pWSkhOek16YXRHbkRkb2tRUXBXRWVZeFFOV1pyYSt2ZzRBQ04xVzNhdE5IVjFXVzdSQWloU3NJOFJxZ2FxMVdybHFPakl5RkVSMGZIMWRXVng4TXJtaU5VWFdFZUkxU042ZWpvd0xXZUxDMHRHelZxaE11QUlGUjlZUjRqVkwyMWFkTkdMQmJiMjl2YjI5dXpYUmFFVU9XeDJicFZWRlNjblpPVG5aTlRVaUpoc1JnSVZYY3VyajhabTVvK2YvbUs3WUlnVkwwWkdoaVltcHFZR0JzTGhTd3NxbFA2OWRxK3RhTGk0bDE3dzYvZHVDMlZ5YVJTcVVLcC9QNWxRS2pHVUNxVjBIYk5ka0VRcXNZNEhBNmZ4eE1LQkFZRytqT21UdTdSdGZOMy9qL0ZRaDZucG4xYXRIelYzWC92cTlWcUhSMGRBWitQdnlNSUlZVFlwU1pxaFVJcGw4bFVhclZBSUpqby9jeFFsd0FBSUFCSlJFRlVOZFp2eGhTUlNQVGRDdkM5ODdpa1JESjU1dXgvb3g3d2VMeU83ZG8yZDJsbWFWNWJMQlovenpJZ2hCQkNHdFJxZFU1dTdxZFBHZmVqSDhjK2ZhWlNxU1pQR0xkbzN1enZWbVA4M25tOGMwLzQxaDI3Qkh6Ky9OaytuZHEzMDljWDQ0aFFoQkJDUHdpMVdwMlZuUjN4NjlGemwvNHhNVGJhdlgxTHE1OWN2ODlMZjlmeDFTVWxKZWN1WEZLcjFkMSs3dlJ6cDQ0R0J2b1l4Z2doaEg0Y0hBN0hyRll0ejJHRExNM05zM055N3orTS9tNHYvVjN6T0NzN1J5cVQ4WGc2VFJvMzB0UERoWVFRUWdqOWlPeHQ2OXJaMnFqVjZ2VDBES2xNOW4xZTlEdm5jYlpVS3VYeitiWE5hbjNQMTBVSUlZUytTRDFIZTBKSWVrYW01SHZOeVAzTzdkVVNoVktwdzlYUjA5UDducStMRUVJSWZSRlRFMU5DU0dGUmtWeWgrRDZ2aU90eklZUVFRdXpEUEVZSUlZVFloM21NRUVJSXNRL3pHQ0dFRUdJZjVqRkNDQ0hFUHN4amhCQkNpSDJZeHdnaGhCRDdNSThSUWdnaDltRWVJNFFRUXV6RFBFWUlJWVRZaDNtTUVFSUlzUS96R0NHRUVHSWY1akZDQ0NIRVBzeGpoQkJDaUgyWXh3Z2hoQkQ3TUk4UlFnZ2g5bUVlSTRRUVF1ekRQRVlJSVlUWWgzbU1FRUlJc1EvekdDR0VFR0lmNWpGQ0NDSEVQc3hqOU0wcEdMNzB1VktwTkQwOS9kdVVpNmpWNm05MDVHOU5JcEdVdWwraFVPVG41My8zNHFCcVRDS1JsUFhuaEw0ekh0c0YrRDhuTnpkM3hvd1pCZ1lHblR0M0hqdDJiS21QT1hueTVMMTc5MkI3OXV6WmRldldyZmp4SHp4NHNHZlBIdGdPREF5MHRyYXVpbEpYM28wYk43WnMyUUxienM3T1FVRkJIQTZuSWs4OGR1ellqUnMzMHRMU3hHTHhvVU9IK0h4K2xaUW5NVEh4MEtGRFdWbFpHUmtaclZ1M25qZHZYa1dlbFpLU2N1UEdqWnMzYjA2Yk5xMU5temFWZTJtRlFpR1h5Ny8wV1h3K244ZjdYLzlQMzc5L1AyZk9IQmNYbDQ0ZE8zYnYzcDE1MTYxYnQwSkRRMDFOVFR0MjdEaGx5cFRQSGp3akkrUGh3NGQ5K3ZSaEh1SEFnUU9FRUFjSGg1VXJWOUw5T1RrNWx5NWQ4dlQwMU5IUitkSzNvQ0VySyt2NjlldUVFQ01qbzE2OWVuM2wwZTdjdVJNYkcrdnI2d3MzSlJKSnhVK3pPQnlPU0NTQ2JaVktwVktwS2xjR0hSMGQrS3RXcVZSU3FiUnlCeUdFQ0lWQ0x2ZC8xWkV1WExpZ282UFR2SGx6UzB0TDV2NzgvUHhIang0bEpTVWxKU1VOR1RLa2VmUG1YL3BhOSs3ZE8zdjI3TWVQSDdPenN3Y09IRGg1OHVSS0Z4dFZGY3pqNyszRGh3K0ZoWVdGaFlWQ29iRFVCN3g1OCtiUW9VTktwUkp1cHFTa2ZGRWVTeVNTakl3TTJLN0VyMy9WU2t0TDI3ZHZINzM1NGNPSDdPenNXclZxVmVTNUZoWVdxYW1waEpEQ3dzTFkyTmpXclZ2VHUxSlNVbWJPbkZucXMyYk1tT0h1N2c3YnBmNDAxNnBWNjgyYk4zbDVlZkNUTkduU0pJRkFvUEVZSFIwZGpaMGhJU0h4OGZHRWtMMTc5N3E0dUloRW9tblRwaFVVRkpUL0ZycDM3ejVwMGlSNjgrYk5tOXUyYmF2SWUyZGFzR0JCNTg2ZG1YdXVYcjBxazhtaW82TnIxNjZ0a2NmbnpwMGpoR1JuWjllclYrK3pSODdQejEreFlrVktTa3AwZFBTY09YTU1EUTNoUTh2S3lpS0VtSmlZMEVjbUpDU3NYYnMySXlQajNidDMvdjcrOVB3Z05qWjIxNjVkbjMyaDBOQlFIUjBkbFVyRjVYS0ZRbUZHUnNhaFE0Y0lJYmEydGwrVHh3cUZJaVFrNU02ZE80UVFjM056VDA5UCtMaVNrcElxZUFSYlc5dXdzRERZM3IxNzk2VkxseXBYa3RtelovZm8wWU1RRWhjWHQzang0c29kaEJDeWFkT214bzBiMDVzcWxlcklrU1BRNERGOSt2UytmZnZTdTVSSzVZNGRPK0EvdUV3bXEwUWUyOXJhUG4vK0hMWnYzTGpoNWVWVlZhZThxTkl3ajcrM2xKUVUyQ2oxRnpNakkyUHQyclUwakNFSjFxOWYzNkJCQTQxSHZucjFLalEwRkxaMzdOangyZjlMNGVIaDBkSFJoSkIyN2RwNWVYbDk5ZnY0dlB6OC9NREF3TUxDUXJvbk96czdLQ2hvL2ZyMVpaMkwvUHZ2djArZVBJRnRaajNqMkxGamp4NDlndTNtelp2WHJWdTNyS29NYy8vRWlSUExqMHlwVkZwcUUwV25UcDBXTGx6STNPUHQ3YjE4K1hKQ1NIcDYrc21USjBlUEhsMVFVUERaUEM2ckdaREg0MWxaV1pYLzNBOGZQakQvRENpRlFuSHQyalU0YVJneVpBanpyb2NQSDhKSkF5RmsxNjVkMmtuWnUzZHZacVg1elpzMzBCZnc4T0ZEUHorLytmUG5PenM3YTcvaXZYdjN0bXpaQWwvSGt5ZFBrcE9USFIwZDRhNlNraEk0WnlxZlNxV2FObTFhYm02dXNiSHg0Y09IUC92NEN1THhlUHI2K3JEOTIyKy9OV3pZME5YVnRhb08vcFY0UEI2YzBDZ1VpcHljSEVLSW5wNmVXQ3dtaEJRVkZSVVhGOE1aRDV6WlpHZG5sL3BkeDhYRlFSaHpPQnhYVjllU2toSjZsMGdrYXRldTNlM2J0d2toejU4L2YvbnlwWU9EQS9PNWNPb1RHeHU3ZHUzYXo1WTJQejkvMUtoUnBkNjFidDI2aGcwYlZ1b3pRRjhNOC9qN2lZbUpDUXdNcElFUkdCaElXMjVEUTBOdGJXMVRVMU5Ycmx5Wm5aMU5DS2xmdno2Zno0K0xpNU5LcFFFQkFTdFdyR2pTcEFuemFCS0o1TU9IRDdCZGtYYTI3T3hzZUR3Yy8xdkx6ODlmdVhKbGNuSXkzT3phdGV1Ti85ZmVtWVkxZWFWeFAzdkNLZ1lDaGt2V29pQUlpa3FscUhXcEMrMjRvQmFwMWdVVmthcVZLclVLeUtCVjFCYnJWcnJNMUFXcElyWnFhNjFUMTZtSUFnNnVSVGFCb0FnQkZCQUNFYksvSCs1M3p2VmNTUWdCTmZHZDkvNTk4SXBQbmkza3lmbWZlejEvL2drYXNIbno1c1RFUkJpYnRDZ3VMajU3OXF6dTl2THk4dkx5Y25qTlpyT0p3NERMNVhwN2U5Tm90T3JxNnBhV0ZocU41dURnOEJJL1JXcHFhbDVlSG8xR2UrKzk5d0lDQXY3NjZ5K3dRY1BDd25nOG5sd3UxM3VVUXFFdy9JM1kyOXQvOGNVWGhpKzljdVZLdmQ5VVhsNGVHUGR2di8wMjFZZXBWcXNQSHo1TS9xdlhhNnAxdzhPSEQ5KytmWHRLU2twemMzTlRVOU9tVFp0MEpUd3ZMMi83OXUzdzJzM05MVEV4VVNnVWtuZlpiTGFOalkxYXJaWktwU0JDRmhZV29OT1FLMkJ0YlUybjA0Mk1VUFNDcFV1WGxwU1VQSHIwU0tQUjdONjkrK3V2dng0NWNpU1pMb0FGRDM5R2UzdDdYU05TcjZ2RzN0NWU2N2ZXRlRkdTNPanFHWEIyZGdiTHU2aW9DQ3ptZDk5OU56SXlra2FqSFRodzROZGZmNlhSYUFrSkNXQU54OFRFa04reTF2bmhoYisvUDVsUDYyWDkrdlZhVzBKQ1F1TGo0MVVxbFpIKzg2NTI2N1VQSCtrRnFNZW1RNjFXVXgzSTFPUW10VnA5NTg2ZG5UdDN3blRZMGRFeEtTbUp6V2F2WDcvKzhlUEhVcWswS1NrcE9qcDZ5cFFwWnJyM25sRmJXN3RseXhZeXhDeGV2SGpXckZsQ29UQXpNNU5Hb3hVV0ZxNWZ2ejQ1T1ZrZ0VMemdoUndjSEZKU1VtZzBXblIwZEV0TGk2MnQ3YkJodzNSM0d6cDBxS3VyYTdkbnUzMzdOdkZlQUNUaXExUXE1OHlaMDlUVTlPNjc3MDZZTU1IUzB2TGd3WU5kbldmNzl1MGsvSytYaG9hR3JzeVJidm50dDkvQVlBb1BEejk3OW14bFplVzBhZE04UER4KysrMjNSNDhlMFdnMGdVQ2dGZUFvS1NrQjA0cFlrNFNCQXdmdTNyMTcyN1p0NWVYbGE5YXNjWEp5MHRvaEtDZ29PRGc0UHo5LzdOaXhxMWF0SXRGV1lNU0lFWm1abVk4ZlAxNnhZZ1dOUmhzOGVQQ1dMVnRvTkZweWN2THQyN2ZCdTlPdEorQkY0UEY0YTlldWpZdUxVeXFWTXBtc29xS0NPRHhFSXRIaHc0ZEJqSVZDWVVwS0NubmUxR3AxVGs3TzZOR2o5Y2JDdmJ5OHRMd2pYYkZnd1lLdTlGZ3NGaTlac29UNk0vL2pqei9BbklXNUM1aWV4RDdXUFlOR284bkp5WUhYb2FHaEVISHZOWFoyZGtaT01yU3dzYkY1a2VzaVBRTDEySFJZV1ZrTkdqU29wS1NFUnFQeCtYd3k5a2tra295TWpJS0NBckpuUUVEQXhZc1hhVFNhbjUvZjQ4ZVB3YkpKUzB1N2VmUG1raVZMcUFiS2EwaHVidTYrZmZ2SW9ETno1a3h3cTg2ZE83ZTV1UmxDZEk4ZVBWcTllblZNVE16WXNXT3B4eTVjdUhEZXZIbloyZGsvL3ZqanhvMGIzZDNkWWZ2NTgrZXpzckttVEpueTNudnY4Zm44aG9ZRzZsRWlrUWk4cGhNbVROQktmUUxHamgwTDRUM0RmUFhWVjFwNlRHWElrQ0ZmZi8wMURLOVV6eUVWM1h3Y3ZWaFpXWTBiTjg3d1BwY3VYZEkxV1lxTGkwdExTMmswMnJoeDQ1eWRuVGR0MnZUa3laT0xGeThtSkNRUVA3Q0RnME55Y2pLNWpYdjM3b0duM2RyYU9pd3NERGFlUFh2MlgvLzZGem10UXFGZ3M5bkhqaDA3ZHV3WWlTOVVWMWREa0Y2cFZOTHA5S3FxcXJpNE9ITEl2bjM3ZE1YczFkbkJCdkQwOUl5SWlCQ0pSREV4TVh3K1g2VlMzYnAxNjl5NWM5UWZsRVFpSWNJcGw4dS8rdXFyM056Y0N4Y3VyRisvSHFMbVZDb3JLM2Z2M20zTXBjSHRyQmVsVWtuU09Nak9XdnVESDdzcjd0Ky8zOWpZQ0ZsdndjSEJ6YzNOdXJkcUFDMG5zNmVuWjN4OFBDUURRbjZsaTR1TFZqTGp2WHYzMHRQVFlmeFp2SGl4OGRkQ1hoYW94NmJEeDhmbmswOCtXYjU4T1kxR216MTc5dlRwMDJHN3JqbDE2ZElsdldmSXo4OXZhR2pZdTNmdnF4ajQ1SEo1UjBkSG56NTllbjJHOXZiMkF3Y09VRzkrd1lJRmtHVURyRml4d3RiVzlxZWZmb0tkZCs3Y21aZVhGeDBkemVmellRYzJtMzNvMEtFelo4NkFEMy92M3IwOEhrK2owWnc3ZDA0cWxaNDZkYXFvcUdqbnpwMWExNFdNSG9pUDZyMnhjK2ZPa2JDMEFXQ3FaSUJUcDA0ZE9YTEV3QTVhK1RnRzBESTBkZEdyNnlDNlRDWno3dHk1dWJtNUVQME5EQXc4ZHV3WTBadVNrcEl6Wjg3TW1ERURkSWhra0MxWXNJQjh1YTJ0clNTVVFORGFJcGZMcVZ1MDNxVW15cEhZcHpGekVlT1J5V1JxdFZvM3QwNlhpSWdJT3AydVZDcS8rZVliNHM4SG96QXdNUERQUC8rVVNxVTdkdXpZczJkUFcxdmJ0bTNiNEl2KzY2Ky9Nak16WTJKaXRNN1cyTmpZYTJOMDBLQkI4SGhyMGRiV1JqTDdJaUlpWnMrZXJmZHdhbDVGZG5ZMnZQRDM5MmV6MlRObXpNakp5ZEhTK0s0SURnN1dkVXNrSnljWEZSVnBOQnA0VkNvcks3V0dIZktXU0NTQ3NKR1hsOWVPSFR1TXVTTHlVa0E5TmlrUEhqeUFGMVZWVlRCaWJ0eTRjZFdxVldWbFpVMU5UZUFZMUQzSzB0SXlMQ3dzS3l1THdXREV4c2ErQ2pFdUtDaElUVTN0Nk9nSUNncEtTRWpRYTJVYVFLUFJaR2RuSHpod0FJSzRFRXFNalkzVnNnTHBkUHFDQlF1Y25KeSsvZlpiR01Tdlg3OWVVRkF3YmRxMDJiTm5nMmZzN2JmZi92MzMzelVhalZnc3pzaklpSTZPdm5yMUtuRjlndzlRQzlEamdJQ0EvdjM3NjcyOXNyS3lzckt5SG4yaVY0cFVLajE1OG1SUGo3cDU4eVlreEZwWldmMzQ0NDhnS2d3R0E0eFhjTHEwdDdmTDVmSkRodzRKQkFJL1A3K2twQ1FZd1FNQ0FramFPY3g3ZE9QMzRQTFYycWczekU5TTRlam9hTGxjVGx5eWhZV0ZFQ0lsTmRBYk5teGdNQmpVZWlyamlZMk5yYTJ0blRCaHdwbzFhd3p2Q1RmRFlyRTRIQTZJTVp2Ti90dmYvdmJCQngrMHRMVGs1dWJLWkxLSER4Lys4TU1QTjI3Y0FLT1R3K0VzV2JLRW1ySDg0cFNYbHljbEplbDlpenA5K2VXWFh5QU5YaTk3OXV6cDE2K2ZWQ3E5Y3VVSzlkTkI3UlBKaURhTVVDalUxV081WEU3OWZqVWFqWUdZTWJ6MUlyVmJTQzlBUFRZcG9NZHNOdHZEdzRNa1N0alkyS3haczBZdWx3OGZQbHp2RHdDcUpBTUNBa1Fpa2Q2czdBOC8vSkM4cHVaZnhNWEZrUit6NFY0YzZlbnA0SU10S0Nnb0tDaDQ2NjIzalA5UW5aMmRHemR1MUJJOHRWcWRscGFXbHBhbTl4RHFUY3JsOHBNblQrYm41NmVscFNrVUNqYzN0OG1USjU4L2Y3NS8vLzRqUjQ1c2IyOG5udGpSbzBkN2VIaG8rWXFMaTR2QldVM1ZHeTNZYkxaZTAwMmxVaW1WU3QxazcyNlQxYjI5dmIyOHZNaC84L1B6b1ViSU1DRWhJYjJJNFpHNkl6TGJrRWdrSkxJNGVmTGs5OTkvUHo0K3ZyVzFOU2twU1N3V3A2YW1xbFNxMU5SVUJ3ZUgrdnA2cUd4SlNFaWcvZ1hDdzhQRHc4UEpmOVZxOWZYcjF3OGNPS0Q3K05uWTJJd2JOMjdjdUhGNkM5a2JHeHVwS1JGeXVWenI3d0F1V1FOKzNSY2hLeXZyeElrVDVMOXo1c3laTzNkdWZuNyt1SEhqcGs2ZDJxZFBud3NYTGh3OGVKQjhLSklxNk9IaEVSY1g1K2JtcHZlMFFVRkI2OWF0NjlHZHdBT2pVcWxJbU1ZQWNybThxNmd6K1dsY3ZuejVwV3RoY0hDd201dGJhMnNyekY5dGJXM0hqQmxEM2FHdXJnNmkva0toRVBJd0hCMGRYKzQ5SUlaQlBUWXBNTDBkTUdDQWxnR2FuWjBOdVI1VW9xS2lpTWJzMnJXcnZyNitxOVNZcm42NkJuNzJXamc0T0JDSHBKSDF3UVFlanpka3lCQ2l4MlBHakttc3JCU0x4WVlIRkE4UGo4R0RCNTg5ZXhiS1VsZXVYUG44K1hQcXhLS21wZ1lDbjRScjE2N0JVSkthbWtvMlF2RVBpOFVhTVdKRVY5ZGFzV0tGVnZ4NDE2NWRoWVdGalkyTkxCYnJuLy84SjNHWUc4bklrU09wZXZiNDhXTURlbHhUVTJOa2ZwQmg5dTdkNitycVdsMWR6V0F3WU5UbWNybHo1ODdsOC9uYnQyOFhpVVJlWGw1ZVhsNlZsWlduVHAxU0twVWd4dGJXMXBzMmJlckt6SzJ2cjgvTnpUMTM3aHdwVytKd09OVEhwcjYrUGlzckt5c3J5OXZiZThLRUNXUEdqS0VtK0xpNnVpb1VpdnI2ZWpoRUlCQkFmdldUSjArZzFrc29GTExaN0w1OSt6bzRPTERaN0JlSmh1aWlaZkFwbFVwcmErc2ZmdmhCbzlIazVlWDk5Tk5QNERZSURRMTk4T0NCU0NTQzNVSkRRNWN0VzZickF5Y1RWZzZIdzJhekRRZDNxVENaVFBqVW5wNmUrL2Z2MTd0UGUzdjdKNTk4QXEvRHdzS21UcDNhMWRuczdlMVZLcFZlQXpvNU9kbklWaWQ2UGZ6Z2tDc3ZMeWNWMjFxKyttdlhyb0VlZTNoNDZMcnhFUk9BZW13NnBGSXBkQ3J3OC9QVGVrdWhVT2lxbDFLcFhMNThlVk5UVTJwcWFtVmxaWFYxZFZkcFJDL082dFdyanh3NTB0allPR0hDaEY2VUc4NmJONis0dUxpbXB1YWpqejRLQ1FucDFzRUlLaDRkSFQxcDBxVHZ2LzkrMkxCaC92Nyt2V3YwQ0VYQVNxVnk5KzdkNjlldnB5WVprY0VyT3pzYmhtYUNXQ3dHdjZWU3FkeTFhNWRlVXdsY3IzcVJ5V1RVdTlWYlBFcFFLcFhkVmlvYmcxcXQzckpsQzR2Rit2UFBQMkhjbno1OU9zd2tuSnljbkp5Y0tpc3J6NTQ5UytLT1FIdDcrOS8vL3ZkSmt5YU5IajJhbUR0U3FUUTlQYjJvcUFpeUJRbWhvYUZ1Ym03LytNYy9hRFNhdTd2NzdObXp6NXc1QTA0ZDhQbnYzNzkvNU1pUm9hR2hVRHUwWjgrZXhzYkc2T2hvT1B6TEw3K0Vlak9TWDcxcDB5YVlSTTZZTVVNcWxiSllMSmxNUnB5dUw5N3FTNHZhMnRyczdPekxseTlEWkozSlpDNWN1SERXckZuZmZmY2QwZVBTMHRLblQ1L3FtdnZrUzJReW1kWFYxYkd4c1VaZVZDZ1VRdE1iRG9majVPVFUxTlFFT1NKZDhmdnZ2Ly94eHgrNjI0OGNPUUpaQlpjdlg5WmIxZjN2Zi8vYm1HcHZHbzAyY2VKRWVLUU5WQ3RWVkZTQVFoUCszMjBmK3o4RDZySHBhRzl2aHljK1B6K2ZQUG9aR1Jsa1pCY0lCSjk5OWxsblp5ZUpRc2xrTXBsTXB2ZDM0dVBqQStPbUZnVUZCV1NTbnB5Y3JHdFNXMXBhNmg1bGIyOXYvQUNrQzVQSlhMZHVIWXZGZ2hUUTdkdTNrM3UrZS9mdXRtM2I0UFhXclZ1SjJJTWozY1BENDRzdnZvQ2RPUnlPa2ZFOHFqOTV6Wm8xOWZYMVZWVlZlWGw1V1ZsWlZBdWIySGwzNzk2OWUvZHVWMmU3ZCsrZTNteXZycnFaMG1pMDQ4ZVBIejkrM0poYkJkOURiR3hzWFYwZFpQcDRlM3NUdDBkdWJpNmtBWWVHaGtJaHRRRnNiVzB0TEN5YW1wcU9IVHNHLzRXMG9BY1BIbVJuWnhjVUZGQUhhL2d1b0pDbXBxYm0wS0ZEaHc0ZGNuSnk4dmYzWDdGaWhaV1ZWV05qSTFXTWZYeDhsaTVkNnVQamMrblNKZmp6OG5nODhGU1hscGFlUG4wNkx5OVBwVklwRklwcjE2NEpoVUpTeTV1UmtRRXU2NENBQU1QRjN4OS8vTEZXT3BKV0Q4amMzRnhxNVEvNGZtdHJhNm5Hb3BlWEY4bVlDd3NMbXpoeDRwVXJWK0FQUXFQUlRwdzRRZElKbloyZDE2eFpNM0Rnd1BUMGRHb3krY09IRDllc1diTnExU3F0cm1mRVBuN0JObFhkdHN6c3FwRTcrY2xjdjM1ZDc0RTVPVGxHeG85OWZYMUJqOG1GOU1acnNMYjRkUVAxMkF4UXg4R0hEeCtTNmgyWlRGWmNYR3hrazBzZWo2ZlhmVTF0YytqZzRQQktxeitwVUYyKzFPUmhxdXVNeStXQ1owOEwwR1llajJla2w0eGFsV1JoWVJFWEYvZkpKNThvbGNvVEowNk1IVHNXNHF3cWxjcDRkLzByeGRyYWV1TEVpYVdscGFESFhDNlg2Qlp4SS92Nyt4dE9UZzRLQ29JNGQxcGFHZ2hWUkVRRUhQN28wU01vU2dZWURNYjQ4ZVBuelp2WHAwK2YzMzc3N2ZUcDB5VGZ1S0doUVNBUWdONHNXclRvNXMyYkhBNG5LQ2hvMnJScHhHY3pZTUFBS0NZbUQ1S1BqNCtQajgrVEowOU9uejU5NGNJRk9wMU82cWJ1M2JzSGJWNGdmS3Q3MitucDZSWVdGdlBuejRlcWFLb2VNeGdNTGJmdHI3LytxcHZpcnBXTEZ4NGVUdlRZOXIrUWR6Lzg4TVBzN0d3dWx6dHIxcXl3c0xER3hzYWtwQ1RvNGtLbG82TWpOVFgxL3YzN1VWRlI1UGtremljdWwydHJhMHZLSDdyRlFCblNqaDA3RElkZ0h6NTgrUG5ubjJ0dDdOKy9QN1ZZaThEaGNMcHFiS2NGQ1lmcDZyR2pvK05ISDMxaytQRFh2S0x5ZnhqVTQ5Y0lpVVFDcmZ5N3BhbXBpVFJ3VGsxTk5iTEI5ZnIxNjZGbHhOeTVjN1ZjVlM4RmlVUkN1bWdSU0FkSEdGdDFFMTRHREJoQVJqUzVYRDV2M2p6RFY5RTFUTjNjM041NTU1M3o1ODhybGNvLy92Z0RXa0pTZmZ1Yk4yOEd1L3pHalJ1a3llalJvMGNOUzZEZXFRUGc1K2RIN1dCNi9mcDFJd3RSb014R1Z5Rm9OSnJoamwzNzkrOTNjbkk2ZnZ3NE5HbWkwK25WMWRXYk5tMnFyNitQaUlnUUNvVjFkWFY5K3ZRWlBIZ3dWVnpEdzhPblQ1K2VrNU56NmRLbG9xSWlrdldtVXFuNjkrK2ZuSnc4Y09CQThKZVFnZnZxMWFzd2J3Z0pDYUUydE9MeitZc1hMNFpLWDB0TFM0MUdRNmZUaHd3WnNuejU4djM3OTArYU5JbTZjMWhZbUsrdjc1RWpSNkM3Mll3Wk13UUN3ZENoUXpzN095RUwydG5aZWZ6NDhkU2N1SmVDZzRORFltS2lqNDhQaThVNmMrWk1abVltbUtwZVhsNFNpUVNjMkw2K3ZzWEZ4ZENnbzd5OC9MUFBQZ1A1SVUrbXBhV2xnNE9ETWF0eGRBdDFRUTY5NkhWOVFlZkxLVk9tbkQ5L25ycDk4K2JOUGIwQllxbnplTHlTa2hLOUQ1NHViVzF0RHg0OGlJaUk2T25sa0JjRTlkaDBPRG82a25UUWl4Y3ZncmM1SVNFaEtDZ0lpa1E1SEk2cnE2dEtwZElLZHVwQ09oUjJHN3lrOHZ6NWN6anFGUm1PSXBGbzA2Wk5CbmJRbSsyeVpjc1cwbmJZUUEwR1FlOFFObWJNR0JpODh2THlZQ1NGYkNiQXhjVUZXbE1SMVdRd0dLZE9uZEo3L3I1OSszWTdXUmsrZkRnMW4wc2tFaG12eC8zNjlTTloxbFZWVmQxKzF3QzRFRWlsdFVhaklZTzF2YjM5eXBVcjVYSjVZR0RnN3QyN04yellZR2RuNStibTV1N3U3dUhoNGVIaEFlMVFtcHFhU09aOFpHUWtxVXpyaXR6YzNKa3paM2IxYmxSVUZQeVZRa05Eb1Y2QUJHaWhoUVcxOWd6SzFZWU1HYUxWc1ZJdWwxUGRKMTkrK1NYMVhlZ2lhVXk5RXhWZlg5OUxseTZkT0hHQ3VMNkhEUnUyWWNPR3BLUWswT09aTTJkNmVucUNEN3lpb3VMSmt5ZWd4MlQvVTZkT25UNTkydmdyQWpObXpOQnRDejlpeEFpOTRTR0NSQ0loVFRFSkxpNHVvMGFOR2pwMHFKWWU3OXk1RStiVDNSSVZGUVYvYXBKbWFHbHBlZi8rZmNQVjgxcWdIcHNlMUdQVFFhZlRpYnVKV0diUG56OG43a1NCUUxCNzkrNzI5dlplTjFQOG40SEZZbWt0YS9pZi8vekhRTWtXYVhiVzJOaW9WQ3BaTEJieGFUTVlET0o2SlN2L3FOWHFyaXFBdmIyOXU5WGpHemR1VUJPcTlUWWY3Z29mSHg4aU1Ca1pHVVNQdi8zMjI3MTc5MVpXVmlZbEpRMGFOQWpVSWpFeFVhUFJ1THU3ZzR2N3pUZmZwQzVlUktmVCsvVHB3K2Z6UWZ6VWFqV0V5VnRhV2xwYVdraFFuTVZpVFp3NGNlWEtsUVpLd25xTlJDTHBxcXFOb0NXMGhPKysrNjZya3ZIZTNjbStmZnR5Y25MSU1oNHNGbXZPbkRuaDRlRk1KaFBTOXlCM2N2bnk1Vnd1OStUSmt5UXhUYUZRa0MrMGR3c3Y2bjA0aFVLaDRYNlRldFB5WFZ4Y2xpNWRxbHN4WDF0YmErVFNWYVRBakV3VFgyNW1PL0tLUUQwMkhWVlZWWm1abVZLcFZDcVZrdEZoejU0OXBHbEdRME5EZEhTMFdaSXNuajE3bHBtWjJkalkrTTQ3NzR3ZVBicDNKOUhiUGxvaWtSQ1h0YmUzdDI3aGpkN3dtNFdGQmJUM0kzend3UWQ2aDd6NitubzJtMDJpbUJxTkJ2U1k2SnhRS0lSd1dudDd1OTZ3bkJiR2hPaGVwTUhJbFN0WFNLc0hLdTN0N1JVVkZTcVZhdWZPblpzM2IzWnlja3BMU3dOblFHUmtKRXpnUm84ZS9mejVjN0I5QlFLQm5aMGROVVZaTHBlSGg0ZUxSQ0tSU0ZSVFUwTWNKMHFsVXF1Z3k5blpXVzhGVkdOam81Wi9vbS9mdm5vdFBOMVcyR2JIMnRyNnhvMGJSSXk1WE83Q2hRdjkvZjNGWW5GT1RnNVJQcGpaUkVaRzJ0dmJrOVVxcTZxcXlOUGw1K2RIUWhVaWtZall6VU9IRG9VSHFiVzF0Ynk4ZlBEZ3dkUThDYjBOMHFubDBjYkQ1WElGQW9HQkI0ekZZdWxOVGRmMUxaRVVQM3Q3KzBtVEprMmRPalVqSXdOOEE2NnVydkh4OGRUaXhrZVBIbjM1NVpjZzRjYUh6NUdYQ09xeDZaQklKSHJiYnhHVVNxV1I5UXd2blgzNzlrRmc4dWJObS8zNjlldGRZTS9UMDFNM3hIWHIxaTNpeEk2S2lqS3luYVR4SER4NEVJS1VnS09qSTR5U3hBMUk4cFl2WDc1TUhQVkpTVWxhYXd0Q0NyUUpHdWpiMnRxU2ZKbkd4a2FpRTRNR0RWcTBhTkhCZ3dmYjJ0cmk0K01GQW9GWUxJYWxzWVlQSHc3N2VIaDRVR3RwSkJJSlZNSEI0dEE4SG85a1dzbGtzcXFxcXZML0VoQVFRTDBIdmJIcUsxZXVrT0Q2bURGam9PVUlnOEZZdTNhdGdSSTREb2NURWhLaXUvMzU4K2NrcDMzSWtDRjY1ZDlBaEw0WE1CaU0rZlBuYjkyNjFjL1BiOWFzV2FXbHBULzg4SVBXUG53K253VCtwMDJiUnJaVEoycUppWW53REZSVVZKREM4ZmZlZXcvU29NUmlNVVNGRlFwRmZIeTg0WjdTeWNuSmhuUE9IejkrM0pYendBQkxseTdWVzhFY0dSbEpOYmlWU2lWcENPanM3TXhpc1ZnczFySmx5eG9iRy9Qejg2dXJxeE1TRW1KaVlrSkNRcFJLNWRtelozLzg4VWRROU1tVEowZEZSZlgwcnBBWEIvWFlkT2h0UXVubTV1Ymw1UVVXSkdSMXltU3luMy8rR2Q2ZE5XdFdSMGNITldWYWw4N09UdW9hdzlRNXN0WmJCdW9McVNzMFBIMzY5S1VuMnZRVW1VeDI0TUFCNnBhdVl0NWVYbDVVUFlhUTU4T0hENGtQR2ZSWUxCYkQ2bEpnSzR3WU1ZS2F6S1hSYUVnODFSZzluamR2SGxFK0ttQmJrd3g1dloxTmh3MGJSaFpteU1qSWdPLzZ5Wk1uMWRYVk0yZk9mUGJzMlMrLy9DS1R5Y0RmN3Vqb1NCTDMydHJhU2t0TGEydHJhMnRyYTJwcUhqOStESkdPZ0lDQW9LQ2c2T2hvSG8vblRnSHlvcnY5TFBEdEh6MTZsUGdZM256enpjOCsrMHlwVk9ibDVUVTFOVzNZc0dINjlPbWtvYWtXMXRiV1dwNE00T0hEaHg5Ly9ERzhYckprQ1hVTnhKZElkWFUxeVFNb0tDaVlPWE1tOFlGYldWbVIzeEZnYVdtNWR1MWF2VDlEOGdnNU96dkR4NFNWeU9HcjlQYjJKdnBFZmxObFpXWHg4ZkZidG13eDBFeW1GeGxZTDVIS3lrcmlMU0NySXpNWWpIWHIxdTNidHk4N08vdlpzMmZidDIvMzhmRnBiVzBsbHNDY09YUG16NTl2bHFWQkVOUmowK0hpNHBLVWxNVG44KzNzN1BMejh5R2ZhOUdpUlVGQlFWOTk5UlVvUVVSRVJIdDdPeGxId0d1a1VxbEFMZlQrU0F6MDlqTys3ZC9DaFF0MzdkclYwZEV4WXNRSUE0MnV1cUlOL3BMZkFBQUt5VWxFUVZTaG9lSFRUei9WK3hiVnlieDU4K2F1T21PbnBhVlJRMXh5dVJ6V2lPMFdLT2hpc1ZpdXJxN3Z2dnN1aEVpUEhqMEs3OUxwOU9EZzROYlcxaDA3ZHBDZzJwdzVjeGdNUmwxZFhXdHJxNldsSloxT3YzWHJGc25ITm1EUURCdzRFTDRSWDE5ZnFtMVhVbEpDcDlOWkxCYWRUaGVMeFlXRmhiQ2RDTmlWSzFkSXVsTkpTVWxLU2twYlc1dEVJaUhXek9IRGh5c3FLb1JDb1ZhYnRpZFBucXhldlhyMDZORitmbjRxbFVxM05nWW1BVFUxTlRDZVVyUERiRzF0MzNqakRVOVBUL2pYMmRsWjYvbHBibTYrZS9jdWRHVWl6dTAzM25nREt0RmpZMk9ibTV2THlzb1VDc1hKa3lmUG5Uc1hFaEl5YXRRb1B6OC80cWMxRU02a2VucnE2dW9NcExLN3VMam85YjUrLy8zM1hSMENsSmFXYnQ2OG1jdzRLeW9xUHYzMDA4aklTQ2NuSnphYjdlM3R2V2pSSXBpRE1oZ01QcDgvZlBod3ZlYnM3ZHUzU1o3VXlKRWo0WGxPU2txQ2I4Zk96aTR1THE2am82T2xwUVVtaFJFUkVUQlpySzZ1M3JCaHc5YXRXN3NxYW9xTmpUVThtUmFMeGRCTHBFZWNPSEZDSzlVTElKa29BSG1XbkoyZHFSK2NUcWZQbURIajBhTkg4UFhCaW1HQXY3Ky9yNjl2YlcwdG44ODNuSW1HdkFwUWowMkhyYTB0eVZIcWFuZzZmdnc0R1ZMcGRIcDZldnF0Vzdma2NqbjBESGwxUWJ2ZzRPQWpSNDQ4Zi83Y3pzNnVGNGVUR1lOaHFNYTY3aGw2Y1YyNDg2eXNMQXNMQy9JbmxjbGtaSWdKQ0Fob2FHajQ0b3N2aVBJTkdEQUFOTHVrcEVUdnNub0dmTE9CZ1lHQmdZRzYyek16TS9YMkd5Rkd5YkZqeDhENURHTzkxbnFSQUxVTEJKMU9kM0J3Z0VpZVdDeis2YWVmdkx5ODlNNTRPQnlPbzZOamVYazVuVTdYOG45SUpKSTdkKzdjdVhNSC92dkdHMitBTzFxdFZ1L2J0Nit3c0JEeWphbE1tREFoSmlZR3BocFdWbGJidG0xTFMwc0R1MWtxbFY2OGVQSGl4WXQwT3IxZnYzN0xsaTBMREF3a0ZyQmhESzhSZFBUbzBSNnRKRWdvTGk0bVQ1U05qVTFiVzF0MWRmWG5uMy9PNVhJaGtZckpaTUo2R3pBUnVYcjFxa2FqMFdnMEtwVktvOUdvMVdxVlNoVWVIazVOeDVzNGNXSmxaZVhmLy81MzBxV25wYVdGTkNEVHBhNnVic09HRFNrcEtVS2hjTy9ldlVWRlJkUW5PVE16MC9EU0xGU3Z6K3JWcStsMCtyQmh3N3F0d205cWF1cTJYM3BuWnlkWnBXcklrQ0dabVpsTlRVM1BuajJEUGpCZHBVWVdGaGFTMlNTYnpiYXdzRWhKU1NITG5pS3ZHdFRqMTR1eXNqSVN5aElJQkFxRmdtcUNVR3RlWHpvY0RxZmJoZTFNaHJXMXRWYjNzV1hMbHVsZGxnQ2lZdFF0WEM1MzY5YXRDUWtKRW9sayt2VHBiRGFiakhvQ2dTQXhNUkdVVzZ2MkJuQjNkOWNLdFJxRHI2K3ZyaDczNzk4ZndycGdBb3JGWWphYmJXZG54K2Z6K1h4KzM3NTkrL2J0VzFKU0FuMGxQL3Jvby92MzcwUEkxcy9QTHlvcXl0UFRNenM3KytlZmY0YnVNZlBuejNkeWNtS3hXQUtCQUFxWlhGMWQzZDNkKy9YckI4YmxXMis5SlJLSnlzdkxLeXNyS3lvcWFtcHF0T1NackVUQ1lEQ0Nnb0tnN3pkaDZOQ2hjK2ZPMVZydWdzUGhyRjI3TmlnbzZNaVJJMlErb2RGb3JLeXM5TTVMVE16WXNXUFQwOU0xR2sxWVdOak1tVE8zYmRzR09WQ3dtcE14WitCeXViNit2a0ZCUWJXMXRlZk9uUnMyYkppcnEydHJhMnVQQ2dLZlBuMjZjZVBHYjc3NXBybTVXU3Yvdy9ncU9GS2haMHpmYkdQeXVUZ2N6cFFwVTZDSVlOS2tTZGV1WGJ0dzRZTFcva0toTURBd2NNU0lFYlcxdFFVRkJhV2xwZFFQcmxBb0JnMGFoR0pzU2xDUFh3dm9kRHFEd1dBeW1TNHVMZ1VGQlZ3dU56ZzRlUGp3NFN3V0N4WVBZTFBaL3Y3K1pObFVnVURRaTlUTmRldldHVm50MmxPY25Kd09Iejc4SW1jQXU1ekpaRUpjbHNmamFkbE15NVl0ZzhIQ21LYkhibTV1Vzdac3ljek1CSWRFU2twS1ltS2lnNE1ETmFIVTN0NmV6K2MzTnpjem1VeFlmekF3TUhEeDRzVzlhS29NTXNaa01sa3NscVdscFoyZDNlREJnOTkvLzMyU3FyMXExYXJZMkZqZCtHdEdSZ2Jvc2JXMTlkS2xTMjFzYkNaUG5reUVjL3o0OGVQSGo2K29xTGgzN3g2a2RHVmxaWFdWL3MzajhYeDlmWW1nZG5aMmFza3p0V3Y2cUZHajNuNzc3YXRYcjdxNXVRVUhCNDhiTjg1QTNkR1lNV05DUWtLdVhMbHk5ZXJWd3NKQ09wMGVGeGZIWXJIVWFyWFdlcHE5bzlmOUtlM3Q3U0ZUYk1tU0pYUTZQVFUxTlM4dkx5Y25wNktpb3JtNVdhRlFkTnVRZWRTb1VaQm9GaE1UMDl6Y0RNMVcrL1RwTTIzYXRKOS8vcG5KWk5yWjJkbmEydHJZMkZqOUZ3c0xDMHRMU3g2UFoyRmhvVktwdnYvK2V4YUw5ZkhISC9ONHZIbno1aGxZS01KSURQdTNBV1B5dVJnTVJtUmtKRVJBQmd3WTBMOS8vOHVYTHl1VlNraFlHVGh3b0srdnIwQWdnSjJEZ29MQ3dzSVVDa1ZsWmFWSUpLcXFxaEtMeFhWMWRSOTg4TUVMZmh5a1Iyajd1RjRwK2YrNXVmclREWjBkbmRzMmJ4dzJ0TWRXQ0lMMENPZ2hCYTlyYTJ2dDdlMnBCU3IvWDlIWjJVa3Rmd2YvczB3bTYrbkNWaDBkSFhWMWRhOG9PYXNYbEpXVnVidTdkelZIVWF2VlNxVVMvTkpRUnFnMTNIRzVYSElzckRNR3IyRzlFQWNIaDI3VG1vcUtpdXpzN1BRdVJ2bWFRSnF1U0tYU3JwYjVRdlR5MDhuVCs3Nzc1NmkzUnU3K2NwdURmYzkrS2IwRDdXUGtmeGJxWVBvNmo1Z21RSGNpQXRaZVQ4OWpZV0h4K29neHRaaE5Md3dHdy9nUUREV2xBeXFBalRsS2Q2MjIxdzN5RjBBeGZ2MHgxTDhYUVJBRVFSRFRnSHFNSUFpQ0lPWUg5UmhCRUFSQnpBL3FNWUlnQ0lLWUg5UmpCRUVRQkRFL3FNY0lnaUFJWW41UWp4RUVRUkRFL0tBZUl3aUNJSWo1UVQxR0VBUkJFUE9EZW93Z0NJSWc1Z2YxR0VFUUJFSE1EK294Z2lBSWdwZ2YxR01FUVJBRU1UK294d2lDSUFoaWZsQ1BFUVJCRU1UOG9CNGpDSUlnaVBsQlBVWVFCRUVRODRONmpDQUlnaURtQi9VWVFSQUVRY3dQNmpHQ0lBaUNtQi9VWXdSQkVBUXhQeWJWWTB0TEN6YUxwVktyT3pvN1RYbGRCRUVRQk9rUmtyWTJHbzFtYVduSllqSk5jMFdUNnJHandJSEg1U3FWaXVibVo2YThMb0lnQ0lMMGlFZlZqMEcyTEN4NHBybWlTZlhZd2Q3ZXdzSkNvVkNXVjRwa01wa3BMNDBnQ0lJZ1J2TGthV1BWdzBjMEdzM0Jucy9sY2sxelVaUHFNWXZGbXZydVpEcWRmdUh5bjMvZEwrNlV5VFFhalNsdkFFRVFCRUVNb05GbzJxWFNYMzQ3KzdoV2JHdHJNMnpvRUpOZG1tNWlSZXpvNklpTVhsVnc2N2FOdGZWYkkwY004dkh1NStSb1pXbHB5bnRBRUFSQkVDMDBHczJ6WnkwTlQ1N2UrYXZ3enQyL1pISjUrS3l3bEUySkxCYkxORGRnYWoybTBXaVZWUTgzYk54OCsrNDlqVWJEWnJFc0xDeFlMQk5GeXhFRVFSQkVMeG9OVFM2WGQzWjJxdFJxRm9zWk52VnY4ZXZXOU8xclo3SWJNSU1lUTk3YVYzdS91ZlR2S3dxbFVxbFVxbFJxMDk4RGdpQUlnaERvZEJxVHdXU3hXRlpXbGpGUmtiTm1URE9aWmZ4L2I4Q01FVnlwOUhuenMyZk56NTUxZEdENUU0SWdDR0ptYkcxcytQeStkblo5ZUtiSzRhSmlUajFHRUFSQkVBVEEvbHdJZ2lBSVluNVFqeEVFUVJERS9LQWVJd2lDSUlqNVFUMUdFQVJCRVBPRGVvd2dDSUlnNWdmMUdFRVFCRUhNRCtveGdpQUlncGdmMUdNRVFSQUVNVCtveHdpQ0lBaGlmbENQRVFSQkVNVDhvQjRqQ0lJZ2lQbEJQVVlRQkVFUTg0TjZqQ0FJZ2lEbUIvVVlRUkFFUWN3UDZqR0NJQWlDbUIvVVl3UkJFQVF4UDZqSENJSWdDR0orVUk4UkJFRVF4UHlnSGlNSWdpQ0krVUU5UmhBRVFSRHpnM3FNSUFpQ0lPWUg5UmhCRUFSQnpBL3FNWUlnQ0lLWUg5UmpCRUVRQkRFL3FNY0lnaUFJWW41UWp4RUVRUkRFL0tBZUl3aUNJSWo1UVQxR0VBUkJFUE9EZW93Z0NJSWc1Z2YxR0VFUUJFSE1EK294Z2lBSWdwZ2YxR01FUVJBRU1UK294d2lDSUFoaWZsQ1BFUVJCRU1UOC9CODI5Z3VPZk1SVXV3QUFBQUJKUlU1RXJrSmdnZz09IiwKCSJUaGVtZSIgOiAiIiwKCSJUeXBlIiA6ICJmbG93IiwKCSJVc2VySWQiIDogIjE3MjgyMTAwMDciLAoJIlZlcnNpb24iIDogIjMzIgp9Cg=="/>
    </extobj>
    <extobj name="ECB019B1-382A-4266-B25C-5B523AA43C14-3">
      <extobjdata type="ECB019B1-382A-4266-B25C-5B523AA43C14" data="ewoJIkZpbGVJZCIgOiAiNTYyOTkzNjE5Njg4IiwKCSJHcm91cElkIiA6ICIzMDU1Njc1NjU5IiwKCSJJbWFnZSIgOiAiaVZCT1J3MEtHZ29BQUFBTlNVaEVVZ0FBQXg0QUFBUDdDQUlBQUFCYTBjOVlBQUFBQVhOU1IwSUFyczRjNlFBQUlBQkpSRUZVZUp6czNXZGNGTmY3TnZDemZXSHBUVUNxb2dpb3FGRVJPL1lXVzZLeEpNYUtzYUZZWTBtd214ZzF4bDVqalNhMnhJNWRNSXBkUVJCUVFLVUlTdTlzZjE2YzV6Ky9kYW5HZ1YzeCtyN0laNW1kbmIxMzltVG44c3laTXh5MVdrMEFBQUFBZ0ExY1hSY0FBQUFBVUhzZ1dnRUFBQUN3QnRFS0FBQUFnRFdJVmdBQUFBQ3NRYlFDQUFBQVlBMmlGUUFBQUFCckVLMEFBQUFBV0lOb0JRQUFBTUFhUkNzQUFBQUExaUJhQVFBQUFMQUcwUW9BQUFDQU5ZaFdBQUFBQUt4QnRBSUFBQUJnRGFJVkFBQUFBR3NRclFBQUFBQllnMmdGQUFBQXdCcEVLd0FBQUFEV0lGb0JBQUFBc0FiUkNnQUFBSUExaUZZQUFBQUFyRUcwQWdBQUFHQU5vaFVBQUFBQWF4Q3RBQUFBQUZpRGFBVUFBQURBR2tRckFBQUFBTllnV2dFQUFBQ3dCdEVLQUFBQWdEV0lWZ0FBQUFDc1FiUUNBQUFBWUEyaUZRQUFBQUJyRUswQUFBQUFXSU5vQlFBQUFNQWFSQ3NBQUFBQTFpQmFBUUFBQUxBRzBRb0FBQUNBTlh4ZEZ3QlFycnk4dkpobmNja3ByNU9UVTNMejgzVmREZ0RvbUlteGtXUGR1blhyMnJzM2NETXpNOVYxT1FCbFE3UUNmYVJTcWE1ZXY3SHlsM1ZwYjk0cWxRcUZRcWxXcTNWZEZBRG9HSWZENGZONVhDN1Ayc3J5KzlremVuVDE0L054RkFPOXc4RVJDL1NOVENaZnN2TG5JOGYvVVNxVnVxNEZBUFFVbDh2OVltRC81VUVMQlFLa0s5QXZhSkdnZDA2ZE8vL24wUk0wOUp1YW1QajZ0SFIxY1RZM005TjFYUUNnWXptNXVTOWVKdDY1L3lBcksxdWxVaDMvNTlSbnpiMkhmakZRMTNVQnZBUFJDdlJMY3NycmZRY1AwMXpWc2tXelJmTm1tcGlZOEhrOExoZVhYQUI4NmxRcWxWS3B6TXZQLzJuTmIyRjM3NnRVcXUyNzk3WnAzZExKMFVIWHBRSDhEdzVYb0Y5aW44V2xwcjRoaEZoYldmcVBIV1ZsYVNrVUNKQ3JBSUNlQkJRSUJKWVdGcE1uanJXdFkwTUl5Y2pNaW9oOHF1dTZBTjZCSXhib2w0TEN3aEpwQ1NHa1lRTzN1bloydWk0SEFQU1J0WlZWWTA4UFFvaGNMcy9OeTlOMU9RRHZRTFFDL1pLYmwxZFNJaVdFMkZoYkdSbEpkRjBPQU9nakE3SFl4c2FLRUNLVHlmSVFyVURQSUZxQmZsRXFsQ3FWaWhEQzUvTjVQSjZ1eXdFQWZjVGo4Y1FpRVIxOUpaUEpkVjBPd0RzUXJRQUFBQUJZZzJnRkFBQUF3QnBFS3dBQUFBRFdJRm9CQUFBQXNBYlJDZ0FBQUlBMWlGWUFBQUFBckVHMEFnQzlnRnZGQTBEdGdHZ0ZBRFhxeG8wYjBkSFJwWmZQbmozNzFLbFR4Y1hGSC80VzE2NWRLeW9xK3ZEdEFBRDhCNGhXQUZDalRwdzRNWGZ1M1BYcjErZm01bW91ejgzTjNibHo1NWd4WThMRHcrbVN2THc4cVZSYWVnc0toZUxzMmJQSnljbGxicitnb0dEanhvMVRwMDU5K1BCaDlYd0NBSUNLSUZvQlFNMUpURXlNaTRzamhQejc3NzhSRVJHYVQ0bEVJa0pJdTNidHZMMjk2WktqUjQ4R0JnYStmUGxTYXlNeW1lellzV1BUcGswN2V2Um82YmY0OTk5LzVYSjVlbnI2c21YTG5qN0ZqWHNCb0tZaFdnRkF6UWtPRHFZcDZxZWZmdXJRb1lQbVUxd3VseERpNU9TVWtKQncvUGp4dkx5OEN4Y3VKQ1VselpvMTYrTEZpNXByR2hvYWpoOC9YcUZRN04rLy84OC8vOVI2aTJ2WHJ0RUh6Wm8xOC9UMHJQN1BCQUR3RHI2dUN3Q0FUMFYrZnY2bFM1Y0lJZE9uVDNkemMwdE9UZzRPRG1aR3IyZG5aOU0rcHdNSERraWwwa3VYTHRGeFY5N2UzczJhTmRQYVZMdDI3WnljbkJJVEU0T0RnNGNORzhZc2o0Nk9wajFWZkQ3Ly92MzdEeDgrYk5HaVJjMStTZ0Q0MUtIWENnQnF5TEZqeDBwS1N0cTFhMGY3cXpadDJwU1VsSFRxLzlDaFZ6RXhNWFI4VlVwS0NpR2taY3VXQ3hjdXRMR3hLYjAxdWhGYlcxdk5oWC84OFFjaFJDZ1VUcDgrblJDeWJkczJqR2NIZ0JxR2FBVUFOU0UrUHY3VXFWTkdSa2IrL3Y2RWtQRHc4S2lvcUNkUG52VHExV3YzN3QxLy8vMjNtNXNiSVdUOCtQRW5UcHlvVjY4ZUljVGMzRHd3TUpESDQ1VzV3WjQ5ZTNidjNwMUdLQ29xS29vT2dSODBhRkRuenAxZFhWMVRVMU5YclZxbFVDaHE4SU1Dd0tjTzBRb0FxbDEwZFBUU3BVc1ZDb1cvdjcrRmhRVWg1UGp4NDRRUXBWTHA2dXBxWTJQRDUvOXZjTUxldlhzVEVoSUlJWUdCZ1NZbUp1VmQ2R2RvYUJnUUVHQm5aMGYvbE12bG16ZHZKb1E0T2pwKytlV1hoSkRKa3lkek9KekhqeCt2WGJ1MnpDc05BUUNxQTZJVkFGU3ZqSXlNUllzV1pXVmxFVUsyYjkvKzVaZGZEaGd3NE5HalIzUXVxejU5K21pdS9QRGh3MU9uVGhGQ2hnd1owcng1ODJQSGpnVUZCUjA3ZG96T3VTRDlQeVVsSlV1WEx0MjJiUnZUSS9YNzc3OG5KU1ZKSkpLRkN4ZUt4V0pDU0tOR2pRWU1HRURIYndVR0JyNTQ4VUpIT3dBQVBpMFl4ZzRBMWN2S3ltcklrQ0YwRkJTSHczRnhjWW1OamFWUHJWNjlldlhxMVpvck0zMVVSNDhlWmVaVzJMZHZuNzI5dmJPejg0SUZDMmhFb3lJaUlwS1NrcFlzV1hMOSt2VXpaODdRc1ZtYW82OUdqeDZkbEpUMDRNR0RwS1Nrd01EQU5tM2FEQmd3d01QRG8wWStOd0I4b2hDdEFLRGFEUjQ4T0RZMnRtdlhyajQrUHF0V3JTS0UrUG41OWVuVFo5ZXVYYmEydGtaR1Jqd2VMeTB0N2U3ZHU0U1FPblhxK1BqNGFHMGhQajYrWmN1V0sxYXNXTDkrdllPRGcwcWxvcE1zOU83ZCs5R2pSNXMyYlJLTHhRMGJOZ3dKQ1ltTGl4czVjaVFkNU03ajhkcTNiNStUa3hNZkg2OVVLbS9ldkhuLy9uM2FCd1lBVUUwUXJRQ2cyZ21Gd3FDZ0lOci9kTy9lUFM4dnIyblRwZ2tFZ2pWcjFoQkNkdXpZOGRsbm4vMzY2NitFRUJjWGx5VkxsdER4V0E4ZVBQRHk4cUpuOXlnSEJ3ZjZrcGlZR0JxdDh2UHoxNjFiWjJGaDhmMzMzMGRHUmtaRVJLU2twREFqcTg2ZlA3OWx5NWE1YytlZVBIa3lOamEyVzdkdW5UdDMxdDF1QUlCUEFxSVZBTlFFbFVwMTRNQ0JZOGVPMmRuWkxWaXdRSzFXeDhiR3hzWEZkZW5TSlR3OC9QVHAwM1RXVUU5UFR6cldTcUZRbkQ1OTJzSEJZZTdjdWM3T3p1VnQ5dGl4WTYxYnQ1NDZkYXFSa1JHZDBjclkyTGhidDI2RWtJU0VoRjI3ZHRFQlhxdFhyNDZOamZYejg2dlpEdzBBbnlKRUt3Q29kZ2tKQ1JzMmJJaVBqNmRUS2l4Y3VEQXBLVW1wVkhLNTNOZXZYek4zQTFTcFZPZk9uZE44WVdKaTR0bXpaeWRQbmx6ZWxwY3NXZUxnNEVBZmExNW1tSldWdFdMRkNwbE14dWZ6WFYxZDQrUGprYXNBb0dZZ1dnRkF0Yk95c25yejVnMTkvUFRwVXk2WDI3aHg0M2J0Mm1WbVpoNDllcFJPeUQ1bXpKaStmZnN5TDNuNDhPSEtsU3VOalkwcnlGVjBDZ2I2UUNxVmNqZ2Mramc3Ty91SEgzNTQrL2F0bFpYVnZIbnpHalZxVkowZkRnRGdIWWhXQUZEdFRFeE1oZzhmdm5QblRpTWpvMzc5K3ZYdTNkdkV4R1Q3OXUzQndjR1dscFpxdFRvcks0dkg0OUU3TkZPYVhWQ1Z5c25KV2JwMDZldlhyK25ObStmTW1mUG16WnRXclZyTm1ESER4TVNrZWo0VEFFRFpFSzBBb0NiMDZkTW5MUzN0eXkrL3RMQ3drRXFsOCtmUGo0bUo4ZlB6OC9mM0R3b0t5c3JLMnI5Ly8rSERoNW4xcXo2RmVtcHFhbEJRVUhwNmVydDI3VUpDUXFSU2FYRnhjV0JnWUpjdVhlZ0tVVkZSOSs3ZCsvcnJyOThycmdFQS9EZjRvUUdBbXNEbjgra3RibWdmVldGaG9aZVhWMlptWm14c0xEMGg2T3pzN09qb3lLeWZrWkVSRVJGUjZXYmo0K04vKysyMzNOemNxVk9ucXRYcWtKQVFBd09EclZ1M2FuWldSVWRISHo5K2ZNaVFJWWhXQUZBRDhFTURBTldydUxnNE1qSXlMUzB0TVRFeEtTbnA1Y3VYaFlXRmROSXBUMDlQZ1VCQW8xV25UcDNvNU9uVXZYdjNxaEt0VnE1Y3FWQW8rdlRwMDdObnorRGdZSnJodEU0Q3l1VnlPazJEUkNLcG5vOElBUEEvaUZZQVVMMjRYTzZtVFp1WVdkU0ZRbUdiTm0xOGZYMWJ0V3BsYkd4TTd5VDR2dHZNenM2bUR4UUtoWnViMi9qeDQ1bW5hRkRUUktlNWV2SGloZVpFN1FBQTFRVFJDZ0NxbDBna0dqcDA2TFp0MjB4TlRRY01HTkNyVnkrYXFCZzBETzNhdFl0T1E2V3B2TlFWRmhiR2JIenUzTGtDZ1lDR05rSklRVUhCblR0M1RFMU5tWlZqWW1JSUlSczNic3pJeVBqODg4K3I0U01DQVB3UG9oVUFWTHNlUFhyRXg4ZVBHalhLek15czlMTjB4THFYbDFmOSt2V1poZlMrTjhYRnhXVnVjTXlZTWMrZlAwOU9UdjcyMjIvdDdPem9RaWNuSi9wZytmTGxwVjlTWEZ6TXJBQUFVSDBRclFDZzJna0Vnb0NBZ1BLZWxjbGtYQzYzZCsvZW5UcDFZaGJldTNmdjd0MjdqbzZPQ29XaTlQQnpjM1B6RlN0V2JOeTRzVStmUHN4Q056ZTNLVk9tQkFjSDUrVGthSFozY1RnY2UzdjdFU05HTkczYWxPMVBCZ0NnRGRFS0FIU3NiOSsrSFRwMHNMYTIxbHhvYTJ1N2JObXlaczJhbGZjcUN3c0xlbDlDVGIxNjllclZxMWUxVlFvQVVEbEVLd0RRc2NHREI1ZGU2T2pvcURrWEF3REF4NEtyNndJQUFBQUFhZzlFS3dBQUFBRFdJRm9CQUFBQXNBYlJDZ0FBQUlBMWlGWUFBQUFBckVHMEFnQUFBR0FOb2hVQUFBQUFheEN0UUwrSVJFSTY5YlpNSnFQM1B3RUEwS0pVS2t1a1VrSUlqOGNUaTBXNkxnZmdIWWhXb0Y4c0xNd05EUTBJSVRrNXVjWEZKYm91QndEMGtWUXF5OHJLSm9TSVJTSnJLMHRkbHdQd0RrUXIwQzhXNXVZU1EwTkN5TXZFcE15c0xGMlhBd0Q2S0Rjdkx5N2hCU0ZFTEJaWldWbnB1aHlBZHlCYWdYNXhiK0JtWTIxRkNIbVZtTFRqOS8yNkxnY0E5TkhtN2J2ajRsOFFRc3pNekJwN050SjFPUUR2NEtqVmFsM1hBUENPOHhjdlQ1czVUNlZTRVVKY1haeDdkZTlpWldGaFlHaWc2N29BUU1lS2lvc3pNN011WGJsT3U2eTRYTzY2bjVmMzc5dGIxM1VCdkFQUkN2U09RcUdZRkREN3l2VVFYUmNDQUhyTnIxT0hiUnZXQ2dRQ1hSY0M4QTZjRUFTOXcrZnoxLzI4L0tzdkI0bUVRbDNYQWdENlNDRGdEeDd3K1pxVlM1R3JRQStoMXdyMFYyUlVkRlIwVEVabVpucEdabUZoa2E3TEFaM0p6Y25PeWtnbmhKaWFtMXRZV3V1NkhOQVpRME1EYXl0TGF5c3JqMFlObXpiMjBuVTVBR1ZEdEFJQWZYZm8wS0cxYTljU1FrYU1HREZyMWl4ZGx3TUFVQkdjRUFRQUFBQmdEYUlWQUFBQUFHc1FyUUFBQUFCWWcyZ0ZBQUFBd0JwRUt3QUFBQURXSUZvQkFBQUFzQWJSQ2dBQUFJQTFpRllBQUFBQXJFRzBBZ0FBQUdBTm9oVUFBQUFBYXhDdEFBQUFBRmlEYUFVQUFBREFHa1FyQUFBQUFOWWdXZ0VBQUFDd0J0RUtBQUFBZ0RXSVZnQUFBQUNzUWJRQ0FBQUFZQTJpRlFBQUFBQnJFSzBBQUFBQVdJTm9CUUFBQU1BYVJDc0FBQUFBMWlCYUFRQUFBTENHcitzQ0FBRGVvVktwTWpJeUZBb0ZzeVF2TDArdFZoTkNDZ29LWHI5K3pTem44WGhXVmxZOEhrOUhsUUlBbElGRGY3QUFBUFNFUXFHWU8zZHVmSHc4czZTZ29DQTdPNXNRWW14c2JHWm14aXkzczdQYnVIR2pRQ0RRVWFVQUFHVkFyeFVBNkJjK24xKy9mdjJRa0JETmhSd09oMmFzZ29JQ1ptSEhqaDJScXdCQTMyQ3NGUURvblY2OWV0RXNSUWhSbDBLWGM3bmMvdjM3NjdSTUFJQXlJRm9CZ042cFY2OWVvMGFOS2w2blFZTUdibTV1TlZVUkFFQlZJVm9CZ043aGNEaDkrdlRSV3NMMFkxRTlldlRRV2dJQW9BOFFyUUJBSDNYbzBNSEV4S1M4WjQyTWpIeDlmV3UySWdDQUtrRzBBZ0I5Wkc1dTNxUkprL0tlZFhOenM3YTJydG1LQUFDcUJORUtBUFNSb2FGaDgrYk50UWF6MDhjY0RzZmQzVjF6RmdZQUFQMkJhQVVBK29qTDVYcDRlQmdiRzJzTnFPSndPQVlHQnMyYk4rZHk4Zk1GQVBvSXYwMEFvS2NhTldwa2JtNWVlcmxFSXZuc3M4OTBVUkVBUU9VUXJRQkFUNW1abWRIaFZrekhGWDNRb2tVTEN3c0xYVmNIQUZBMlJDc0EwRjk5Ky9ZdHZYRGd3SUc2cUFVQW9Fb1FyUUJBZnpWdjN0ekd4b1krcGwxV2RuWjJ6WnMzMTNWZEFBRGxRclFDQVAwbEVBaDY5T2loZVU2d2E5ZXV1RzhnQU9nelJDc0EwR3M5ZS9ZVWlVVDBzVWdrNnRTcGs2NHJBZ0NvQ0tJVkFPZzFlM3Q3NWw2QnpzN09EZzRPdXE0SUFLQWlpRllBb05jMHAxckFUS0VBb1AvNHVpNEFBS0FpQW9HZ2NlUEdob2FHS3BXcWFkT21RcUZRMXhVQkFGUUUwUW9BOUoyN3U3dTV1WGxKU1VtTEZpMTBYUXNBUUNVUXJRQkEzems0T0RnNU9VbWxVaGNYRjEzWEFnQlFDUTV6eDFNQWZWTlVWSlNhOWlZak15c3pLNnU0dUVUWDVZQXVQWTJLVktsVWpaczAxWFVob0V0aXNjakt3c0xTMHNMTzFsWWlNZFIxT1FCbFE3UUNmYVJXcXgrSFA5bHo0TkR6K0lTOHZMenNuTnlTRWtTclQ1cGFyU0tFY0RpNDh1YVRKaEtKek0xTVRVMU1YRjJkdngwNXZOVm51RXMzNkNORUs5QkhXM2Y4dm03akZxVlNxZXRDQUVCUDhYaThhWlA4QXliNzY3b1FBRzJJVnFCMzdqOThQUHpiOFRSWGlVUWl4N3IyWm1hbUJtS3hydXNDQUIwcmtVcXpjM0pUWHIrbUl3UjRYTzZoZmJ0YWZZWWJINEYrUWJRQy9aS1JtVFZqN29KYllYY0lJUTBiMUIvN3pZaDZyaTdtWnFZR0JnYTZMZzBBZEt5a3BDUTdKL2ZGeTFkN0RoNk9qbmxHQ0duUnJPbVc5V3RzYkt4MVhSckEvK0FzTmVpWHFLZlJ6NTQ5cCtOVnAvaVBhOSsyamIyZExYSVZBQkJDeEdLeG5XMmR0bTFhejVvMmlmNHN4Q1c4ZVBBNFhOZDFBYndEMFFyMFMzNStRVW1KbEJEU3RMR1hxN09UcnNzQkFIMWtiMi9YcWtVelFvaGNMcy9MeTlkMU9RRHZRTFFDL1pKZlVDQ1Z5UWdoMWxaV1JrWVNYWmNEQVBySVFDeXVZMk5OQ0pITEZYbjVpRmFnWHhDdFFMK1VsSlRJNVhKQ2lLR2hXQ0FRNkxvY0FOQkhmRDdmeU1pSUVLSlFLSXFLaW5SZERzQTdFSzFBMzNDWUJ4d09wK0pWQWVEVHhIbm41d0UvRktCZkVLMEFBQUFBV0lOb0JRQUFBTUFhUkNzQUFBQUExaUJhQVFBQUFMQUcwUW9BQUFDQU5ZaFdBQUJRTFJRS1JVbEppYTZyQUtocGlGWUEvNFZhcmI1ejV3NDllRlQzZTcxKy9YclZxbFhWZDRoS1NFaUlqNDh2NzltVksxZkd4TVJVMDF1L2w1U1VsQS9meUk0ZE81S1RrOS9ySlVsSlNTRWhJV3g5MFZLcDlNQ0JBNVhXVUZoWXVINzkrZ3BXVzdObVRYQndNTDJMdWFhOHZMeTFhOWRtWm1iK2g5b2lJeVBwckhKVlYvR2NVZ3FGWXR5NGNTZE9uRURBZ2s4S1g5Y0ZBT2dYaFVMQjUxZjAvNFZjTHI5ejU4NkpFeWVlUDMvKzNYZmZjYm5jaElTRWI3NzV4c1RFUkd2Tmh3OGYzcmh4WStyVXFUd2VyN3l0UFh2MjdQNzkreFc4blZxdERnNE96c25KS1NrcCtlR0hIN1JxTzNQbWpGZ3M3dGF0V3dWYmlJbUppWTJOSFRCZ1FIa3JuRDU5K3NxVksvMzY5UnM5ZXJSUUtOUjhLalkyTml3c0xDd3NyRnUzYnFOSGp6WTFOYTNnamQ1THBmdTV0SjkrK29uTDVYYnYzdDNIeDJmYnRtM05temZ2MDZjUGwvdCsvejRNRFEwOWZmcTBqNC9QbDE5KzJhaFJvNnE4SkM4dmI4MmFOWHYyN09uYnQyL1BuajAxditnVEowN0V4TVFNSERqUTA5T3ppZ1h3K2Z3alI0NGNPWExFM2QxOXdJQUJIVHAwS0hNMWtVaDA1Y3FWcTFldit2cjZUcHMyalU2UHFTazJOallrSk9Ua3laTmp4NDV0MWFvVnN6dzZPdnI2OWV1M2I5OGVObXhZLy83OXF6N3ZibnA2K3NLRkMwMU1UTDc0NG90Ky9mcFY1ZHRScVZRelpzeW9XN2Z1dUhIakhCd2NTcThnRm92ejgvUDM3Tmx6L1BqeEJRc1dlSGw1VmJFWWdJOGFvaFhBL3hRWEZ5OWV2TGhWcTFaZmZ2bWw1bktWU3ZYNjlldW9xS2hIang0OWZ2eTRzTENRTHYvOTk5OTc5KzRkSEJ4ODdkcTEwdmVRenMvUFZ5cVZNcGxzNXN5WjVhVXJGeGVYWDMvOXRTcjlLQThmUHR5d1ljUE1tVE0xRjhwa3N1M2J0NGVHaGpvNk9wYjN3ckN3c1BUMDlQRHc4Qmt6WnBUT2Y0U1FiNzc1Sml3czdQVHAwNG1KaWN1V0xkT2NpakUwTkpRK2tNdmx1Ym01VExSU0twVVY1TVZLbGJlZksyWmhZZkh3NGNQdDI3Zkh4c2JtNWVWdDM3NzkyclZyczJiTnNyZTNyL3BHYUdKNC9QaHh4NDRkcXhpdGFEckp6TXk4Y2VORysvYnROZmVocmEzdC92Mzd3OExDbWpadE9uWHFWRHM3dS9JMkVoNGVucHFhMnIxN2R4NlBKeEtKcEZLcHZiMTlzMmJOS3FoVElCREk1WEo3ZS92U3VVb3VsMmRrWk5CT0kzTnpjODJubmo1OVN1OXFjUDM2ZFQ4L1B3c0xpNnA4UmtLSXRiWDF1SEhqZHU3Y3VYdjM3b2NQSHk1ZHVyVFNsM0M1M0s1ZHV4NDhlUER4NDhmang0L3YyN2R2NlhXRVFxRlVLdlgyOXE3aTNnYW9CUkN0b05ZcUxDdzhjZUpFNlRNbUZYank1TW16Wjgvb3dZazU2c2ZGeFMxWXNLQzR1SmhaamNmanRXclZ5dDdlM3R6Y25KNmxVaXFWVFpvMDBkeVVVcW04ZGVzV1BRb1dGeGVYUGpyU3hMWmh3NGFzckt4Um8wYjUrUGlZbVpseHVkd2JOMjVzMmJMRjBOQncwNlpOcGVPYVdxM1dqRDQwM3p4NjlPalJvMGNWZjdTSWlJanc4UEF5KzBnc0xDeSsrdXFyMzMvL1BUdzhQRG82bXVtQUtTNHV2bnIxS2lIRTI5dDc5dXpaelByWjJkbEJRVUVCQVFGdWJtNHM3dWRLbVptWjBXbTRBd0lDY25KeXBrMmI5dXpac3psejVtemN1TEhxQVlKMnkzWHIxcTFqeDQ1VmZBblQ4VE45K25RYW5sUXFsVUtoRUFxRmJkdTJEUWdJK1BYWFh5TWlJalp2M3J4OCtmTHlOaElYRjdkMzc5NlRKMCtPR2pXS2ZtdWZmLzY1c2JHeDVqcDVlWGxDb1ZBc0Z0TS8rWHkrWEM1djNMZ3hzd0x6N2NmRnhTa1VDcEZJdEhUcFVtZG5aODJOM0x0M2p4QmliR3k4Wk1tU3F1OFdxbi8vL284ZVBicC8vLzZqUjQraW82TTlQRHkwVnNqSXlMQ3lzdEpjTW1USWtFZVBIa1ZGUlczYnRxMUZpeGFsd3lXZno1ZEtwWDUrZmgrU3hRRStMb2hXVUd0SkpCSVhGNWUxYTllKzExR2YycmR2SDNQVU56RXgrZXFycjh6TnpTMHRMVk5TVXJadTNXcG9hTGh3NFVLNjVxMWJ0NEtEZ3cwTURPYk9uYXU1aGVMaVlocXRSb3dZWVdSa2xKbVpHUlFVUkhzYUdDcVZpaVkyZWo2T0JxbjgvSHg2N0xlMnRxYXJsWlNVTUlkYkxjenBzR1BIam9sRW9qTFhHVFpzV0dGaDRaQWhROG83OTBRSTZkR2p4NEVEQitSeXVZbUp5YXRYci83NDQ0OVpzMlpkdkhpeG9LQ0Fab3ZObXpjckZBcWxVcWxXcTU4OWUvYjY5ZXNsUzViODhzc3Z0cmEyYk8zblNqOHM3WjVScTlVcWxjcmEybnJZc0dHN2QrL095OHU3YytkTy9mcjFHelpzV0pWM3JPQUFIeDBkN2VycVd2cmRtV2lsVXFuQ3c4Tzl2YjFQblRxMWYvLys3ZHUzRTBLYU5HblNva1dMaHc4ZjhuaTg5UFIwdXViT25UdnIxYXMzYk5nd1ppUFBueituclVJaWtXalc4UGp4NDlEUTBLbFRwM0s1M0Jjdlh2ejg4OCtmZi81NXYzNzlqSTJOUzUvcnpNcksycmh4bzcrL2YyUmtKUDFtbloyZFkySmlqaHc1TW1mT0hBTURnOFRFeEtTa0pFTEk2TkdqbVZ5Vm1KaDQ5KzdkS2tiWXI3Lysrdjc5KzN3K1h5dEMwUVMvZlBueXNXUEhhdlpPY2JsY2YzLy82ZE9uRTBKU1UxTUxDd3M1SEU3OSt2V1pGYlJ1VjFWU1VuTHc0TUZ2dnZtbXZPWUtVQXNnV2tGdDFxRkRCMnRyYTVGSVpHMXRyVFhvWk15WU1mbjUrY09IRC8vaWl5L0tmQzF6U0xDeHNXSFdrY2xrV3F0Vk9pUkZyVllUUWl3dExSY3NXTEI0OFdJTEN3c0xDNHZidDIvTDVmS21UWnZTQTFoc2JPelFvVU0zYjk3czVPU1VscFpHQ09uWnN5ZDllV0ZoNGJ4NTgzeDhmTDcrK3V2U04xV3Mra2dqclRWZnZuejV6ei8vME5vb09uNzU2Tkdqang4L3pzcksrdjc3NzFOVFUybEN2WC8vUHUweFl0QS9mL3Z0dDZDZ0lMRll6TXArcG1KaVl2YnUzVHRzMkxEbXpadHJyY21jaWN2THl6TXhNZW5VcWRPK2ZmdlVhdldmZi81WlVsS3laTW1TcXB4eUt1L0dsQThmUGx5K2ZMbUhoOGNQUC93Z0ZvdGpZbUp1M0xoQm4ySkdhcTlacytiMTY5Y2pSb3lndzczSGpoMnJ0UVhOSldGaFlTOWZ2Z3dNREJTSlJDcVZLaW9xaWphREsxZXUwREhkaHc4Zk5qWTJ2blhyVmtsSmlVcWxtajU5T3AvUHo4L1BQM1RvVUdSazVKSWxTMG9YeWVQeEhqeDRNSFhxVk5yM0Zod2NmUG55NVl5TURLbFV1bVRKa3FDZ0lIb0NsOFBoSkNRazdOeTVrNzRxSkNRa056ZTNwS1RrNjYrL2pvNk8vdlBQUHl2ZFN3cUZZdE9tVFZvTEl5TWpaVExadG0zYkNDR2E2YXBldlhvdFdyVEl6ODl2M0xneC9aYjc5Ky9QUEV2L2x3a09Ebjc4K0RIOWZwODllL2J5NWNzZmYveFJhMkFmUUsyQmFBVzFYTVdIV3pydzViOXQrZHk1YzI1dWJwcnBwRXpNQ3ZiMjlqdDI3S0NQUjR3WUlaZkxCdzRjU0FjZ3g4Zkh6NWd4WThxVUtjeXJOQjhUUWw2OWVwV2FtanBuemh5dFpQQytnN2daTGk0dXpzN092Ly8rT3gzM1E4ZE44L2w4ZXRtalJDS0ppNHVqNDIrMmJOa3lac3dZVzF2Ym9VT0hhZzZYMXNMV2ZoYUx4Zkh4OFN0V3JLaGdIYTFNazVXVlJRZ0pDZ3FpNmVyUW9VT0hEeCt1K0YzT25qMTc5dXpaMHNzaklpS1dMVnYyd3c4L3VMdTdYN3AwNmVMRmk1clB2bjc5bWhCeTZOQWhHcWtEQWdLZVBYdVdtcHJhcVZNbnpkV09IRG1Tbkp3c0ZBb2xFa2w4Zkx5bnAyZEVSRVJPVGc2ZnowOUpTVWxKU2FFcDlzbVRKendlajhmalNTU1MyN2R2bTVpWXRHdlhqbTU1OGVMRlpVWjIrblhMNWZKNjllcEpKQks2OE0yYk4zUW5wS1NrWExod2dUYTUwcC91N05tejNidDM5L0R3OFBiMjNyTm5qMFFpTVRFeDBXby85T3kyaVltSnNiRXgzYXdtcGh2MXpKa3pOalkyYVdscDdkdTNwMTJKUVVGQkhBNG5OamFXcm5EcTFDbXQxOTY5ZTFmenovRHc4SjkvL25uKy9QbnZleWtEd0VjQnpScWdJcHE5RjRRUTJxVWtsVXJYclZ0MzdkbzFJeU1qK2c5MHFWVEtkQkpRekxYNlZibG9uK25wNmQ2OXU0R0JnVnd1WjVha3BhWGR2WHRYS0JUMjY5ZXZkSTlMZVgwd1ZURm8wS0N1WGJ1YW1KZ01IanhZTHBmLytPT1BUWnMycFUvRnhjVUZCZ2J5K2Z3bFM1YUl4V0tSU0JRVEU3TnMyYktKRXllV09WU1pSVXhQaHErdnI5YjQ5TnpjM011WEx4TkN5aHVkSFJFUjRlYm1ObUxFQ0E2SDgrREJBd2NIQnlaLzBDL2kzTGx6eko5R1JrWmR1blFwczRaSGp4NzUrdnBPblRwMThPREJkZXJVeWN6TUhEOStQTzJscTFldjN0aXhZOVBUMDExZFhUdDA2SERpeEltWEwxKzJidDNhemMzdHhvMGJmZnIwTVRBdzJMQmhnNE9EdzQ4Ly9zZ01QS0psejU4L3YzWHIxalJZNStmbnIxeTVza0dEQm5TRm1KaVlSbzBhSlNRazBPKzB2TXY2bUNBeWZ2eDRKc3ZTclUyWU1PSHAwNmM1T1RtT2pvN3IxNjluZG1OeWN2S2tTWlBvUUxFNmRlb1FRZ1lQSHR5NWMrZlNPMUNsVXRITFNJY01HVEp3NE1BS3Y2WC9QOFhEZ1FNSHZ2MzIyNzU5KzlLSWR2YnNXWWxFc252MzdyaTRPQmNYRjNwT2s1YjM0NDgvVnBETEFXb1pSQ3VBaXJpN3UxKzRjSUVlR2hreW1lemF0V3VFa0lLQ0F0cUhJWlBKU3Y5TG5hcktSRUhNSVhQNDhPSFcxdFpUcDA3dDNMbHpuejU5REEwTjc5MjdkL2Z1WFpGSVZPYmwvVXkwZXE5TDdSaWxMeGlNaUlnd016TmJ0V29WelNLWEwxL3UwNmNQUGRMVFFUWnF0WHJidG0zOSsvZXZXN2Z1ZjNqSFNqSGprTHAwNmRLbVRSdk5wN0t5c3VnWDBiWnRXK2FwVmF0V0RSa3loQTZvWnd3ZlBuejQ4T0ZhVzliTVZSd09wNkNnb0Z1M2JxNnVydVZWd3VGd3l2eU1vMGFOaW91TDY5dTM3KzdkdTErK2ZFa0kyYnAxcTQrUHo4T0hEMCtlUE9ubTVtWm1aclowNlZMYXg2TlFLREl5TWtKQ1FueDlmYjI5dldrSElhVlFLT2lmVjY5ZTNiSmx5NVFwVTl6ZDNhdTRjMG9yS2lvNmV2UW9sOHVkTVdOY2U0UUhBQUFnQUVsRVFWU0c1b2sySnRsclhoSlJaakJsem51V2ZyYjBUQmttSmliejVzMExDZ3JhdG0zYjgrZlBwMCtmbnB1YisrKy8vM2JwMGtVaWtYaDdlMWY4UVFCcU4wUXJnSXB3T0p4cDA2WjE2dFRKeWNuSjFOUjA1c3laQ1FrSnhzYkdORkhSRWVqcjE2ODNOVFU5ZVBDZzVndUxpNHVIRGgxcVpHU2tkUlZZZWUraTlkcDkrL1lkTzNaczNyeDVGYitRT2FIVHQyL2Y4bzY3NTg2ZHEwclAyZG16WisvY3VYUDE2dFdDZ2dJT2h6TjA2TkFqUjQ3UVhobWFEZzBNRE9MaTRpNWZ2bnp1M0xrclY2NHNXclNvZ3JrRC9qUG1FMmwrSEhwb056YzM1L1A1Q29XQ21ROHpKU1hsMXExYjkrN2RtekJoUXUvZXZTdllyRXdtTzNMa0NQTm5seTVkYnR5NDhlZWZmODZmUC8rOXlpc3NMQ3dzTEJ3elpzeTFhOWZPbkRsREw1OE1DQWl3c2JGNS92ejU4dVhMNlhEMXYvLytlL3o0OFhUT3MxbXpadEdoVjFyeFYrdTZoNjFidDQ0Y09iTGlkNi9nL08rUkkwZHljbkxzN095MHJ0RmpyaTJvOU5RYnZYNkN6aWlodVR3bEpXWHg0c1grL3Y1YTNVN05temNmTkdqUWlSTW5ybHk1NHVmbkZ4TVRvMUFvL1B6OEtuNFhTaTZYOC9uOEQrbHpCZEJuaUZZQWxlQnl1VFJENU9UazBGTTIrZm41di96eXk4aVJJKzN0N1RrY1RyOSsvUVlOR3FUMUtvRkFNSFhxMUwxNzkwWkVSRGc1T1ZYOEZscXBpUDdwNGVIUnRHblRodzhmVnFYSU1XUEdsRGVZNmNxVksxV0pWdlI2UnFwRGh3NzBYSldob2VIaXhZc25UNTVNNXpGblJ2R3IxZXA2OWVwVnBiRDNwVktwNkFObW55aVZ5cFVyVjlyYTJrNllNTUhhMmpvMU5aV09yNmNEdE9seCtzaVJJMTVlWGhYczUvUG56OU5BeHVWeVZTcVZSQ0pwMTY3ZHRXdlg2QlYvVmF6dHlKRWpqeDQ5S2k0dVRrMU5QWDM2TkQwMU9XM2FOTnFyMTZCQmd6VnIxc3liTnk4OVBmMzA2ZE1PRGc1OSt2UnAyTERoMnJWcnQyN2Q2dXpzekl4dE9uMzZ0RXdtNjlLbEN4Mm94RXdTUnZ2QUtsQkJGa2xNVFBUeDhZbU5qWjA1YythUFAvN0l6SFBHZlBXVlJxdkV4RVQ2Z0daQkxTdFhycHc1YzZiV1JhWkRodzQ5ZCs1Y1NVbUpVQ2c4Zi82OHRiVjFWU1lGbGNsa0sxZXV0TE96bXpoeFlxVXJBM3lNRUswQXFpb3NMSXg1SEJvYXlreW5TUWYybHZlcUhUdDJtSnFhVmpEeFFlbERKdjJ6WWNPR2xVNEY5T0gvN2xlcjFiUmpZOFdLRmRiVzF2Nysvb1NRaVJNbjBpSEpNcGxzOHVUSmRFWlRZMlBqVHAwNkdSZ1kvUEhISHdZR0JtWE9QdnJobUY2V29LQWdyYWNLQ3d0ZFhGeFNVMU5wUFdxMW1rNjdaV1JrdEhuelprTkR3L0sybVpxYStzY2ZmeEJDUEQwOUN3b0tFaE1UT1J6T29FR0RRa0pDMXE5ZnYySERoZ3A2RmhVS3haTW5UK2pqbXpkdjFxOWYzOTNkL2N5Wk0xd3VkK3pZc1ZwejNGdGJXMCtaTW1YeDRzV2F0K1ZwMkxEaGlCRWpRa0pDUHYvOGMzcVc4T0xGaXpLWnJGKy9mZzBhTkZBb0ZBc1dMR2pldlBsWFgzMzErdlZyellGOXBWWDhkYytaTXljc0xHenQyclZ6NTg1ZHNXSUZ6YjdNL3F4MFduWWE3RXhNVERwMzdxeTVuSFprbXBxYWxyNmdUeUtSREJvMEtEMDlQU01qZ3liWGdJQUFyWFhvL0xyYnQyL2Z2MzgvWFZKVVZQVDI3VnY2WHFYUDJ3TFVBb2hXQUZWRiswaG95SEIzZDc5Ly96Nkh3Mm5ldkRtUHg3TzB0QlFLaGVucDZXRmhZWHcrdjArZlBwb3ZqSXVMYTlteVplbjVQeGxNVncxRmV4cHE1dUtwd3NKQyt1NThQcDg1REYrL2ZwMGU0eFVLUlhaMk5yMktjUGp3NFQxNzlxUTdvZnBxWXpyR09uVG9RRHQxa3BLU0hqMTZSUHNPNlI2bWR6d01EdytuVjdIMTZOR2pnbHlsVUNqV3JsMWJYRnpNNS9PLysrNjdOV3ZXMEZqbTZ1cmF0Mi9mMDZkUHIxeTVjdkhpeGFYNy9KNC9mMzdyMXEyclY2L1NLeERwZ0hGTFM4dU5HemZXcjE5Lyt2VHBwY2RwWldabTBzbXVhUDNNY29GQUVCSVN3clFmU25OaS9lam82S3lzck04Ly83emluY05FcXpsejVtZzk5ZU9QUDRwRW9rNmRPaDA3ZHV6VnExZHIxNjdkdkhtejVsQy9TcU1WN1IvOTdMUFBKa3lZb0xtYzV0Zk9uVHY3K1BpVWZ0V0lFU01JSVhSRzJZa1RKKzdaczhmVTFOVEN3b0srWFZwYUdtMWRRcUdRbVRYWHlNakl4c2FHWGlQcDdlMWQ5WHNFQVh3c0VLMEFxaVFwS1lsT1RVUU5Iejc4L3YzN1BCNXZ3WUlGekZINThlUEhZV0ZoUEI1UDYrQlVzZlQwOU9EZ1lNMGxkTjRqemF2YktwM2k0ZHR2dnkzdktlYTJQR1dpazRJU1FreE5UWm5ETUhPMW80R0J3ZDY5ZXdNREE1bGI4ZERZVjMwekVqRW5zRWFOR2tVSC9adzdkKzdSbzBmR3hzWitmbjUwcXN5Y25KeWtwQ1I2U283UDUxZWNTQTRmUGt4NzRNYU1HY09FSWJvL1I0NGNlZVBHamNqSXlHWExsczJmUDE5emh5Y2tKTXllUFp2R0FnNkhROWYzOGZFeE5qYjI4dktLaW9vcTNUMmpxWEhqeHByVFp0SVd3bVR1NE9CZ21VeldzV05ITXpPem5KeWMwTkJRa1VqMDlkZGZaMmRuVjd4em1MRldUTzVrdGtZcjVIQTRYYnAwMmJOblQySmlZa3BLU3QyNmRabjlXWEcweXMzTmpZNk9waU9vTkpjWEZSWFJGcUkxQUVzVHZVbGwvZnIxKy9YcjE3MTdkODJRT252MmJEcE5yb21KeVlvVksvN3pYQ0VBSHhkRUs0QXErZnZ2dituUmtSNnJHalpzT0hqd1lGTlQwd3FtYTBwS1Nnb1BEKy9YcjE5NUsxeS9mdjJ2di81aVpnT2k1SEo1WGw2ZTF1VjdXdDFhcGJWdTNicThzMFdob2FFVmpMV2k1M0U0SEk2bHBTV1Rud1lQSG14aFliRnIxeTR1bHlzV2l6V0RIWDFjM29UcEg0N3B0YkswdEtRUDZHVjBOUGMwYXRSSUlwRVVGaGJ1MjdlUFRwWFV2WHYzMHZPR004NmVQVXRIci9mdTNWdHpIa3RLSXBGTW16WnQrZkxsNGVIaHMyYk5DZ3dNWks3UnExZXYzc0NCQTArY09PSGc0REIyN0ZqbWhuclcxdFkvL2ZUVGxTdFhidCsrVGJ0ZVhyMTZGUjRlTGhRS2UvWHFwYm54SjArZXRHalJnajZta1VJa0V0SE1mZTNhTlpsTU5uRGd3QVlOR2p4Ly9qdzBORlFvRkpxYW1qTEQ4OHZETklQKy9mc3preS9RclRGUDBSc3UwUTFxOWxwVm5JYURnNFBWYXJXaG9XSGJ0bTAxbDlQWlJnZ2hGZHdla2U1aE9ybVg1djhPVDU0OG9XMjdWYXRXYytmT1JhNkNUd2VpRlVEbHNyT3pyMSsvVGlkSlp5WmpIRE5tVEhoNHVPWjBWdlErSjBxbGtpNmtzMkFybFVwbVJJNWFyWTZMaTd0ejV3Njl2MDFvYUtoRUloazhlSERqeG8yWmd6ZWRxMVByWUtaNTBiNG1KdlJNbVRLbHZKQjM1ODZkQ3FMVnMyZlBDQ0dPam81aXNaZ2Vob1ZDNFpneFl4NDhlTUNzUXcvYmtaR1JYbDVlOUQ0cUZaeUErMEMwajgzVTFKVHBaYUZMNkhBb1BwL3Y0K056OWVwVk9yV3BXQ3htYmlhVG1wcHFaV1dsMlRkejZkSWxPblY0OSs3ZDZkeE9ER2EvUlVSRTBNY3BLU2x6NXN6cDNMbnprQ0ZENkJqdzRjT0h4OFhGelowN2wzWWlhdXJhdFd2WHJsM3A0d3NYTG9TSGh6T3hxVXhWUEg5SzkzTUZYMVlGblpmTVUyNXViaDA3ZG16WnNpVTlBY2RFMVFyK0RTQ1ZTdW5VSWQyNmRkTmFqWWxXV25PTXFWU3FOV3ZXV0ZsWkZSVVYwYnNXdG0vZlhxdWV2WHYzRWtJY0hCem16SmtqRm90djNicmw2K3VMcXdMaFU0Qm9CVkM1UC83NFF5NlgrL241Tld2VzdPelpzOHhoek12TDY5eTVjNXJYMXRGRG8rWWNWN3QyN1JLSlJMMTY5VnEzYnQyREJ3OW9qeFE5d3pKZ3dJQnUzYnFKeFdJbVR2RjRQSHJUWXZwQzVtaHRZV0doVXFsSy83dS8wdDZzU3RGK0JkclZ3VXpMWHVhYTE2OWZwL215NHROREg0ajIzTGk0dURCTDZLUUF0QStHM3RXWWp2NmhaL1NZU1ppV0xGblNyRm16Nzc3N2p2NTU5dXhabXF0bzZscXdZQUY5VElkbjBidlFsSlNVTUh1ZXBvRnIxNjVkdTNhdGQrL2VreWRQRm92RlM1Y3U1ZkY0cGFOVk5hRXhTSzFXRnhjWGx6a3lyNEpveGJRRURvZWpPUktMQ2VVVmREUWVPSEFnTHk5UElwRjg5ZFZYV2svUmpreWhVRmk2YS9ETm16Zk1vSHMzTnpkbXJuYnE0c1dMejU0OTQvUDVnWUdCQmdZR2FXbHBxMWF0YXRxMDZjeVpNNW4rU0lEYUN0RUtRRnQ2ZXJxWm1SblQveEVmSDMveDRrVW5KNmRKa3liUis2QXhSemcrbno5bnpweW9xQ2g2YVgxRVJNUVBQL3dnRW9tT0hUdFdlck1OR3pha0U0MDZPRGdNSHo2OFhidDJ6QVdBQ29YQ3hzWm02dFNwSmlZbTlGNGxwcWFtaVltSjA2ZFB0N0N3Nk5Hamg3Ky9mNW5uVXlvZGcxVXh1VnhPTDMranA0SG9wSkdsajhHMEg2VkRodzZ2WHIxS1RFd1VDb1h4OGZHLy92cHJZR0RnaDd5NzFuNm1YcjE2UlRQcnlaTW42OWF0YTJ0cnk5eHloeW1HVHFCQUp3Q2pDOSsrZlp1U2t0SzllM2M2VW0zTGxpM1hybDB6TVRHWk9ISGltVE5uMHRMU21ESFVkSS9KNVhJNmhJakpjQXFGSWkwdFRhRlFOR2pRZ0JrbVZla1ZtbFZVNW8ycmI5NjhtWitmVDYrVm8zMDVNcG5NeHNabTlPalI1VjN4VUpWb3BZVitweUtScUx6UEVoVVZSZjhsTUdIQ2hOSlhmZEpPU2pySmlPWnlMcGU3ZHUzYVY2OWV6WnMzcjdDd1VHc21qb3lNRE5wbE5YcjBhSHJiYkZ0YjJ5RkRoaHc5ZWpRZ0lHRFdyRm5NcVZLQVdnblJDdUFkYjk2OG1UOS92b3VMeS96NTgrbFJmK2ZPblNZbUpvc1dMVEl3TUtESE5zMGpISi9QcitMRVNMMTc5NzUwNlpLeHNUR05YNXBQMmR2YmI5NjhXU3dXbno1OW1rN2F0R2pSSXJwbWVucjY5ZXZYNlMyaVM1OVgrc0JvZGZ2MjdieThQR2RuWjlwcmxaT1RVK2JKUGhxdDNOemNoZzBiOXRkZmZ3MGZQbnpUcGszbG5hT3NvdEw3bVhyMDZCRWhwRm16Wm9zV0xkSzhHVGFkc3lvbEpXWGx5cFZNaktBVHR3NGJOb3lldnJTMHRNelB6MSs0Y09HTEZ5L2F0Mi92Nys5dmJtN2VvVU1IelZnd2FkS2s1T1RrOXUzYmE1MGlwSmZwaFlTRVRKdzQ4Y05QV2lVbEpWbGFXako3c3N4b2RmejQ4ZVBIajlQSHRDT25YcjE2Vzdac3FlRE1YUVdkbE9XMUJIcDVZM2t6WmREOXFWYXJ1M1hyeHB6aTFFUnpMVE5MbGhabloyZGJXOXY0K0hpbVQ1RUd4RFZyMWhRVUZIVHUzRmx6Y29xUkkwZEdSMGRIUmtiU0NVZ3JHSU1JOExGRHRJTGFLVFkyVm5QZXFkSm9NcmgzN3g1emhvNEtDd3RMVDA5UFQwOWZ0V29WUGVwN2VucU9Ieitlam55aXg3WXlqNVJsQ2c4UHYzang0c3laTSttTmVDZE5tbVJtWmxiNjJFbVBmSmN1WGRxOWV6Y2g1SXN2dnFDRGxILysrV2M2QmVYQmd3Y1RFeE5MWDNMUEhHc3J2ZEZObVlkZTJrUFdvRUdEMTY5ZjE2MWJsNTc5S1gwWWxzdmxFb25FenM3T3ljbUoxcENVbEVSN1FWamN6NFNRcDArZlptWm11cnU3ZTNoNDdONjllOHVXTFhRdU1VTkRReDhmbnhjdlhnUUZCV1ZuWnpkbzBHRGt5SkdyVnEyU1NxV0hEaDJLakl5a0ljemMzRndvRklwRW91WExsek41VnlzbjBUMVdaa2J4OFBEdzhQQW92YnpxWHplVmxKVDAvZmZmT3pvNkxsNjhtSFlCYW1aRTVydFl2bng1YUdqb3hZc1grWHorMTE5L1hYclBseTZTcWFSMFMyQ2VTa2xKK2VlZmYxeGRYZXZXcld0b2FFalBWdE1SOTFxU2s1T0Rnb0x5OHZMb0RSTnBobDZ4WW9XM3Q3ZTN0N2VMaTh2cjE2OXBreWp2ZGtBS2hZSjJhekZkWWxsWldXdlhybzJLaW5KM2Q1ODZkYXBhclM0cUtpb3NMQ3dvS01qUHoyL1RwazFrWktSYXJkNitmWHVsazcwQmZMd1FyYUIyYXRpdzRlWExsN1VtTlNndE5qWlc2d0k5eHIxNzkraFJmOVNvVWN4Q2VnQlRxOVhoNGVITWlCOEd2WGhlb1ZEOCt1dXZkTFdiTjIvS1pESWVqeGNZR01qaGNKaXJ1clM4ZWZObTkrN2RORWIwNjllUG1VbkIydHI2aHg5K21EMTd0a3dtQ3cwTi9lNjc3N1FtdDJTR1BGZDZvNXZTZzZQRHc4UER3OE9iTldzV0ZoWjIrZkpsa1VoRUV3Q2RoNTJlZnl3c0xMeDc5MjdMbGkzOS9Qd01EUTFqWW1Mb3dUc3ZMeThxS3Vya3laUDkrL2RuYXo4TEJJS1RKMDh5RTBtWW1abk5temVQbm0rYU5XdFdURXpNcjcvK0twVksyN1p0TzJQR0RBTURnMFdMRmkxZnZsd3FsVVpFUk5CTmNUZ2NrVWoweXkrL1ZGQUozUTlWR2FOMjZ0U3B1M2Z2T2pnNE1LRXdJaUppenB3NVdqbUp5cy9QMTVvRElpb3FhdW5TcFQvKytLTllMSmJKWkEwYU5HQytWdWE3OFBmM3o4aklHREZpQkhObDRzR0RCK25kdUJVS0JUM2RxWGwrbHNsUHBTZGZZSjVTcTlXaG9hRmEzMGpMbGkyMUNnNFBELy9wcDU4S0NncjY5dTA3ZnZ4NDJuZ0tDd3V6czdOcHZoY0toY3cyUC92c3N6SjNVVUpDQXQwYjlCUGR1SEZqL2ZyMWRFbGFXdHFZTVdPWVdkTktPM3IwS0tJVjFGYUlWbEE3Y1RpY3laTW50Mi9mM3RIUjBkVFVsSzFCTS9RUUlwZkxtelp0K3UrLy85SURtRmdzWnJaUDV3aWcxNi9SeVlRRUFzSGR1M2YvK09NUDJqT2hKU01qNCsrLy96NS8vcnhjTHJlMXRSMDdkcXl2cjYvbUNxNnVycE1uVDE2L2ZqMkh3NmxnR0h1bE43clJHb3V0VUNoMjdOaGhZV0V4YTlhc3dzTENYMzc1aGM3REtSS0o2TnhMekxEbFpjdVcwVEhzV3B0VktwVzV1YmtzN3VmWTJOaXdzTEJXclZyUnM1TzBMK1Q3Nzc4M05EVGN1M2Z2K2ZQbkpSTEoyTEZqbWVsWW16VnI5dlBQUDY5WnM0YVpNeUltSnFacDA2WVZ2d3VOQzFXNVo3YXpzL09sUzVmQ3c4UHBueVltSnYzNjlYTnljdHF6WjQram82T0ppVWxWUHV6ang0L2J0R25UcEVrVHpSdncwVlpVWEZ3c0VvbVdMRm1pdVg3OSt2V2pvNk9ac0doZ1lPRHM3TXc4Vzk3a0M1cHpWVGc0T096YnQrL2N1WE1IRHg2a0g5UFMwckpuejU3TVJ1Z2RLcytlUFd0c2JEeHIxaXpOdWRkTlRVM1hyMTkvOGVMRjdkdTNNd25TMTllM3ZKc2FNWk9pMGFzNFc3VnFaV1JrUkU5QjByWmhhMnZyNE9CZ1oyZG5ZMk5qWldWbGFXbHBibTcreXkrL3hNYkdWdE5zL2dENkFORUthaTBPaDFQMTI4TlZFVDB3ZTNsNXFkWHF5Wk1uOStyVnk5SFI4VC9QbnhrWEZ6ZG56aHlsVXRta1NaT2VQWHUyYmR1MnpLdjB1M2J0bXBDUWtKYVdwam1uSlNXWHl3VUN3ZWVmZjE1eERlN3U3bHJ6RldWblo2dFVxaVZMbHBpWm1abVptUzFjdU5EZjM3OTE2OVlqUm95b1U2Y09IVjR6ZlBqdzY5ZXZNMFBGTlJrWUdQajUrZEdKRDlqYXp6dDM3blJ5Y3RJYUdtOWxaWFhvMEtGTGx5NzE3Tmx6NU1pUlRGY05WYjkrL1UyYk50MjZkU3MwTkRReU1wSk9KRkV4R211cU1wcksyOXQ3dzRZTjU4K2YzN3AxcTFBb25ERmpCcC9QYjlHaXhYOFlncTNaODZSU3FSUUtoVkFvTEhPc3VxK3ZyNit2NzdObnp4WXZYbHhRVVBEZGQ5OHhBL0JwODdPMHRCdzFhaFRUeTBVSTZkaXg0eGRmZktGNWdaNVlMS1l6ay8zMjIyOGRPblQ0NXB0dk5EczdiOSsrZmVIQ2hWNjllbzBjT2RMTXpLeDBEVDE2OUJBS2hXdlhycFZJSkQxNzlxVHpyWmZKdzhQRHg4Y25QRHpjd2NHQnZ1L1FvVU1QSGp6WXBVdVgxcTFidTd1N2wzbFo0dmp4NDFldFd2WE5OOTlVWWM4QmZKUTRIemdNRm9CZGUvWWZXdmJUTDRTUUlZTUhUSi9zcit0eXRORXpZdVdkMS9zUHdzTENQRDA5TlVjQnY1ZUlpSWc2ZGVyUU1GVEJPbVgyNVRCM0JhWUtDd3RMUjdlYWRPN2N1ZGF0VzVlK3lQLzE2OWNDZ1VEcjJ2Ny9iTStlUGExYnQvYjA5S3o2V1BYRGh3KzNidDFhYzNiMUR5R1R5ZmJ2MzAralR3V3JoWWFHMnRqWWFMVTB1Vnl1VXFrcUdPZXVKVGMzdDNUVFVpZ1VtWm1aRmJjWnRWb2RFUkhoNmVsWjZlMXhTbSs4b0tDZ3pNVEd1dC8zLy9INy9rT0VrT2xUdnBzK0JYZDZCajJDWGl1QTk4QmlxS0swVHYrOXIwclBmMVd3anRiNUxOM21La0tJMW8wWEdWcVRWWDZnTVdQR3ZPOUwyTDJGc0ZBb0hEOStmS1dyZGV6WXNmVEM5dzA2WlVaMlBwOWZjYTc2a0o1SVBwOWZNN2tLUUovaHpnTUFBQUFBckVHMEFnQUFBR0FOb2hVQUFBQUFheEN0QUFBQUFGaURhQVVBQUFEQUdrUXJBQUFBQU5ZZ1dnRUFBQUN3QnRFS0FBQUFnRFdJVnFCZkpCSkRlcytXb3FLaU11K0RDd0FnbDhzTENnb0pJUUlCMzloWXg3UGRBbWhCdEFMOVltbGhMakUwSklUazVPUVZGWmRVNFJVQThNbVJ5bVNaMmRtRUVMRkliRjNxNWtnQXVvVm9CZnJGd3R6YzBOQ1FFQkliRi9mbTdWdGRsd01BK2lnckt6c3lLcG9RSWhLTHJDd3RkVjBPd0RzUXJVQy9OSENyNzk2Z1BpRWtJeVB6dDgzYm44Y2xGQllXS1JRS1hkY0ZBTHFuVUNnS2k0cmk0aE5XLzdyeHpkdDBRa2g5VnhjdlQ1YnY3QW53Z1RocXRWclhOUUM4SXlJeTZvdmgzeXFWU3RxSjVkN1FUV0pvS0JEZ1Z1SUFuenE1WEZGWVZQVHNlWHhtVmhhOUcvU2YrM2UzYUZiNVRjb0JhaElPVjZCM21qYjJHdnJGb01OSGpoRkNzckt6dys3YzAzVkZBS0NQQmcvbzE5eTdpYTZyQU5DR1hpdlFSMFZGUlgvOGRlelUyZk52MzJZVWw1UklwU1Z5T2M0SkFuenErSHllZ2RoQUpCSlpXVmwrM3FmbjE4T0hHaHNaNmJvb0FHMklWcUMvWGlVbUpTWWw1K2JsNStmbmw1UklkVjBPNk15NU15ZGZ2WHhKQ0RHM3NCZzI0aHRkbHdNNkl4SUpUVXlNVFUxTUhSM3NYWnlkZEYwT1FOa1FyUUJBMy9YbzBTTXpNNU1RSWhRS3c4TENkRjBPQUVCRmNJVWdBQUFBQUdzUXJRQUFBQUJZZzJnRkFBQUF3QnBFS3dBQUFBRFdJRm9CQUFBQXNBYlJDZ0FBQUlBMWlGWUFBQUFBckVHMEFnQUFBR0FOb2hVQUFBQUFheEN0QUFBQUFGaURhQVVBQUFEQUdrUXJBQUFBQU5ZZ1dnRUFBQUN3QnRFS0FBQUFnRFdJVmdBQUFBQ3NRYlFDQUFBQVlBMmlGUUFBQUFCckVLMEFBQUFBV0lOb0JRQUFBTUFhUkNzQUFBQUExaUJhQVFBQUFMQUcwUW9BQUFDQU5ZaFdBQUFBQUt4QnRBSUFBQUJnRGFJVkFBQUFBR3NRclFBQUFBQllnMmdGQUFBQXdCcEVLd0FBQUFEV0lGb0JBQUFBc0FiUkNnQUFBSUExaUZZQUFBQUFyRUcwQWdBQUFHQU5vaFVBQUFBQWF4Q3RBQUFBQUZpRGFBVUFBQURBR2tRckFBQUFBTllnV2dFQUFBQ3dCdEVLQUFBQWdEV0lWZ0FBQUFDc1FiUUNBQUFBWUEyaUZRQUFBQUJyRUswQUFBQUFXSU5vQlFBQUFNQWFSQ3NBQUFBQTFpQmFBUUFBQUxBRzBRb0FBQUNBTlloV0FBQUFBS3hCdEFJQUFBQmdEYUlWQUFBQUFHc1FyUUFBQUFCWXc5ZDFBYldjU3FXU3krVzZyZ0wwbEZxdGxzbGt1cTdpSTZCU3FaZ0hlWGw1dWk2bjV2QjRQRDRmdjlKUVhRUUNBWmVMSGhiMmNkUnF0YTVycUxYZXZIbHorZkxsNU9Sa1hSY0MrcWk0dURnNU9mbVRDZ3IvV1VKQ0F2TkxWYjkrZlYyWFUzT0VRbUhkdW5VdExDeDBYUWpVVGc0T0R0MjZkYXRUcDQ2dUM2bHQ4TytoYWhRU0VySnAweVowU3dDd0tENCtYdGNsMUtqbzZHaGRsd0MxbGtna0VncUZRNFlNMFhVaHRRMmlWVFhLeWNtaHVZckg0L0Y0UEYyWEEvcEZxVlFxRkFwZFYvR1JVYXZWSEE1SDExWFVLQzZYS3hBSWRGMEYxRFpLcFZLcFZFcWwwdXpzYkYzWFVnc2hXdFdFRGgwNmRPclVTZGRWZ0g2NWZmdDJjSEF3UGNQVnVIRmpYWmVqMTJReVdYSnlza3FsY25SMEZJbEV1aTZuSnFTbXB0Ni9mMStsVXJtNnVnNGJOZ3pwQ3RnVkVoSnkvZnAxWFZkUmF5RmExUVIzZC9mKy9mdnJ1Z3JRTHdVRkJSY3VYQ0NFdEduVFp0YXNXYm91Qi9UTHRXdlh3c1BEWlRKWm5UcDErdlhyOTRrRVNxZ3hhV2xwaUZiVkI1Y0dBQUFBQUxBRzBRb0FBQUNBTlloV0FBQUFBS3hCdEFJQUFBQmdEYUlWQUFBQUFHc1FyUUFBQUFCWWcyZ0ZBQUFBd0JwRUt3QUFBQURXSUZvQkFBQUFzQWJSQ2dBQUFJQTFpRllBQUFBQXJFRzBBZ0FBQUdBTm9oVUFBQUFBYXhDdEFBQUFBRmlEYUFVQUFBREFHa1FyQUFBQUFOWWdXZ0VBQUFDd0J0RUtBQUFBZ0RXSVZnQUFBQUNzUWJRQ0FBQUFZQTJpRlFBQUFBQnJFSzBBQUFBQVdJTm9CUUFBQU1BYVJDc0FBQUFBMWlCYUFRQUFBTEFHMFFvQUFBQ0FOWWhXQUFBQUFLeEJ0QUlBQUFCZ0RhSVZBQUFBQUdzUXJRQUFBQUJZdzlkMUFiV0hTcVVxS0NoUUtwWE1rdUxpWXJWYVRSOWtaMmN6eTNrOG5wR1JFWmVMWFBzSlVhdlYrZm41WlRhUGtwSVN6ZWJCNFhCTVRFelFQRDQxQlFVRmNybWMrYk9vcUlnMkc3bGNucHViS3hBSTZISXVsMnRvYU1qOENWQVZLcFVxUHo5ZnBWSXhTOG83UEhHNVhHTmpZL3orZkNBTzNibnc0ZVJ5K2JwMTY1S1NrcGdsU1VsSjlFOUhSMGRIUjBkbXVhT2o0OHlaTS9IaitFbFJLQlNiTjI5Ky92dzVzeVExTmZYRml4ZUVFSHQ3ZXhjWEYyYTVSQ0padm53NW1zZW41cDkvL3JsOCtUTHpaMVpXMXZQbno1VktwYm01ZWFOR2pUZ2NEbDF1Ykd3OFljS0VldlhxNmE1UytQakk1ZklWSzFaa1pHUXdTOG83UEZsWldTMWN1QkMvUHg4SXZWYXNFUWdFZkQ0L0xDeE1jeUg5UVV4T1RrNU9UbVlXMXF0WER3MzNVOFBuOHdVQ1Fabk5JelUxTlRVMWxWbll1M2R2Tkk5UGtLZW41N0pseTdRV2NqaWNuSnljMjdkdk0wdGNYRndzTEN4cXZEcjR1Rlg5OERSNDhHRDgvbnc0ZFBxeHFVZVBIc3cvTHRXbDBPVWNEcWRuejU0NkxSTjBvM1BuemxWcEhvTUdEZEpwbWFBYkRSczJkSFoycG8vTGF4NkVrTWFORzV1Wm1lbXVUUGhZOWV2WHJ5cS9QMzM3OXRWcG1iVUVvaFdiUEQwOU5jL3NsTW5aMmJsUm8wWTFWUkhvRVhkMzkwcWJoNE9EZzdlM2QwMVZCUHFsWThlTzVUM0ZIUHo2OU9sVGd4VkI3ZEc0Y1dQTkUzOWxjbloyYnRLa1NVMVZWSnNoV3JHSngrTXhQM3ljZHpIcjlPalJnOGZqNmE1RzBKbXFOQTgvUHo4K0g2ZnBQMUd0VzdjV2lVUmxOZy82WHpNek14OGZIMTJYQ1I4bFBwL2ZvMGNQK2hpSHArcUdhTVV5UHo4L3NWak05TGpTaGN3REF3T0Q5dTNiNjdSQTBDVS9QejhEQTRQeW1vZFlMRzdUcG8xT0N3UmRjbkJ3Y0hWMTFUeGZvOWs4Q0NFNFdRd2Zva09IRGpnODFReEVLNVpaV1ZsNWVIaVU5NnlIaDBlZE9uVnF0aUxRSTFaV1ZoWDB0N3U1dVZYYVl3KzFtSjJkblp1YlczblBpc1ZpcHRjQjREK29VNmNPRGs4MUE5R0taWWFHaG8wYk4yYisxQnFDMnFSSkUzTnpjeDJWQnJwbmFHallva1VMNWsrdDV1SHU3bTVqWTZPajBrRDNCQUxCWjU5OUpoQUlOTS9STUJvMWFvUWpIM3dJYzNOekhKNXFCcUlWeTNnOG5xZW5wN0d4c2RhUEk0ZkRFWXZGbnA2ZU9KUDlLZVB4ZU83dTd1Ym01cVdiQjUvUGI5cTBLUVphZmVKYXRXcEZUOWxRbXBkdU5XdldUQ0tSNks0MCtPangrZnp5RGsvR3hzWTRQTEVJMFlwOVRaczJMZlBxYUNNakkxejhCZVgxdWd1RndsYXRXdW1pSXRBamRuWjJ0RjlUOCtCSEoraHYwcVFKa2pkOG9QSU9UeFlXRmpnOHNRalJpbjIydHJaMGVnWG14NUUrYU55NHNiVzF0YTZyQXgyenRyWXVzM2w0ZVhuaGRBL1FPUnRMTDdTeHNYRjNkOWRGT1ZDcmxIZDQ4dlQweE9HSlJZaFcxYUxNdVdjR0RoeW9pMXBBNzNUcjFxMzB3cSsrK2tvWHRZRGU4ZlgxdGJLeTByeENubzdEczdXMTFYVnBVQnVVZVhqcTE2K2ZMbXFwdFJDdHFrWHIxcTJabTFIUVgwWnJhMnVjN2dHcWVmUG1XczNEMHRMUzE5ZFgxM1dCWHVEeGVHM2J0dFZhNk9mblYrYllkb0QzMWJwMWEyYTRPbk40YXQ2OHVhN3JxbFVRcmFxRldDenUycldyWnFkcnAwNmRORWVud3Flc2RQTm8xNjRkbWdjdzJyWnR5K1grNzhkWkpCSmh3aUZnaTFnc3B2UCtheDZlNkZ5MXdCWkVxK3JTdTNkdlpzeXBVQ2lraDFJQVN2TWV6QUtCb0ZPblRycXVDUFNJczdPems1TVQ4K2ZBZ1FNeGdCMVkxSzFiTnh5ZXFoV2lWWFZ4ZG5abWJyYnE2dXFxK1VNSjRPenNYSk5vK3JFQUFDQUFTVVJCVks5ZVBmclkwZEd4MG5zTHdpZUZtWmFkZGkwTUdEQkExeFZCcmVMcTZvckRVN1ZDdEtvdUVvbUV1WmJWMjlzYlU3R0JKb2xFMHJKbFMvb1lreUNERmtORFF6YzNOenJKa0oyZEhlYm9CM2FabVpuaDhGU3RFSzJxaTBBZzhQTHlFb3ZGSXBISTA5TVRaN0pCRTIwZUVvbEVKQko1ZVhuUkd3c0NNTHAxNnlZVUN1bDkzL0RyQWV3eU1EQ2doeWREUTBNY25xb0RvbFUxYXR5NHNibTV1ZGF0YndDb1JvMGEyZGpZYU4zNkJvQnlkWFZ0MEtBQi9mWEFITm5BT25wNE1qTXp3K0dwT2lCYVZTTTNOemNIQndkSFIwZG0yQVFBdzluWjJjWEZ4ZEhSc1VHREJycXVCZlFPajhjYlBIaXdqWTBObmVBUmdGMzA4T1RzN0l6RFUzWFEyVlVuQlFXRmFXL2VaR1pscFdka1NhVlNYWlZSM1d4czdkVnE5ZkYvVHV1NmtPb2lFZ3F0ckN3dExjeHRiZXNZR3hsVjA3dlUxdFppWW1aaElER3VaYzJqQnBwRVVWRlJhdHFiak15c3pLeXM0dUtTNm5nTGZWQlNVbUpxWm43L1VjU2ppQ2hkMTFJdHhHS1JsWVdGcGFXRm5hMnRSR0tvNjNLMEZSWVdwYjE1azVHWmxaR1pXVkpTZTM1MkdEYTI5bHd1dDViOS9sQWlrY2phMHNMUzBzSzJUaDBqSXgzY2VaT2plZVBybXFGVUtzUHUzTnV5NC9mVXRMU0Nnb0w4L0FLWlhGN0ROZFFjdW50cjcxeC9BajdmMk5qWTJOakkyc3BxMG9ReEhkcjVzbnVWZUMxdkxiV3hlVlJyazFDcFZQY2ZQdDYrZSsrTEY2OEtDZ3Z5OGd0a01obGJHOWRESEVKcStnZTZCZ2tFQWhOakl5TWpJeWRIQi8reDM3WnAzVkpQVG4zU1pyWjUrNjZrcEpTQ3dvTGN2SHg1YmZyWllkVEczeDlLS0JBWUd4c1pHUm5aMmRwT21UaXU1cHRXVFVjcnRWcTlldDJHWFhzUEtKWEttbnhmcUFFOEh1L2JyNGN2bkR1VHJXbWowVm8rZHV3MkNiVmEvZHZtYlp1MzcwWjdxSDE0UE43RWNhTm5UWitpODBubjBjeHFHWjAwclpxT1ZwZXVYcDhVTUV1bFVoRkNKSWFHOVZ5ZExTMHREREFQOVVlclJDck56TXg2OFRJeHY2Q0FOdUl0djYzcDNxVXpLeHRIYS9rWVZWK1R1SFg3N3FqeGsyaDdNQkNMNjdtNldGbGFHQnJpNHNxUFZYRnhTVVptMW91WHJ3cUxpZ2doUEM1M3o0N043ZHUyMFcxVklUZHVqcHNVb05uTXJLMHNEUXp3cy9NeEtTNHB5Y2g0cDJudDNQSmI1NDQxZDB1REdoMXI5ZWJ0MjNVYnR0QW0yOFRMNDV2aFErdTV1cGlabVlweDVlZEhTeXFWNWVUbXZuajU2dUNmUng5SFJDcVZ5cFdyMXpYMjlMQ3ovZENKbXRCYVBsTFYxQ1F5TXJPMjdQeWR0b2VHRGVxUC9XWkVQVmNYY3pOVHpGdng4U29wS2NuT3lYM3g4dFdlZzRlalk1NHBWYXIxbTdZMmRLdHZZMk90cTVJeU1yTTJiTmxCbTVsSG80YmZqdmlxbnF1TGhia1o3a1AxY1NtUlNyT3pjMTY4ZkhYZzhKRW5VZEZLbFdyMXJ4czlHN25YV05PcTBTc0VIejZPU0V4S0lvUVlHVWtXemcxczI2YTFiUjBiSENrL2FpS1JzSTZOZFp2V0xaY3UrdDdZMkpnUThqbzE5ZGJ0dXgrK1piU1dqMVExTlluSXFLZXhzYy9vZEpyVHZodmZ2bTBiZXp0YjVLcVBtbGdzdHJPdDA3Wk42OW5UcDlDeHhuRUpMeDQ4RHRkaFNaRlJUK05mdktETmJQYjBLYlNaSVZkOWRNUWlFVzFhQytjRzBxYjFLakd4SnB0V2pVYXIzTnc4cFVKSkNQbXNtYmVsaFVWTnZqVlVOMk5qbzdZK0xRa2hLcFU2TnpmM3d6ZUkxdkt4WTdkSkZCUVVTcVV5Mm9YcDdJVFp5V3NWZTlzNm56WHpKb1RJNWZLOHZId2RWbEpRVUNpWEsyZ3pzLy9ncm5mUU9Vc0xDOXEwbEFwbFRUYXRtbzVXQ3FXU0VHSnJXNGRPTkF5MUJvL0hzN08xcFJmWFpPZXdFNjNRV2o1cTdEYUp2UHo4RXFtVUVHSnRaV2xVYmROOGdFNkl4V0o2cGtZdVYrVG01ZW13a3J6OGZIck5xYldWSmZwRWF3R0JVRWlibGtLcHJNbW1WYVBScWtRcS9iOGh5UVo2Y3BFdHNJWEw1Wm9ZRzlIcmE0cUtpejk4ZzJndEh6dDJtNFJVS2xNb0ZQUWVIVUtCZ0tVYVFTOElCQUpqSXdraFJLRlE2SGFpTXFsVVJpOE1OREF3WUhjZUdkQUpQbzlIbTVaS3Bhckpwb1haMkFFQUFBQllnMmdGQUFBQXdCcEVLd0FBQUFEV0lGb0JBQUFBc0FiUkNnQUFBSUExaUZZQUFBQUFyRUcwQWdBQUFHQU5vaFVBQUFBQWF4Q3RBQUFBQUZpRGFBVUFBQURBR2tRckFBQUFBTllnV2dFQUFBQ3dCdEVLQUFBQWdEV0lWZ0FBQUFDc1FiUUNBQUFBWUEyaUZRQUFBQUJyRUswQUFBQUFXSU5vQlFBQUFNQWFSQ3NBQUFBQTFpQmFBUUFBQUxBRzBRb0FBQUNBTlloV0FBQUFBS3hCdEFJQUFBQmdEYUlWQUFBQUFHc1FyUUFBQUFCWWcyZ0ZBQUFBd0JwRUt3QUFBQURXSUZwOWlvcUtpdFJxdGE2cnFEMUtTa3AwWFFMTENnc0xkVjBDNkNtRlFsSDdHandBdTJwYnRKSktwUmtaR1IrNGtaU1VsRU9IRHVYbDVYMUlHWnJaNWNLRkM2OWV2YXJpYThQRHczZnYzcDJWbFZXVmxmUHk4bDYvZmwxNmVWRlJVUVd2ZXZyMDZiUnAwMjdjdUZIckE1WmNMdCsvZjcvV2tTQTJObmJidG0zdjlmMWV1blRwL1BuelVxbTB6R2NEQWdMKyt1c3ZtVXhXOVEwV0Z4Y3pqMU5TVWk1ZnZsemV4a3ZidkhuejdkdTNxL2pkeGNiR2xsNG9sVXBWS2xVRnIxcTJiTm5XclZ2VDA5T3JXTkluNiszYnQ3dDI3YXJpLzYzL1FVcEt5b2R2Wk1lT0hjbkp5VlZmditKZkQ0VkNNVzdjdUJNblRpQmcvV2MzYnR6NEQzdnYrZlBubVptWkxKYVJrNVB6OHVWTCt2aS9IUXYyNzk5LzY5YXRpbjlNcXVqVXFWTXZYcno0OE8zb2lkb1dyZVJ5K2JoeDR4WXZYbnp6NXMxWHIxNHRXTERnNGNPSDc3c1JsVXAxK1BEaHNXUEhidCsrL2UzYnQvK2hqRk9uVGdVRkJlWG01dEkvazVLU3BrNmRPbi8rL09qbzZFcGZxMUFvL3Zubm4vSGp4Mi9ldkpuNWpYdnk1SW5XYW9tSmlRY09IUEQzOTU4M2I1N1c3MjlxYXVxMzMzNjdZOGVPL1B6OE10OUNMQmEvZXZWcTllclZBUUVCSDVJZzlWOVVWTlRSbzBjREFnSTBkMkJXVnRiWnMyY25UcHg0NDhhTkttN255Wk1uVzdac0dUdDI3UG56NTdXZWlvdUxTMDFOUFhqdzROU3BVKy9kdTFlVnJaV1VsRXllUFBuYXRXdjBUek16czk5KysyMzA2Tkg3OXUxVEtCU1Z2dnpGaXhjclZxeVlObTNhL2Z2M21TVUZCUVdhNjBpbDBuLy8vWGZCZ2dXelo4L2V0V3VYMWhhMmJkdW0rZkxTZUR6ZXVYUG5KazZjZVByMDZhcDhvby9SbVRObkxsKytYUEU2TVRFeEowK2VyR0FGRG9kejh1VEpDUk1tVkNWZ3FkWHE5LzA5K2Vtbm42WlBuMzdtekpuMDlQUmx5NWFkT1hQbVB4ekdRa05ESjAyYXRIejU4cGlZbUVwWFZxbFVNMmJNV0xKa1NYbHBUQ3dXNStmbjc5bXpaOXk0Y1ZGUlVlOWJEQkJDRGh3NE1HYk1tRDE3OW1qK0U2dlNmMXdkUDM1ODBxUkovL3p6VDFWK0phcWlzTEJ3MnJScGdZR0JaOCtlWGJ4NDhhcFZxOTYzWXlJeE1YSFZxbFhmZmZmZDFhdFhLMTM1bjMvK3VYanhvbEtwTFBQWnFLaW9nSUNBbFN0WE1tbnZvOGJYZFFFc016SXk0dlA1RHg0OGVQRGd3WWdSSTE2K2ZCa1VGT1RuNXpkcDBpUURBNE1xYm9UUDU5T0dmdS9ldmU3ZHU5dlkyTHhYRFdxMSt1TEZpMmxwYVFFQkFiTm56MjdTcEVtalJvMU9uanhwYUdoWXYzNzlLcjY3WEM2M3NySXlORFNrQzFldlh0MmlSUXMvUDcvazVPVG56NTlIUjBlbnBxWXlMMW0wYU5IUFAvL00xRm1uVGgwUEQ0L1RwMC9mdUhIaisrKy85L0x5MG5vTG9WQklIL1RxMWN2RXhPUzlQdDNINWViTm16UnJybDI3ZHZueTVRNE9Eb1FRWDEvZkFRTUduRHg1Y3ZYcTFXWm1aazJhTktGeFJ5d1dsN2VkZ0lDQS9QejgrL2Z2YjlteXhjek16TmZYbDNucXdvVUw5RUhkdW5WbE1wbE1KdVB6K1Z4dVJmOW91WG56WmtaR3hycDE2NTQ4ZWVMdjd5K1JTSnljbkJJVEUzMThmT2kzWHpFZWowY0lrY2xrVGs1T2RFbDBkUFRpeFl2SGpoM0w1WEpmdm53WkV4TVRFeFBEOUtLZFBIblN3TUJnNU1pUnpCYTZkT2x5OWVyVkpVdVcvRC8yemp1Z3FTdnMvemVMQUFrZ1U1WUtpZ0lLS0NoUXRhaFlWTnphQ29LamFxMnJiZ1FIRG5DQjFqMWE5MjdScWxXcmd1QkNSVUZSV1FvQ01sU0dLRXRHSUlHRS9QNTQzdmU4OTVlUWlHMHFZSi9QWDhtNU56Y251ZWVlOHozUGVaN25EQnc0Y1A3OCtmSmZDaTNFMk5pNFg3OStINjFQSzZXdXJ1N0FnUVAzN3QxcjE2NmRvblBpNHVLS2k0dVRrNU1YTFZyVTZKTUNmMTFkWFYxNmVucERRNE5FSWxFeTdCMDVjaVFtSm1iRGhnMU42UWNBUFQyOWhJU0VBd2NPWkdSa1ZGWldIamh3SURvNmVzbVNKYWFtcGsyOEFxbGtVbEpTdjM3OWJHeHNsSi9NWkRLLytlYWIzMzc3TFNrcDZjY2ZmeHcrZkxqOE9XcHFhaUtScUh2MzdoKzlHdElvbXBxYWI5KytsVWdrWkZRNmVmTGswNmRQUTBORFNaOHZRMzE5ZldKaVltMXQ3WkVqUjlMUzBwWXZYeTdmeWVUbTVsNjhlTkhFeE1UWDE3Y3AxZERWMVlYSllWMWQzYUJCZzQ0Y09aS1VsRFJ2M2p3M043Y20vaEFPaHdQdDM4TEM0cU1uRnhVVmhZZUhoNGVITDFteWhQUmRNcGRLVFUxVmlRMnMyZm5TcEJWRlVUbzZPc1hGeGJhMnRyNit2aDA3ZHR5d1lVTjBkUFQ3OSs5RFEwTVpERVpUcmtCR21xbFRwM2JzMlBGVEsvRHc0Y09pb2lKb3VEQUtPam82c3Ruc2lvb0tvbW1VQUIraEtHckFnQUdra01sazNyNTlHMllHYkRaYlYxZlgydHBhVjFkWFcxdGJVMU9UeStVK2UvYnNtMisrSVNmNytmbjk5Tk5QSHo1ODJMWnQyOUdqUnhYOXdJRURCMzdxcjJ0RmlNVmlrRmJkdW5XYlBuMzZxbFdyWnM2Y0NhUGFvRUdEd0JxUmtaRUJrdlRvMGFOY0xuZkJnZ1dOaWhzMm0rM3Y3ejkzN3R6UzB0S01qQXdpclNvcks2T2pvMWtzMW9JRkMrRFBQSHo0Y0VWRnhlTEZpNVdvcTB1WExzR04xdGZYaDVKZXZYcTllZk5HK1VJTXZUSVVSZG5hMmhJeHpXUXl5OHJLdG03ZENtOTVQSjZKaVltdXJxNk9qZzZmejRmT3VyaTQyTkRRRUU2d3Q3Y2ZOMjdjMmJObmI5KytiV2RuTjJqUUlKbXZnRWJZczJkUEhSMmRwbFNwTlFLL01URXhNVEV4VWZtWktTa3B5Y25Kalk0M01CNVFGT1hyNjJ0Z1lGQmRYYjE2OWVxc3JDd2xWMXUxYWxYVDFWV2JObTNBTnJaZ3dZSVBIejdNbno4L016TXpJQ0JnejU0OWVucDZUYmtDRWNvZUhoNU5GTXBlWGw2SmlZbXBxYW43OSs5M2NuSXlNVEdST1lITlpvdEVJbmQzZDlKWklZMXk5KzdkL2Z2M3k2KzFnYkVxTWpJUzdLWlNxUlNlL2REUTBLQ2dvRWE3b0dmUG5zRTU3dTd1Q3hZc0lOMUxaV1ZsZW5yNjgrZlBuejU5K3ViTkd5ZzBOemR2aWp5Q3NVTWtFdlh2MzMvTW1ERXZYcnlJalkzZHVuV3J1Ym01cGFWbFUzNGd0SDk3ZS91bURKUS8vdmhqUmtaR1ZsWldZR0RnMGFOSFpVWkRhRXVqUjQvK0cyTnVDNlMxU2l1UlNNVGxjaHM5cEtlblYxeGNETXJYMWRYVnhjVWxQajQrTlRVMU1UR3hZOGVPMEZVcFI3bmxJRGs1dVh2MzdrcE8rUFBQUDhGc3ZucjFhaGc3ZVR5ZWc0TkRRa0pDZG5iMlI3dFUrcmVMUkNJV2k4Vm1zNkhaRFI0ODJOZlhWMDlQVDdsUkJIcms4ZVBISHo1OHVMaTRXQ1FTcGFXbG1adWJrNUZWWG1JV0ZCVGN1M2V2aVhPZDFrSjhmSHhWVlJXRHdaZzNieDVGVWFXbHBhR2hvVExubkRoeDRzU0pFK1J0UlVYRm1qVnI0TjkrOU9oUmRuWTIvV1FvZi9YcVZWaFlHSlM4ZlBsU0pCSlpXVmtWRlJXRmhZWGw1K2VUUlVaRjZ1cnAwNmRnOFI0eFlnU3hKUFh1M2Z2Q2hRc1JFUkZPVGs0Zi9WMzBGaUlRQ0hnOEhpblpzMmVQc2JHeEV2TWJ3ZHZiKzhhTkcrWGw1WVdGaGFXbHBYbDVlWFoyZHVRNjhqVS9jK2FNbTV1Ym1ablpSNi9jV2lDLzhmejU4NG82RXg4Zkg0RkE0T1hscFdpZ2t2bWorSHorK3ZYckR4NDhxSzJ0cmFRYlNVNU90ckN3SUxwRWljVVU3QXBTcWJTaG9jSFEwTkRIeCtmSWtTT1ZsWldQSGozcTFLbFRseTVkbXZKTGxRaWdGeTllV0ZwYXludzdrOG1jT1hQbXdvVUx3ZUlyRUFnWURBYTk0NUxwUUlSQzRXKy8vVFo1OG1SRmYrTi9sdjc5KzR0RW9rZVBIcG1abWRIYncrM2J0MHRMUzExY1hJeU5qY0U0YW1abTFxTkhEN0FoTldvTEJPdTRpWWxKNzk2OXIxeTU4dTdkdTRLQ2dqZHYzc2dzUTNNNEhHMXQ3WXNYTDlyWTJKQU9YeUFRWkdSa05OcTM2T3JxRmhVVmdlUFgxS2xUd1hIcThlUEgxNjlmbnpsejVrZU5FWXFhVm1scDZibHo1NlpQbjA3bUh0Qnh6WjQ5MjkvZnY2S2lvckN3OE9yVnExMjZkQms4ZURBY2hVZUpmS05VS3IxMTYxYnJsZSt0VlZxZE8zZnV6WnMzNDhlUGh5VWVPbUMzRndnRXNIUTlkT2pRK1BoNFBwKy9hZE1tUTBQRGpSczNmbFJkS1JFdXAwK2ZEZ3NMOC9MeSt2Nzc3eHM5NGVIRGgrQTQ3T3ZyUzJ3U29Jb1NFaEpPbmp5NWR1MWE1ZDlPbnNENit2b05HelpvYUdnc1hib1VxcVNqbzJOZ1lLRDg0d1FQRDQ4Ly8veno2NisvRm9sRWE5YXNvU2hxMUtoUmNJajRZQjAvZmh5Kzd2NzkrMlZsWlJLSlpOS2tTVTI4ZnNzSE9xTytmZnVhbTVzVGR6UXZMeTk1UzR4VUtqMXk1QWpjSnZJa2QrM2FOU3dzTENjblIrWmtXRzZtbDJSbFpja1lLdTdjdWRPb3VwSktwYWRPbllJZWpTNWtiV3hzTEN3c0hqMTY5T0xGQzF0YlcrVy9pOVR3OGVQSDI3ZHZYN2x5SmVtUHpNM05tN0trU0ZFVWw4c2ROV3JVeFlzWFBUdzhEaHc0RUJjWE4zVG9VTklQZ3ZoNzl1elpvVU9Id09JVkZ4Y1hGUlZGWDNkdTdYeDBmdEtVTSttSGtwS1NSQ0tScTZ1cm41L2ZKOVVrUFQzOStQSGpQajQram82T01vZklLbVJsWmFXMnRuYi8vdjFQbkRnaGxVclBuRGtqRkFyWHJsM2JsQ1U1UlFOa1FrTENoZzBiYkcxdFY2OWVMYU91T25iczZPVGtWRlZWWldkbjk5MTMzOUY3RDFnQUFxTkxVbElTMUQ4ek0vUFZxMWRyMXF4cGltSCtQOFhnd1lOcmFtcUtpNHZwUGtZdzh4ZUpSQ0tSU0NnVUZoUVVjTG5jMmJObks5TEtaV1Zsang0OWdoblJuMy8rV1ZwYXl1ZnplVHhlNTg2ZEN3b0s4dlB6dTNmdlBtblNKR05qWXgwZEhmbmIzZERRRUJRVVpHdHI2K3pzTEhPb3ZyNmVvcWpuejUrZk8zZU9GSjQ3ZDA0b0ZOYlYxYzJiTnc4a2ppSS9zTHk4UEppWlg3MTZsVjUrNWNxVndzTENkKy9lQlFZRzB0V1Z0YlcxZzRORGJXMHRpOFdLaW9yS3o4OG5Ic25RNXp4Ly9oemVabWRuUDNqd0lERXgwYy9QcnpXcXE5WXFyYmhjYmx4Y1hGeGNuS0lUOHZQeng0MGJSOTZDaysrYk4yOVdybHk1Y2VOR0RRMk5rSkNRajNxNGI5NjhlZlBtemZMbDBBcmwxVlZkWGQzeDQ4Y3BpbXJYcmgyOUp3TDdtWW1KU1VKQ3d0V3JWMGVNR0NIendaaVltSzFidDhxc01jK1pNd2RlL1B6enowME0zeEFJQkRkdjNodzZkS2lhbWhxUHh6dDI3QmlMeFRwLy9qejhZNWN2WDVZNVB5SWlndjcyanovKzBORFFnSjYwdFZOUVVBQUxQVjVlWG5RNTR1SGhJZStuSWhhTFFWclJyVEphV2xycjE2OHZLaW95TmphbWo2Q3hzYkY3OXV4aE1wbkhqeCtuOXhvVVJlWGs1Q2kzWnQrNmRRc3NZZE9tVGVQeGVQUkRvMGVQM3JWcjE0NGRPM2JzMkNGenFMYTJkczJhTlRJK3lHU0JPRGc0Mk4zZHZZbC9TMHhNakptWkdWUnkzTGh4WThlT3JhK3ZCeDkvZVEvOTdPeHN1dDJ1cEtSazFhcFZtelp0YXZwU1ZFdW02ZEpLaHZUMDlGdTNic0ZyOHN4ZXVuVHArZlBuVXFuVXo4L3ZVeDNVMU5YVnM3T3pOMjdjcU9TY0gzNzRnZjRXYkJWQlFVR2dyc0xDd2s2ZlBxMzhXOEROUmI0OEpTVmwvZnIxb0s2dVhMbnk5ZGRmZzZrc0tDaUl3V0NRQ0ZQNTNpTStQcDcrTmprNWVmUG16U3RXckdpaXVQL3Y0T3JxdW1MRml0TFNVbTF0YldoMU1CNmxwcVptWm1iQ25CbE16c0hCd2ZRSk9TRXFLa29pa1ppYW1ycTd1M3Q0ZU5BUEhUcDBLRDgvMzhqSVNJbklCcGVBRnk5ZUtJcWpramtFUnF6cjE2OHpHSXk1YytjYUdSbXRXN2RPU1FUMHk1Y3ZYNzU4S1YvKzVNbVRrSkNRd01EQWUvZnV0V25UcG1mUG5oUkZCUWNITXhpTVk4ZU9nVTMwNU1tVDhERENvNVNZbUFoNkhRcnYzNy9QWXJFV0xWcjB0NS9XNXFLMVBnTmtialJxMUNpWjRTMHJLeXM1T1puQllIejc3YmVOZmpZaElXSGd3SUdCZ1lIYnRtMnJyYTF0MjdZdDNZNzkvdjM3aHc4ZmtyY1dGaFlPRGc3eUZ4R0pSSzlldlpMeDNUdHo1a3hCUVlHYW1scEFRSUJNLzhKbXM2ZE1tYkpwMDZaRGh3N3grWHk2SHhWRlVXNXViZzBORFRFeE1XM2J0czNQendmTjUrSGhRVndhbFloSWFObWRPM2VHMzM3NDhPR3JWNjh1WExqUXpzNk94V0kxTkRSRVJFUTRPam91V3JUby9mdjM3ZHExNC9GNHIxNjltajkvUGtWUlo4K2ViYnAzZit2aTBxVkxvRWRQbno2OVpNa1NNcFBidG0yYi9NU2FLRmNaQ2F1dHJTM3Z2QXdHc0E0ZE9zQUlSRGh4NHNTbFM1ZFdybHpacTFldlJxdFVYbDRPZm0vOSsvZVhGME1EQnc3ODY2Ky9JUEFpT0RpWXorZVRReG9hR3NIQndYdjI3TkhTMGxKVFU3dDE2NVpBSURBM055Y1dmdVdSaWZuNStmcjYrbkNqdzhQRDA5TFNoZzRkT20zYU5IVjFkUmFMZGZQbXplcnE2aTFidGtpbFVnTURBMTFkWFRhYkhSb2FHaHNiTzJiTW1PblRweXU1Y3F1bWlaNlg4dGpZMk55NWN5YzhQSnpENFpBRzgvejVjd2FEd1dBd2R1L2VMWkZJRklsZGtVaTBjZVBHSVVPRzlPM2JseFNTQnRtN2QyOFozVjlSVVFIdU9PN3U3bzBxMnBTVUZDc3Jxd2tUSmpBWWpLZFBuNXFibTlOMXVWZ3NwaytmK0h5K0l2Zkt4TVRFYnQyNi9mNzc3NmRPblpveVpjcnc0Y05oTUFzUEQrZnhlRWVPSE1uS3lyS3dzTkRTMG1JeW1STW1US2lxcWxxelpvMjhGUVNSeDhURVpPZk9uUndPaDl3YWYzLy9qSXlNSlV1V3lQeUIwZEhSejU4L256ZHZIcjF4Q2dRQ0NOUnQzNzU5ZlgzOTN6RGhzRmdzQm9NaGxVcjkvZjM3OSs5UFAzVHMyTEVMRnk0NE9qcXVXN2NPU3JLenN6dDA2RUFmdjdwMzc3NWx5eFlHZzJGa1pFVEtwVkxwdkhuejNyMTdCMisxdGJVUEhqeW95RkUxTlRYMXhvMGJ2WHYzbmpkdm5yYTJ0bEFvdkhYcjF1alJvNy85OWx1UlNHUm9hTWhtczNmdjNuM2p4bzNKa3lmRFpMaTEwMXFsRmJtRkV5Wk1rSm5pMzd0M0x6azVXU3FWZW5sNXdhSEt5c3J0MjdjdlhyeVl2aExFNVhJREF3UGxyL3p6enorVDF3d0dvN0t5Y3VyVXFUTHFyVkhpNCtQQlBqUjkrdlJHZlFENzl1M3I1dVlXRXhPemJkdTJuSnljQ1JNbTBJM3cvZnYzaDBaLzh1UkprRlkrUGo1dDI3YUZvOG5KeWE5ZnY1WktwZktHMmQ5KysrM3ExYXVCZ1lIT3pzN2R1M2NmUDM3OEgzLzhFUmdZT0cvZXZNR0RCOGZIeHhjWEYwK2VQRmxQVCsvTE1EWTBoZUxpWW1KWHNMS3lVbGRYLy9EaEE3eXRxYWxSTXYyU1NaV1pucDcrODg4L2c4MmNBTTZrK2ZuNWt5ZFBwcGZEVjRTR2hnWUhCMFBVSVozNit2clEwTkNxcWlvVEU1T2ZmdnBKL3F1WlRPYml4WXNEQWdJeU1qTDgvUHlXTEZsaWJXMU5qdko0dk9YTGw4UFlESU5sbHk1ZFpzeVlBVWU3ZHUyNmFkTW1HRXBsWXB1TGk0c0RBd1BidFd1M1pzMGFMcGNiRUJDd2FOR2lpSWlJRnk5ZWhJU0U4UG44OFBCd0V4T1QvMkNvRnhtOTZPYnRKako3OXV6dnZ2dk8wTkF3UGo1Ky9mcjE0Snd1a1VnZ2JDSXBLWW5NdkdWNC9mcDFkbloyU2tvS2RBaFFTQWJMZ1FNSGZ2WFZWL1R6eThyS1FGcjE2ZE9ISEFvTkRmWHk4ckt5c3FLZjZldnJLKzhyU2RkVkRBYWp1cnJhdzhORGlZZnlzbVhMZ29LQzl1L2YvL0xseTRVTEYxWlVWTnkvZjMvZ3dJRThIays1Z3lraVEzcDYrc21USnhXdE5vQy8rWWtUSnk1Y3VFQUtwVkpwV2xxYVZDclYwTkQ0OGNjZlNmbUZDeGZBaFNNK1BqNDJOdmJ2eFI2eFdDeXhXQ3d2eTJCOW41NXpZZCsrZlV3bWMvbnk1ZlR4UXQ0WWYvUG1UYUtycksydE16SXlIang0UUJ5blpKZ3paODZyVjYvaTR1THk4dksyYk5rU0V4TWpFQWdVelJhK0RGcXJ0Q0xkSWwwbTE5ZlhjemdjNHJ0WFVsSUMwaW8yTnZicDA2Y0xGeTVjdW5ScDE2NWRsVncyTnplWG51dG95SkFoa1pHUlVWRlI4a3Q0TXJ4NTgyYnIxcTFTcVhUSWtDSERoZzFUZEJwWmI3cDQ4ZUw5Ky9kSGp4N3Q3dTR1WXhjaHFXTHUzcjM3N2JmZndnK0VHZVQ1OCtkQnZja0RvU1hkdTNlZk1HRkNVbElTWk1YczM3Ly9sU3RYMU5YVisvVHBvN3orZ0pMZ2dOWkZXRmdZMFVPdXJxNmdPZUR0d29VTDVXV0VSQ0padkhneFhjb0FOalkyYytmT1BYSGloTEd4TWR3SW9WQUlKaUliR3h0RlRudmg0ZUdkT25XU0NhTCs5ZGRmWDd4NHdlZnpBd01ERmNWWDYram9nT3g3Ky9hdHY3Ky9tNXZiOE9IRGJXMXQ2Y2J3OVBSMCtDM1oyZG12WDcvdTBLRURmV3hXTk9Fckx5OFBEUTFkdVhLbHZyNyt3b1VMMTY1ZG01dWJlK25TSlVkSHg5emMzQWtUSmlqOU8vK1BMNmFGMEJjRWh3OGZyc2dTRUJFUm9TaVpBdlF6Skxvd096djcyMisvalk2T3ZuLy9QbjJ5QjJKZFRVMk5UTS9nNksrLy9xcWhvUUYyUjFJVGVqWEVZakhFQXJQWmJMRllUSEpGRmhRVXhNYkdQbjc4ZU1hTUdVT0hEbFh5QSt2cTZzNmVQVXZlRGh3NE1DWW01c3laTXl0V3JGRDBFVWRIeDdGangxNjRjQUU4aUtHeE5YRzV1YjYrbnMxbS8yMWI0QmVHalkyTmk0dkxtVE5uTEN3c3hHSnhSa2FHZzRNREdhMWsvQ25MeXNwZXZYcmw1T1FFem5aNWVYa2tXT3JEaHc5a0tkYlYxYlVwdWtvb0ZMSllMQmx6QUlnOGVnT0xpb3B5YzNNRGFVV1NBeGNWRmNFUzhPTEZpNE9EZ3hXcGNJbEVRbTlha0w0a0xDeXNYNzkralFaa2NEZ2NQeisvZWZQbTVlZm5KeVltaG9lSHQyL2Z2aWxCc3FtcHFicTZ1cCtVYXFTRjBGcWxGWmtOa0Y2cHZMeDh4WW9WRXlaTUlHbWMzcjE3QndQUDNidDNJV1lCdk1pVmpBMi8vLzQ3ZmQzWHljbnA2ZE9udi8vK2U3OSsvWlRrZnlvc0xGeTdkaTNFMDZha3BNeWVQVnRSbmVtWjA0dUxpdzhmUG56NDhHRVBEdzhJeG9FMWVGaDloN1J5MGRIUi92NytuVHAxZ2c3TDF0WVdwR0ZkWFIyWWlBY01HRURXNXRQVDA3dDI3Y3JoY0NaUG5yeHExU29XaTFWVVZKU1NrdUx1N3Q2VTRiQzR1SGpseXBXVEowOXVlbEtUbGtsNmV2ck5temQ1UEI3ZEJFVXNWUUVCQVhSL2JZSzl2ZjNEaHcram82TVhMRmhBOTVYcDJiTW51QWdBdDI3ZGV2ejRzWnFhMnNxVksyWE1wY0NwVTZmdTNyMWJYVjFOMTArblRwMEMyME4xZFRXWWx4cUZlSFFDTVRFeE1URXhmRDQvTkRTVUxEMFRCOEhYcjE4dlhMaHc3Tml4a3laTkl1TVo4Wk5MU2tyS3pzNDJORFNrLzViMDlIUjdlL3RldlhwMTY5WXROVFZWUTBNRG5HOWtscWNWY2ZyMDZhZFBuMjdZc0tFcEVZaXRpR25UcGlsNlFHN2R1cVU4UFNPNUhhZE9uVXBPVGw2eVpNbmN1WFBwaTdtd2R1YnQ3VDErL0hoRkZ5RU9XMlRrazBna0lTRWh4c2JHTTJiTU1EUTBmUHYyTGNsakI3MVpmWDM5MmJObnUzWHJKcDhmaUhEdDJqVVFaTkNoOFhpOHZuMzdSa2RISzQ5eDl2YjJqb2lJRUFxRmFtcHExNjVkTXpRMGxFK01KMDlkWFYxSVNJaUppY21zV2JNK2V2Si9oREZqeG93ZVBackJZQWlGUWk4dnI3S3lNaGxESXdIeU5rUHlGM3JqZ1Vnam9WQm9ZR0JRVWxMU0ZOa0t3UTNxNnVveS91Tmd6STZPams1TFM0TklwbHUzYmwyL2ZuM3UzTG53S1VqT1FqSi8rdmo0d09qWktGZXZYb1VHYVdscENTblVodzhmdm4zNzlyQ3dNQm1uUUlLNXVUbEU2MWRXVnI1Ky9WcGZYMS9HOHgwc1BrYzJKd0FBSUFCSlJFRlVlZW5wNmFSY0lCQ2NQWHRXUzB0cjA2Wk5FRXJaaW1pdDBvcjBkeklPVlZ1M2JwMDdkNjYydG5abFpXVmVYcDZMaTB0UlVSRUVIWFR2M24zRGhnMUtyaGtURXdOUkdJTUhENDZNakFUYjJMaHg0L2J0MjdkejUwNElzcE1uSnljSEVxLzcrdnB5dWR3Yk4yN0FLbDV1Ym01NWVibUdoZ2Fab0pDNHZPSERoMHNrRXZpS0xsMjYwRWZ1aHc4ZmtwL0c1L1B6OC9OWHJseTVaODhlS096WnN5ZDAwQlVWRlNDdFBEMDk1VHMrQndjSEp5ZW4zcjE3dzhBWkhSMHRzNEVBc2Vnc1hicVVGSmFWbGNIS0taL1BsNDlVYWkySXhXSXdhQzljdURBa0pJU1UwMU5HeWZ0cjB6bDY5S2l0cmUyVEowOGF6VVlOc1lGOFBwL2tYNkJUV2xvS1MwSXJWcXdJQ1FscDI3WnRRMFBEL3YzN3IxMjdabTV1UG52MjdHUEhqcW1ycTNPNVhLRlFDSDBjUFNFSVNDc2pJNlB2dnZ2dTNMbHpKU1VsWEM1M3dJQUJkUFBZL2Z2MzRRV2Z6Nit1cmo1Ly9ueGRYUjIwTVNhVE9YWHFWRGk2YjkrKzdPeHNFeE1UVWtMSHk4dExMQmIzNnRVTG9pN29meFFBczlqYnQyK1RoUzJwVkFxYk5ZV0VoS3hldmJvcFMrUXRuSDl1WDNuNThpV1pMUEY0dkpTVWxLQ2dvRzNidHIxKy9Ub3BLV240OE9IMGFGOGxnb2FzNFFZRkJja2NFZ2dFRmhZV2I5KytoZFlvbFVwaDhPUHorYi84OG9zaTh5Y1lQbUdpMkxWcjErcnE2amR2M2pBWWpMRmp4OTY5ZTNmbnpwMjdkKy9XMHRKcTlJTThIbS9zMkxIRnhjVWxKU1dnekJZc1dDQmZLNHFpRGh3NEFEN0k4SHhCb25sdGJlMHZMSWZMUHdIYUdEd3MrZm41VXFtVXhXSUpCQUltazBsM2NvWDFPQ2luZnp3K1B2N1dyVnV1cnE2V2xwWm56cHg1K2ZMbHRHblQ2QW5jU1E3MzZPam8yTmhZNkFDaEJQekhTVXBQT1BuWnMyZmdyZzRYeWNuSnljdkxnK0V5SnlkSFQwL3Yrdlhyc01DbnhDQ2FuNThQOTMzQWdBRWNEaWMzTjFjcWxmYnYzLy95NWN1WExsMnl0N2RYNUlFM2ZmcjB3WU1IUS9lcnE2dDc0TUFCK1hQaTQrTmx3aU5LUzBzREF3TTNiOTVNMXFOYUJhMVZXb0U0WUxGWUpGbHdZbUppWGw2ZXJxNnVsWlZWeDQ0ZFlkWU9ZUTV3d3VqUm81VmNzTGk0K0pkZmZnR1hReTh2TDlBOVVxblUwOU16S2lycThlUEh4NDRkbXpadG1zeW5hbXRyVjY1Y3llVnkxNjFiQjFsSmlObGcrZkxsNWVYbGRuWjJSSk1SdDR5SkV5ZHFhV201dWJuRng4ZFBtemFOYnFTbEwwZjYrUGdjUG54WUlCQ2twYVhCczlIRXdHWUdnN0YyN2RxcXFxckRody9yNmVrTkhUcjA5T25UcHFhbUpDNlhoSDF4dVZ3eVJwTFowdVhMbHkwdExadVNBS3dGY3U3Y3VaeWNuTGx6NThMdElKU1hsNVBYMENQY3VIRmowS0JCTTJiTThQYjJwaWhxMTY1ZFlEdGN2bnk1b2FHaHE2dnJYMy85cFdnSHQ3S3lNdm1BS1RydjM3OEhkWFgzN3QxcjE2NTVlSGpNbWpWTFhWMTk1ODZkY0VKeWN2S3FWYXNvaXBvL2Z6Nlp5eTVldkRncks4dlYxWFhZc0dIdTd1NWhZV0Y5Ky9hbEwxK21wNmVUblZLY25aMWZ2MzZkazVQejVNa1RNSzAzUGU0ZFRISFFQM3A3ZTkrOWU3ZTJ0dGJJeUFqTVVkWFYxVEIyc3RscytoemF6czRPSHIzcjE2ODNtcVQ3dndhazJBQUdEUnAwNmRLbFY2OWU1ZVRreE1YRlhiaHdJU29xaXBod0hqeDQ4TWNmZjh5ZVBidlIvNDJNZkc1dWJoQWJrWmVYbDVpWXlHUXllL1RvQVprdjRKbE5UazRHQjVmQmd3Y3IwVlZpc1JoaWRDQ1RFT1NTbFVxbGxwYVd3NGNQdjNMbFNraElTSEJ3c0NKYkhTd1ErL3Y3VXhRMWE5YXNZOGVPNmVqbzZPbnBRVjlSVkZRRVpqWTFOVFhTUFBoOFBpd3RQWHYyckh2MzdzcjlMdjVyc0Znc01CeXVYNy9lME5Bd0xTMHRLQ2lvVjY5ZXc0Y1BCOHNRUkkzMDdkdVhmazhyS3l2Mzd0MXJhV201ZVBGaXlHL2N1WFBuNzc3Nzd1alJvNmFtcGxwYVd0Q1pKeWNuWjJWbHRXdlhUajV0VlZwYUdxaDVNcGNtdVdyMzc5OGZIaDcrelRmZjlPL2YvLzc5K3c4ZlBreEpTYW1ycXdNeERWMWlvMERUcXF1cjA5UFRtekZqQnN6TnBGSXBrOG1jTld0V1FFREF6ei8vdkhidDJrWWJRTnUyYmNWaThlUEhqKzNzN05hdlg1K2NuTnkrZlhzZWo4ZGdNR0pqWTZGdmJOdTJiV2hvcUl6cDdxUEpKbHNncmF5NkJHZ3JjSGVoNU9lZmY4N0x5K3ZhdFd1blRwMjZkdTJhbEpUMC9QbHpvVkFJMHNyQ3drSlIzQlpwTGdLQmdNUGhMRm15aEw3ZXdXUXk1OHlaRXhBUUFQNkdVNmRPcFU5Mk5UUTA1cytmMzZOSEQ1bHVycUdoQWJKMFFPQWVRR1liTUFRNk9Eakl4QjRXRmhiU0UwTzd1TGhjdlhxMW9xS2lSNDhlSVB2SW9tUlRjakZFUlVXSlJDSlBUMDhmSDUreFk4ZVNiclNxcW9wWU1od2NIQlFsNkdxbEdCa1p6Wmd4dzlQVFUyWnUxL1R0c1VIcDZ1bnBiZG15QlV6eDVJNXYzcno1L3YzNzl2YjI4bVllQVB4ajZDVURCdzYwc2JHUk4xZUFIWkhENGRBWGRNQzBCczFEUTBORFBqcFB4aXQ1NU1pUnUzYnQ2dDI3Tnl3bzBLTTBQdHBDUkNKUlpHUWttODBlUFhxMGw1Y1h2YzJmT0hFQ1dxOVlMQTRJQ1BpQ1hVMkJLVk9tS0Rva0U5WkFwN2EybHI1dldvOGVQUklURTZ1cXFqcDA2QUJydmdVRkJiZHYzNFoyMkw5Ly95ZFBudXpmdjE5TlRVMCs5ejB4VkgvLy9mZXc4QkVSRVpHWW1LaWxwZVh1N2c1Rzl3OGZQdVRsNVlHdG1zMW1qeHc1VXNrdk9uMzZOSGpNVEpzMmpiakxRSk9ZT0hGaVRFek04K2ZQMTY5ZnYyTEZpa1lYdFVIRVoyUmtkT3JVYWNTSUVZTUdEYUtMTUg5L2Y3Q3lhR3RyYjl5NHNkVkZ4VGNMRUt3TnJ5VVNpVkFvdkhidDJydDM3MWFzV0VFZVBabG5OajQrbnNmanJWKy9ubjZQdW5UcEl1TlJjT2pRb2F5c0xDc3JxMGJ0MHdBSmZpS0dIMmlXWUxuczFhdlh3NGNQNzkrL0Q5RVYxdGJXTGk0dWlpNzE2NisvWm1WbGNUaWNGU3RXeUl4SE5qWTJnd2NQdm43OSt1clZxeGNzV0NBVGlnaWNQMzhlVEZ4c05wc3MxMGlsVXRDTyt2cjZLMWV1YkYzV0tVVzBWbWtGOHp4NkNoQkl4UUZxdDFldlhtRmhZZVhsNWR1MmJZTkZGbTl2YjBYMi80YUdodTNidDZlbXBqSVlqSVVMRjFwYlc4dnNXR3hqWXpOMjdOaUxGeTlldUhEaHpaczM4K2ZQcHc4MmpYcUlaMlptUXFkTVgxbURFaWFUcVdpeWVQWHFWYWxVYW1GaEFRTWJrOGxjc1dLRlNDVGljRGp3SkRROVg2aFFLQVN6Q3JqUjBML3g2dFdyOE85Tm1qUkppZjlISzRYczlpUEQzOWp5VTB0TGk3NW84dUxGaS92MzcwT2k2a2JQdjNYcjFsOS8vYlZod3dhNlc1NmhvV0dqUFFWb2FIdDdlN3FwQ1ZxSW9uUVk1ZVhsTVRFeExCYkx6TXdNL0JMYzNkMFpETWJYWDM4TmFVZ2J6WWlqaUd2WHJsVlZWVGs3TzhzNEVRb0VBckRZdy9UeGk5ZFZNSWRSMURuY3UzZFBrYTlWVkZSVWRYVzF1Yms1V1RnT0Nnb1NpOFZQbno2RnFmK3NXYk9HRFJ2MitQRmoyQkpnMXF4WmZuNStlL2Z1NWZGNE1wMEdzVnFST3doaklZeXBOalkyNERoNDRzUUpXQ3NaTkdpUWtxNGdQRHdjWEl5SERoMHFrMTBQcmpsLy92d05HemFBWjFpajBSdVFsZ1VVb1V6djhlelpNeEJ0enM3T0pKVXg4bEhvc2drOFF4Z014cXBWcStnTDZ6SXR6ZDNkM2RuWldTVTdUY0VneU9WeXljTU9zempvMzNyMzduM3c0TUd5c2pKSWxrYUNFOVBUMC9YMTllbmQxK0hEaDIvY3VNRm1zNWN2WDk1b1RISG56cDFqWW1KcWEydTNidDBhRnhjM1pjb1UyQ1hwK1BIamVYbDVMQllyTGk2T3hXTEp0UCtvcUtqYzNGdzFOYldnb0NCTFM4dnIxNis3dXJxMjlpMjJXcXUwZ3BaQjcxK2dCS1NWbFpWVjI3WnQzNzE3QnhtcU9uZnUvUFhYWDhOcCtmbjVabVptOUd6NnUzZnZqb21KZ1YyNlpJUTJQQSsxdGJVazEvYVRKMDltejU0OWV2VG9FU05HS0xuMzkrN2RnK3JScyt0Q21qaEZadnlLaW9vYk4yNW9hV2xObVRLRlpHeUhrRmVTdFkvc0k2dG9BOHVjbkp5Ly92ckx3TUFnSXlPanZMemN4TVJFeG5HeXJLd016Ry91N3U3ang0K3ZxYWxKVDA5dnl1WXFyUjNJYU5lMWE5ZTB0TFM3ZCs5Q0E3aDE2eFpaMDFteVpJbVNqd3VGUXRna3A2R2hZZS9ldlkyZWs1bVpLWlZLSVNldDhrMnZQM3o0a0p5Y0RKMGF2Vnk1dElJZDc3Mjl2WE56YzBGYXNWZ3NrSkl3dXRNTllJcXNWcWRPbmFxcHFkSFUxSVJwb254eXl6LysrRU1nRUlDZnZxR2hZVUpDZ3JXMXRTTGJScXVHL0VWejU4NVZOTnQ1OU9oUm85SktKQkpkdW5TSnlXVE9uajBiRm5hSlNXRGJ0bTN3NUhwNmV0SS8wcmx6NTM3OSt0MjdkMi9idG0xR1JrYjBCeFB1dTQ2T0RobG9vUVJHUGphYjdlcnFldnYyYmZBRVZWZFg5L0h4Z2RQZXZuMXJZR0JBSDU1djNMaXhmLzkra0Y4azU3RE03MDFKU1lIWEJRVUZBUUVCQXdZTThQTHlhdGV1WFVORHc5YXRXdzBNREdwcWFpQU1sblNiNUFxd0FHUnViaDRRRUtDdXJoNGJHOXU3ZDIrTUN2d285SlFva01IYzJOaFl4bUZSSnJFT2k4VlNsYndBMTBtNmhnYXhCUk1ueVBKLzQ4WU5TS1pJTk5PMmJkdjY5ZXRIVXN5Y09uVUtPZzFiVzl2WHIxL0RPZ0JNV1YrL2ZuM3UzTG1xcWlxU1RSQVd3UjgrZk5pclY2OUZpeFoxNk5BQkZpNmhHdlR1c2JTMEZCclZqQmt6TEMwdHhXTHgrZlBuang4L1BuUG16Q2FHMTdSTVdxdTBnclpDejloSlh4TmhNQmdqUm95QS9Ob01CbVAyN05udzhKZVZsYzJaTTJmWnNtWFFaZFRWMWYzeXl5OWcxWWQwL3BBTWlYU212Ly8rKzVVclYwcExTMGw0RGlpdE0yZk9uRDkvZnNHQ0JZMkdKZGZVMU1BMWh3d1pRcC9WUVd0VzVEMEtPMWY0Ky91VHg0bTBVWEE4TkRRMC9LZ0pnY0ZncEtXbHdlYlFGRVhKNU1pQkJIRkNvZERRMEJDOFFHSmpZM2Z0MmpWcTFLZ3BVNlo4d1R0VVpHZG5sNVdWYVd0cmQrdldMUzB0emRqWW1NVmk1ZWZubTVxYTJ0cmFRcC9pNnVvS0h1aU5jdURBQWZEV1VsTlRxNnVyZy8rcW9LQ2d1cnBhVzFzYlptWkVSdi8yMjIrelpzMVNrdG52MnJWckVvbEVVMU9UTHVVRkFnRTB2RVpiU0dscEtXeTU1ZXZyQzJtN1NmTm9hR2dBOGQybytVR0cydHJheU1oSStDSUdneUhqY0VxV25MNy8vbnRZU1BybGwxOFlESWEvdi8rWGwvaEswZnlrS1Z5NGNLRzB0SFRpeElsRUljSHRTRWhJeU1qSVlMUFo4K2ZQbDdmbytQajQzTHQzcjY2dWJ2ZnUzYnQzN3libFlPV2k5MlpnMkNCZHdjaVJJOG5pNDhTSkUway9zSGJ0Mmg0OWVwQ1E1UER3Y05CVm9McEkzajV3ejRxTGkzdjE2cFZRS0tSdnlpU1ZTcU9qbzZPam80Y09IVHA3OXV4Mzc5NFJkMDhyS3lzWmcrdjE2OWN6TXpQWmJQYml4WXMxTkRTS2lvcENRME1kSEJ6OC9Qdyt5V0w2WDBNaWtkQ25PbUI2TkRjM2wwZ2s5RjVDeG9kQmhaQkFyZ1VMRnBpWm1Sa1lHRUFiZ0tRR3hjWEZKTkExSVNHaHNMRFExTlMwb0tDZ3FLZ0lRcktFUXVIT25Uc2ZQSGhnYm03ZW9VT0hCdzhld1A0TmhKeWNISmtOd1RnY1RuMTl2VVFpS1Nnb2dKMjgzZDNkUTBKQzR1TGk2RE5BaVVRQ3JqaWVucDR3RldHejJVRkJRUUVCQWR1MmJZdUxpNXMzYjU2aUViT0YwMXFsRlFoL0F3T0R5TWhJOE9tRDdvUDBCZlI0WnRKa29RSEJPZS9mdnc4TkRjM0t5ckswdFBUMTlkMi9mMzk1ZVRsTUk4aGpJQlFLWWYwT2VqMnhXQ3lWU2dzS0NoZ01ocU9qbzZJbDRmUG56d3NFQWo2Zkw1TU5DNlNWVEFwdm9LYW01dWJObTJQR2pIRjFkU1hKRjBnMXdQWkdYLzlXWkpPd3RMUThkT2pRblR0M1lPb3NrNVhrOGVQSGQrN2NZYlBaUzVjdUJUdkVnQUVEYnQ2OGVmbnk1ZWZQbnk5ZnZseCtpL3N2QStqTFJvOGVEWkxDMnRxYXcrSGs1K2ZiMnRyT21ERURwSlczdDdjaWFSVWVIbjd6NWsxOWZmM3QyN2ZyNnVxU09UbzRuem81T1NtM2VNbEFFdFdNR1RPR2JxQWlTVTBiRmRCUlVWRnFhbXJMbGkyVGQrZDg5dXhaZFhVMWc4R2doNW9xYWlFelo4NzA4ZkZadDI1ZFJrYUdzYkV4M1J3bGtVaDI3OTR0Rm91Lyt1b3JFdk14ZCs3YzRPRGc1Y3VYVDU0OCtjdllBWW5ReE0yajVJRWREcHljbkx5OXZjRVVEWVVORFEwdy8vYjE5VzAwekw1ZHUzYU9qbzZKaVltNXVibHYzNzRsanhzWUFMcDE2L2JYWDMrWm1aa1pHeHZEeUVkNkdMRllURExDa043cy9mdjNCUVVGNExrbEZBcC8vZlhYNk9ob2JXM3RXYk5tWGIxNnRhaW9pUGdDd3krdHI2K0gyaElOSnhhTGk0cUt4R0p4NTg2ZE8zWHF4R1F5SWJ4eDJiSmxBb0ZBSmt0a1NVa0ovTHFwVTZmQ0xNTFkyTmpMeSt2Y3VYTUxGaXhZc21USmY4SDQvZmNnWHVSTUp2UGV2WHZRd3ljbEpmbjYrbmJwMHNYZTNqNGpJME5UVTFOSkhvMi8zVmJoczQ4ZVBXSXdHRzV1YnRYVjFlSGg0YkFBemVQeExDd3NDZ3NMMTZ4WlUxcGFhbTF0blp1YlcxWld0blRwMG9DQUFEQkhHUm9hbHBTVXJGdTM3dFdyVnlOR2pKZ3laWXE2dXZxN2QrK01qSXlnRzl5MWE5Zk5temNIREJnZzB3Y0toY0s5ZS9jNk9qclNQVFRBZEVjNlBiRll2SHYzN21mUG5qazVPZEZ6ZHBpWm1TMWR1blRObWpXeHNiR3ZYNy9ldUhGamF4VHVyVkphdlgzN3RxaW9TRTlQRDNaNW94K0NnSXU0dUxnVEowNUFpVmdzWHI5Ky9kS2xTMTFjWEVCYUdSZ1laR1ptQmdVRkNZVkNYMTlmTHk4dkRvZnoxVmRma1NIenc0Y1BZQVdkT25XcWZKS25hOWV1U2FWU1JYbEIwOVBUTDE2OENKK1ZDWE1BOFVjU3JOUFIxTlRjc1dNSGVMRFNyUkd3ZHczNGdkRmppNGh3YlBTUkl5S01iazkrOSs0ZGhHRE1uajJiV0NCQVpzMmZQejhuSjhmUHoyLzE2dFZmVEdnUCtZdnE2K3Vqb3FKNFBON3c0Y1BCb1AxSjNMeDVjLy8rL1RvNk9tdldyUG5uamtjTkRRMTc5dXlwcnE0Mk16TWJPM1lzL1JBSi9XdDAvMk52Yis5Ky9mckJJYmpwWklrQmZoVForZzJReWNsT1IxdGIyOGJHSmlNalEyYlY4dVRKaytucDZlYm01b3NYTHlhRlRrNU9YbDVlWjgrZVBYNzhlRzV1N3FKRmkxcGRxSTRpL3Zad3hXUXk1OCtmYjJOancyUXk2VnNraFllSDUrYm05dXJWUzBsNjkzNzkrb0diSFQxdUFFcDY5T2l4YXRVcStsWUJNTllXRkJTRWhJU1E5Z3haUDN4OGZDQVBpTDYrZmxWVjFjcVZLM056YzcvKyt1dVpNMmZxNnVxNnViblJGK25tekptVG41Ly85ZGRmeXl3UmdrWDg3dDI3czJiTkl1ZDM2TkRCMk5nNE96dWIzbnZVMWRWdDNicTF1cnA2d0lBQjlGRHJpUk1udm5qeDR2bno1OEhCd1RObnp2eG9hdVgvSm5WMWRUMTc5dlR4OGNuTXpOeTFheGQ0QTgrYU5Tc3FLaW95TWhKOEE3aGM3cXRYcjZxcXFobzEwc0RkYjJLTGZmSGl4ZTNidCtmTW1RTjIweWRQbmhRV0ZucDZlcHFZbVB6d3d3OERCZ3hZdm53NWs4bjA4L05MVGs3ZXZuMTdkWFgxb0VHRGZ2cnBwOFRFeEUyYk5sVlVWS3hhdFFvY1YvaDhmazFORFpmTDNicDFLN0hLMDRjdzZHZmtleHQxZFhXSU1DVkFybm55Vys3ZHUzZjY5R253Wk5EUjBkbStmYnRBSUtpdXJxNnFxb0lYWk0zNjBLRkRzQkZGNjZKVjlwTGd5ZVR1N3U3aTRySnIxNjZ0VzdlQ0Vjdkt5c3JjM1B6T25UczdkKzVzYUdnWVBIaXdwYVhsZ1FNSFJDTFIrdlhyUFQwOUlVbFBtelp0Q2dvS0hCd2Nwa3laUXRLODBuc2k1Y0pGU2NLUGx5OWZCZ2NIaThWaVQwL1BJVU9HaUVTaTFOUlVNTUMrZi84ZXdxY1Y1V0V6TnplWCtYWjRBZHRZZW5wNkVrY3Iram1OanFERVpadFltek16TXpkdDJsUlpXVGxxMUtnaFE0WklKQktCUUFBdHVMcTYydFhWOWNhTkc5WFYxY0hCd2J0Mjdmb3liRmZrbjRtSmlZRzFHeDZQcDZSdmFuVDlMaW9xNnBkZmZtbmJ0dTI2ZGV1YW5oRzRyS3lzVVJFbWtVaDI3ZG9GZ1QrQmdZR3dLYTlVS2pVeE1lSHhlR0F6NDNLNWpZcHZOcHROV2dqOE5HZ0R6NTQ5ZS96NHNicTZ1c3l1TzNCVWtRczJ0QkFpa2tRaUVUaFNhR3RycjFtelJsTlRVeVFTVlZWVlFSYUdUcDA2Z1J2MTNidDNlVHllL1BEY1NpRVAwVWMzdXBGdk5tVDJRcHBaUVVGQldGaFkrL2J0L2YzOTM3OS8vK0hEaHc0ZE9taG9hTWg4dG5mdjNpZFBublIyZGlZNk9DMHREV3dHdHJhMlI0NGMrZlhYWDJIRFVFMU5UVmRYMTl6YzNLQ2dvUEx5OHM2ZE8wK2NPREUwTkZRa0VvV0ZoVDEvL2h4RW1LNnVycHFhR3BmTDNiQmhBd2xFbFhGK2dsL2E2QUtvcmEydFRHWndzVmdNM1NsNUlzckt5clp0MjVhYW1tcHRiVDF2M2p5cFZGcFRVME1Hd3ErKytncjJwVDV3NElDT2prNXJUemo4YjZDdHJUMSsvUGdMRnk3QW5lM1RwNCtmbngrWHk1MHlaWXEzdC9lVksxZk9uajByRW9rdVhMaVFtcG9LbVRKa2dBZjV5Wk1uRUNwT0IzWnRmL0hpQlRsMDU4NGRvVkJZVzF1N2VQRmlCb01SRmhiRzQvRW1UWm9FUnp0MjdCZ1lHR2hpWW5MaHdvV0lpSWcyYmRvc1hib1U3cHF6cy9QR2pSdTNiOS8rOXUxYjhGMSsvZnExaDRmSGxpMWJGUDAwcUZoVDF0YWhQNkg3U1pQNGoram9hSENFTURFeDZkaXhvNzYrdnA2ZVhwczJiYTVjdVpLZG5VM3lRYll1V3ArMGdnMUgrWHcrTEU5MDdOaHgvZnIxYytiTXNiT3ptejkvL3FsVHA4NmVQY3RrTWtuNFcwMU5EY1JQa1N5Z2pTWStrUGtLZUtGazZpOVBWRlRVd1lNSDYrcnF4bzBiQnhrTmFtcHFJQWNnN0k0SmwvMW9Oazc2dDBkR1JxYWtwSFRvMEVFbXhTM2RKQ04vQlhqWVNQMFBIVHAwNWNvVjZPSmpZMk5oYzk5R3Y3cTJ0alk4UEp5K2ZWWHJoZHk3aXhjdldsbFp3ZkJKLzd2WWJEWTRYY0hiWmN1V2tYTDRoNDhkTzNicDBpVXJLNnZWcTFjMzNWNlZtcG9hSEJ5OFlzVUttZldSMHRMU0xWdTJwS2FtdG0zYk5pZ29DSVJ5WkdRa05FdHc0WUxtOGRHb0t5S3RoRUxobmoxN3dDd2hJNGpoZGpjcXJhUlNLZmhtd2RIMzc5OHZXclFJK2krSlJMSjA2ZExxNm1wRm1pd2lJbUxTcEVtdDFQdEJCdkliUDdyUmpaS0U3T1JKTEM0dU5qRXhXYnQyTFkvSHUzLy9Qc1E2dEduVEJvWVRvbUo1UE42K2Zmdm9DOEZnZElRRUVHM2F0Rm0yYkJtc3h5MVpzaVE5UFgzSGpoMGlrYWhQbno2TEZpM1MwTkJZdFdyVmhnMGJSQ0lSeE1sRGg4YmxjcFVNZnA4MC9vSGZERFJGK0ZSTVRNek9uVHVocEtpb2FOcTBhUUtCUU5HbHpwMDdoOUtLVUZSVWxKcWFtcDZlL3ZUcFUzQU90clcxSFRkdUhOMjFRME5Edzl2YnUzLy8vbHUyYk1uSXlNakl5SkJQNEVMdUJleDVCY01mbjg4bkF0ckV4RVFpa1lEMWkvaWNaR1ptaG9XRkdSZ1l2SG56WnMyYU5YUWJaSThlUFg3KytlZUVoQVF2TDY5eDQ4YlJJNnRzYkd6Mjd0MTc3OTY5Qnc4ZXZIanhJams1MmNQRFE4bHZoTDVJZm1kYmViUzF0VDA4UE83ZnZ3OVR4NjVkdS9idDJ6Y25KNmRmdjM1MmRuWWRPM2FVRC8weE56ZmZ1SEZqMDdmaGFsRzBQbWwxK2ZMbHNyS3k2ZE9uay81ZFgxLy9sMTkra1VxbG16ZHZUazFOTlRFeFdiQmdBYVEzaEpXVXRtM2I3dHUzRC9TRVZDcDkrZktsY3A5YzBwTTJLbHpreWMvUFAzejQ4Tk9uVHcwTkRlZk1tVU5jZzNWMWRYZnMySEh5NUVtU3JjclQwMU4rbjBzWlNMZVZuWjE5K1BCaFEwUEQ0T0JnbWExRmlHNW90SVpFNXNOUEhqaHdJTWx2V1ZKU3d1RndMQ3dzek16TVRFMU5EUXdNREF3TUlCbGdRRUJBYlczdGx6RnF5cWdLZjM5LzZLMWdoSUMwMURObXpJQVJidlhxMVdGaFlXQlROREl5QXV2VUgzLzhjZm55Wlc5dmIxTlQwei8vL0xQUnI0RGNWRmxaV1ljT0hTS0Z0Mi9mRmdxRklTRWhJU0VoWUVJWGk4V1JrWkcvLy81N2RYWDE0TUdEcDA2ZFN2N2tIMzc0b1VPSERpZFBuZ1FIR2g2UHB5VEhFZ0h1dmxncy92WFhYOSsrZlR0cDBpVDVuY1hnNXplNkViVklKSUt1RUpxSGtaRlIxNjVkSWZvTVN2VDA5TXpOelUxTlRZMk1qQXdORFdFU2VlM2F0Yi8rK2t0ZFhmMkxDWGNnRDlwSE43cUJ4QzZOUW94U05qWTJQLzc0STBpMGZ2MzZpY1hpTTJmT2dQOGNaUDRrSDZIN3QyVmtaTVRGeFRrN081UDl2RmtzMXZMbHl6VTFOWThmUDM3dDJqVWVqL2ZERHo4UTk0TWVQWHBzM3J4NTY5YXRaTWFmbnA2dVpKWUlRSU5wWW05R3ZNZWdNVGc3Ty9QNWZBakxyNmlvWURBWXhzYkc1dWJtSmlZbVJrWkdCZ1lHK3ZyNnVycTZvQXlVQjhiKzF6aCsvUGp6NTgrTmpZMmRuSnc2ZCs3Y28wZVBSZzNTc01TMmNlUEd2WHYzRmhZV05ycmdYbGRYQjBuT1BEdzhmSDE5bTU3UCtmWHIxNEdCZ2ZKNTljYVBIejl2M3J4R3c5WFYxTlE4UER5VUt5b0NTVERabEpNWExseEl0blNqS09xbm4zN2k4WGhLd24yc3JhMUp1djlXUnl1VFZwV1ZsYWRQbjNaM2Q1ZEpyVzVvYUxoaXhZbzNiOTU4Ly8zM1k4YU1rUWxxN2QrL2Y2OWV2VzdldkJrWEYvZnk1Y3YwOUhUbDBvb0lsNlprYllHd1BnYURNWEhpeERGanhzaG9JQ3NycTZDZ29NREF3SmN2WDNwNWVUVWxqeFQ1OXAwN2Q4SThXRDZIRFp6VHJsMjdSaGZ2Qmc0Y21KaVlXRlJVQkc2d25UcDFndm5Cb0VHREhCMGRMU3dzR24xNkowNmNHQlVWcFdSdjZkWUZhQXR0YmUyZ29DQ3lLN2FtcHVia3laT0hEUnRHZDROemNYRnhjbkphdm55NWxwYldUei85QktPc2pZM041czJiYld4c0JBSkJSRVFFaVMyUUp6OC9YMzVMSEpGSXRIYnQycDkvL3RuTXpPekNoUXVuVHAxeWNIQ1lOR21Tek9LTGhvYkdpQkVqVEUxTmc0S0NyS3lzRml4WVFGYjlsQUIzSDN6ekowNmMyR2lqYW1ob29DZmxvNk91cnU3bDVSVVJFVUhXcGlkTm1wU1FrTkM3ZCs4K2ZmcDA2OWF0MFk3Yng4Zm55Wk1uSTBhTStHSzJaNGJkM0VlT0hLbGNMRnBiV3l2WjNSenVCWi9QYjlPbURSa2tORFEwaGc4ZjNyZHYzMFdMRm9sRW9wOSsra25SVHJTSERoMXEzNzQ5M2JrTjFrckN3c0p1M0xneFpNaVFpUk1ueWdTK2RPclVhZS9ldmJHeHNmZnUzWHYrL0xtU2xra2dBYUVmUFJOTUk2NnVyc25KeWRBVTFkWFZ2YjI5Zi92dHQ0RURCN3E0dUZoYld6ZTZnK1NQUC80WUdob3FzeXI5SCtlVDhuNXh1VndsMFRCOSsvYWRPblVxaVBKUDJpZWpRNGNPamJxZ0tOa2Y4Sk1ZUEhqd2pCa3ovcDRQeVpjdHhGdVp0TkxTMHZyMjIyKzl2THprdTRscDA2YTFhOWRPVVU0Z0hvODNldlJvNVh2ZEVOVFUxSHg4ZkFZTUdFQ0daQ1hBUnBpZE8zZFc5TlVzRm12Ky9QblErVGJsMnpVMU5TZE1tREJ3NE1DMHRMU2VQWHMyMnY0ME5UWDkvZjNkM053YWZYVGJ0V3RITmxRQlpzK2V6ZWZ6bFRzZ04vMy9hUldvcWFuTm5EbHowS0JCOUpHQU9Cekl3R2F6TjI3Y1NCY05aTjJXeCtOQmdFejc5dTNwUnZpbTQrbnA2ZURnb0VUTk96azViZHEwcVd2WHJrMjhlUGZ1M2NlTkc5ZWxTNWZrNU9SRzAzOUEzbzNwMDZjckNtS2RQSGt5ZlJTMHNMQTRjT0NBOGlUSWZENmZCUFovR2RqWTJPemJ0MCtSSVFFSURBeFViaFBTMU5SY3VuU3BxNnVydkQ1cjA2Wk5ZR0Nna2s0SlprRXVMaTd5cHVJQkF3WU1HalJJMFIxaHNWaHVibTVOWDNyNzVwdHZYRnhjbWhpaEFzdU85SkloUTRiMDdkdFhlZmRsWTJORElvY1FRSVg1VkdXMjdXbzV5T2YzUVlCV0pxMFlESWFpdlQvcHlUbi9JVzNidHAwNGNXTFR6LytvUWI0cHBnaUNqWTBORE1OS09uMURROE5HdHhGUVJDdmRFUENmb0srdnIzd3pFQm1VR0dONFBKNzhIdGhOUjF0Yis2UHpzMCs2UGxGRmluUVZ5Y0xmZEw2TXpTVStpWTgrdGswNVIxdGJXNG5FK1dpbnBNaEkzUFNZaWFZZ3YvbnBKOEZtcy8rREhRaUMvQk53bXdJRVFSQUVRUkNWZ2RJS1FSQUVRUkJFWmFDMFFoQUVRUkF3b1VxcEFBQWdBRWxFUVZRRVVSa29yUkFFUVJBRVFWUUdTaXNFUVJBRVFSQ1ZnZElLUVJBRVFSQkVaYUMwUWhBRVFSQUVVUmtvclJBRVFSQUVRVlFHU2lzRVFSQUVRUkNWZ2RJS1FSQUVRUkJFWmFDMFFoQUVRUkFFVVJrb3JSQUVRUkFFUVZRR1Npc0VRUkFFUVJDVmdkSUtRUkFFUVJCRVphQzBRaEFFUVJBRVVSa29yUkFFUVJBRVFWUUdTaXNFUVJBRVFSQ1ZnZElLUVJBRVFSQkVaYUMwUWhBRVFSQUVVUmtvclJBRVFSQUVRVlFHU2lzRVFSQUVRUkNWZ2RJS1FSQUVRUkJFWmFDMFFoQUVRUkFFVVJrb3JSQUVRUkFFUVZRR1Npc0VRUkFFUVJDVmdkSUtRUkFFUVJCRVphQzBRaEFFUVJBRVVSa29yUkFFUVJBRVFWUUdTaXNFUVJBRVFSQ1Y4Vm1sRlkrbnlXS3hLSW9TQ0dva0Vzbm4vR3JrMzZhaG9hRmFJS0FvaXNGZ2FQRjUvL3lDMkZwYU82cHRFcHFhR21vY0RrVlJ0YlcxZFhWMUtxb2owaUtvRjRzRmdocUtvamdjTm8rbjJZdzEwZFRVNEhEWTBNenF4ZUptckFtaUVpUVNDVFF0Rm92MU9adldaNVZXaGdiNkhBNkhvcWpTc3ZMNmVteTFYeFFORFEzRkphWFFnbzNiR3YzekMySnJhZTJvdGtubzYrbHFhbXBTRlBYaFEwVnRyVkJGZFVSYUJIVWlVV2xaT1VWUjZseDFRd1A5WnF5SnZwNnVPbGNkbWxtZFNOU01OVUZVUW4yOUdKb1doOFA1bkUzck0wc3JBeGdzMDlJenFnWFZuL09ya1g4YmthZ3VLZVVaUlZGTUpyT3RrVXFrRmJhVzFvMXFtNFRlLzBxcnpPeWNkOFhGS3FvajBpSW9LLytRbHA1T1VaUWFWODNRd0tBWmE2S25wNnZHVllObVZsYitvUmxyZ3FpRWFrRTFOQzBPaC9NNW05Wm5sVloyM1d3N3RET25LS3J3YlZISXp6dXljbkpyYW5DdHAzVWpsa2hxYW1wemNsK3QyYkFwTDcrUW9pZ3pVNU9lanQzLytaV3h0YlJTL3FVbTBjWEt5cWFMRlVWUjc5OFg3OXk3LzJWV2prQlFJOFlsbTlhTVdDd1cxTlJrWmVkczNyNjc4TzA3aXFLc09scmFkYk50eGlwMXNiTHFaR2tCeld6THpyMy8yOHl3MjJsbGlNVVNhRnJyTjIyRHB0V2huZm5uYkZvTXFWVDYyYjZNb3FqN3NRK256Wm9IQTZSeFd5Tzdyclo4UGcrTUUwaHJwTDYrdmxvZ1NFdkxLQ3dxb2lpS3pXWWYvR1huQUxlK0tyazR0cGJXeUwvWEpKNGtKUHBPbVFIdHdkQkEzOEd1RzUvUFUxTlRVMFd0a1dhZ3JxNnV1bHJ3UE8zRnUvZkYwRlJPSHQ3M2xVdXY1cTNWdy9nbms2ZlBwamN6TFQ2Zm80YmRUbXRDdm1rZDNiL242ejVmZmJZS2ZHNXAxZERRNExkczFlWHdhNS96UzVIUHh2Q2hnM2R0Q1dVeVZXTU54ZGJ5QmFEQ0ppR1ZTcGV0V252KzRsK3FxQmZTNGhnN2FzU1drTFdxNmozK05nME5EY3RYcjhObTlpWHgrWnNXS3pnNCtMTjlHY1FLOWY3S21jMWlGNzE3eDZBWVRDWlRLcFYrWm5tSHFCQW1rNm11enVYeE5BMzA5U2Q0ZjdkazRWeHdpRkVKMkZwYUkvOWVrMkF3R0gyK2N1Wnl1ZS9lRjFOU2lzRmtZSHRvMWJCWUxIVjFMazlUMDZTdDBTVGY4WXZuejlGUVYyL3VTdjFmTTN0YjlJNUJNYkNadFVaSTB6SXlOUGgrZ3MvbmIxcWYyMnBGeU1ySkxTd3NxcXlzcktpc3JLdXJiNVk2L052a1pHZmw1R1JSRk5XeG8xWEhUbGJOWFoxL0JRNkgzYWFOanJhMnRrbGJvODVXbmY2bGIva3Z0Sll2aHMvUUpGNi95WHVUbDE5UldWVlZWU1VVWWhoWGE0WExWZFBXMXRMUjFtbG5ibXJSb1gxelYwZVduRmV2Q3dvS0t5cXJLaXNyUlNMTTk5RUlOVFUxUW1FdFJWSHE2aG9xbkZUL2M5VFVPRG82MmpyYU9xYW14dUE4OTVscE5tbjFYK0Rnd1lNSERoeWdLR3JXckZrelo4NXM3dW9nQ0lJZ2lNckFNVTRSbUkwZFFSQUVRUkJFWmFDMFFoQUVRUkFFVVJrb3JSQUVRUkFFUVZRR1Npc0VRUkFFUVJDVmdkSUtRUkFFUVJCRVphQzBRaEFFUVJBRVVSa29yUkFFUVJBRVFWUUdTaXNFUVJBRVFSQ1ZnZElLUVJBRVFSQkVaYUMwUWhBRVFSQUVVUmtvclJBRVFSQUVRVlFHU2lzRVFSQUVRUkNWZ2RJS1FSQUVRUkJFWmFDMFFoQUVRUkFFVVJrb3JSQUVRUkFFUVZRR1Npc0VRUkFFUVJDVmdkSUtRUkFFUVJCRVphQzBRaEFFUVJBRVVSa29yUkFFUVJBRVFWUUdTaXNFUVJBRVFSQ1ZnZElLUVJBRVFSQkVaYUMwUWhBRVFSQUVVUmtvclJBRVFSQUVRVlFHU2lzRVFSQUVRUkNWZ2RJS1FSQUVRUkJFWmFDMFFoQUVRUkFFVVJuczVxN0FmNExhMnRyeTh2TG1yZ1dDSUFpQ3FJemEydHJtcmtJTEJhWFY1K0QyN2Rzdlg3NXM3bG9nQ0lJZ2lNckl5OHRyN2lxMFVGQmFmUTd5OC9QejgvT2J1eFlJZ2lBSWd2enJvTFQ2RituV3JadVZsVlZ4Y1hGelZ3UkJXamRDb1ZBa0VsRVV4ZVZ5MWRYVm03czZDSUw4SC9yNit0MjZkV3Z1V3JRc0dGS3B0TG5yOE1WU1gxK2ZuNS8vNGNPSDVxNElnclJ1TGwrK2ZQbnlaWXFpUm8wYU5XclVxT2F1RG9JZy80ZU9qazY3ZHUwNEhFNXpWNlFGZ1ZhcmZ4RU9oMk5wYWRuY3RVQ1FWcy9qeDQvaGhZbUppYU9qWTNOWEIwRVFSQm1ZZkFGQkVBUkJFRVJsb0xSQ0VBUkJFQVJSR1NpdEVBUkJFQVJCVkFaS0t3UkJFQVJCRUpXQjBncEJFQVJCRUVSbG9MUkNFQVJCRUFSUkdTaXRFQVJCRUFSQlZBWktLd1JCRUFSQkVKV0IwZ3BCRUFSQkVFUmxvTFJDRUFSQkVBUlJHU2l0RUFSQkVBUkJWQVpLS3dSQkVBUkJFSldCMGdwQkVBUkJFRVJsb0xSQ0VBUkJFQVJSR1NpdEVBUkJFQVJCVkFaS0t3UkJFQVJCRUpXQjBncEJFQVJCRUVSbG9MUkNFQVJCRUFSUkdTaXRFQVJCRUFSQlZBWktLd1JCRUFSQkVKV0IwZ3BCRUFSQkVFUmxvTFJDRUFSQkVBUlJHU2l0RUFSQkVBUkJWQVpLS3dSQkVBUkJFSlhCYnU0S0lBaUMvSDlJSkpMUzBsS3hXRXhLS2lzcnBWSXB2Q2dzTENUbExCYkx3TUNBeFdJMVUwMFJCRUVhZ1FFZEZvSWdTQXRCTEJZdlhibzBPenVibEZSV1ZsWlVWRkFVcGFPam82MnRUY3BOVEV6Mjd0M0xadU1VRVVHUUZnUjJTUWlDdEN6WWJIYW5UcDN1M3IxTEwyUXdHS0N4S2lzclNXRy9mdjFRVnlFSTB0SkFYeXNFUVZvY25wNmVvS1VvaXBMS0FlVk1KblBVcUZITldrMEVRWkJHUUdtRklFaUxvMlBIampZMk5zclA2ZHk1czVXVjFlZXFFWUlnU0ZOQmFZVWdTSXVEd1dBTUd6Wk1wb1RZc1lEQmd3ZkxsQ0FJZ3JRRVVGb2hDTklTY1hOejQvUDVpbzVxYTJ2Mzd0Mzc4OVlJUVJDa1NhQzBRaENrSmFLcnEydHJhNnZvcUkyTmphR2g0ZWV0RVlJZ1NKTkFhWVVnU0V0RVUxUFR6czVPeHBrZFhqTVlESHQ3K3padDJqUnJCUkVFUVJvSHBSV0NJQzBSSnBOcFoyZW5wYVVsNDFERllEQTBORFRzN095WVRPeStFQVJwaVdEZmhDQklDOFhlM2w1WFYxZStuTWZqMmR2Yk4wZU5FQVJCUGc1S0t3UkJXaWo2K3ZvZ29ZamhDbDQ0T1RrMUtya1FCRUZhQWlpdEVBUnB1UXdmUGx5K2NNeVlNYzFSRndSQmtDYUIwZ3BCa0phTG82T2prWkVSdkFhVGxZbUppYU9qWTNQWEMwRVFSQ0VvclJBRWFibHdPSnpCZ3dmVDF3Uy8rZVliRG9mVDNQVkNFQVJSQ0VvckJFRmFORU9HREZGVFU0UFg2dXJxL2Z2M2IrNGFJUWlDS0FPbEZZSWdMUnBUVTFOTFMwdDQzYWxUSjNOejgrYXVFWUlnaURKUVdpRUkwcUxoOFhoMmRuYncyczdPRGpPRklnalN3a0ZwaFNCSWk0YkQ0VGc0T0docWFxcXJxOXZiMjVQRlFRUkJrSllKdTdrcmdDQUk4aEVnZDZoUUtDVG1Ld1JCa0JZTFNpc0VRVm82SFRwMGFOKyt2VWdrYXRldVhYUFhCVUVRNUNNd3lJNm5DTkppcWEydExTa3RLLy93b2FLaVVpZ1VOWGQxa0dZZ09UbXBRU0p4ZE9yWjNCVkJtZ2N1VjYxTkc1MDJPanFHQnZvYUdock5YUjBFVVFaS0s2UkZJNVZLazVLZmhaMDluNVdkVzFwV1ZscFdWbHNyYk81S0ljMkFWTnBBVVJTRGdlNmgvMUhVMWRVTjlQWDA5SFF0TzNUNGZzTDQ3ZzY0UHpmU2NrRnBoYlJvOWgwOHVuM1ByeEtKcExrcmdpQklTNEhGWXMyZk0zUEJUek9idXlJSTBqZ29yWkNXeThQNHg1T256d0ZkeGVWeTI1bWI2YmJSVWVkeW03dGVDSUo4YmtRaVVkbUhpb0xDUXJCYnM1ak1rMGYyOTNaMWJ1NTZJVWdqb0xSQ1dpaGw1ZVd6Rnl4NThqU1JvcWd1VnAzR2p4dHJhOVBGUUY5UEU5MHNFT1MvUjIxdGJYRnBXZWJMckQvT1gzeVI4WktpS1B0dVhZL3MzMk9ncjlmY1ZVTVFXVEJDRUdtaFBFOU5mNW1WRFQ0V2krYk5zdS9XbGV3aWh5RElmdzBORFkzMjVtYnR6RXd0MnJlYnZUQkFLQlJtNStZbUpDWU45aGpZM0ZWREVGblFEUkJwb1ZSV1ZkWFYxVkVVNWV6VXc2SjkrMytpcTBRaTBiRmp4MHBMUzBtSldDeitHOWNwS3l1TGk0dWpsOVRVMVB6dFdoRXFLeXUzYjkrZWw1ZjN6eTlGSnprNStmRGh3K1hsNWFxOWJCT1JTcVdQSGozNjIzLzFKMUZZV0JnYUdpb1VxajYrUVhubFZXanlGNHZGeDQ0ZEV3Z0UvK1FpQlFVRi83d21Cdzhlek0vUGIrTEpJcEdvb2FIaFU3K2l2cjcrMCt2MVB6QVlERk5URTJlbkhoUkZpY1dTRHhXVmYvdFNDUEx2d1FvT0RtN3VPaUJJSXp4SlRMcDk1MTVEUTRPcmM4OCtyczRzRnV0dlgwb3FsUVlIQjErOWV2WGR1M2Z0MnJYVDF0YU9qSXk4ZnYyNnJhMHRWODV6Njg4Ly80eUlpSEIyYnVRYkt5c3JBd0lDbmp4NVltUmtaR0ppUWxIVW1qVnJLaXNyTzNmdUxCK3NKSkZJOXV6Wm82YW1CbWNxb2JTMDlPREJnK0hoNFdLeDJON2VYbFhHdWVqbzZQUG56MGRFUkZSVlZkbmIyLytUUDVDT1dDeFdIcGxWWDE4ZkZ4ZTNhOWV1UzVjdTZlam81T2JtWHI5KzNjYkdSdjZ2VGtoSU9IdjJyTE96czVJTFptWm1Sa1ZGUFZOTVNrcksvdjM3WDc1OG1aMmQ3ZWJtSm5PcHExZXZ2bm56cG1QSGprb3FuSjZlL3VEQkF4c2JtMGEvZmUvZXZWWldWdHJhMnZLZjJyeDVzNk9qSTQvSG81ZnYzYnUzc3JKUytUZks4K3JWcXgwN2RseS9mbDFUVTdOang0NS9ML1p0NWNxVlVWRlJFb2xFVjFkMysvYnRWVlZWVmxaV245cWNkdXpZOGVlZmYrYms1QmdaR1JrWUdDZy8rZlhyMSt2V3JiTzB0UHpvbVFTQlFPRG41NmVtcHRhcFU2ZFBxaGlCd1dDa3ZjaElTOCtrS0txWFU0K2VqdDMvM25VUTVOOERGd1NSRm9wSUtBU2JBWitueVdiL280Yks0WEJBRStUazVNQ2xXQ3hXWkdSa2RIUzBmSUtjRHg4K1VCUlZVbEt5ZXZWcW1WRlRYVjJkb3FpWEwxL3UyclZyeTVZdGhvYUdFb25rMkxGang0NGRVL1RWZCs3Y1dieDRjYjkrL1pSVXo5VFVkTXFVS1FjUEh2empqei9VMWRYSGpSc25jMEpkWFoxVUtwV1hKbzJTbTVzTG14bG5abVpDaVlPREEvd0QvNXphMnRyZzRHQm5aMmVaU2pZME5CUVdGcWFtcGlZbUppWWxKUkhyeTlHalI0Y09IYXJvcjY2cXFwSklKSFYxZFg1K2ZvcVVuNFdGeFk0ZE81cGlSMGxJU05pOWU3ZWZueCs5c0s2dTdzQ0JBL2Z1M1ZPU2F6UXVMcTY0dURnNU9YblJva1V5RWtwVFUvUHAwNmRQbno1VjlOa2xTNVpzMkxDaGZmdjI4RFluSitmNjlldFJVVkY1ZVhsVHBreHB1a0xLeXNvQzdmN2d3UU5YVjFjOXZiL2pQNlNucDVlUWtIRGd3SUdNakl6S3lzb0RCdzVFUjBjdldiTEUxTlMwNlJlQkJ5UXBLYWxmdjM2TnlrMDZYQzQzSnljbklDRGdVNnU2ZS9mdWlvb0srYWJlRkZnc2xwWVdIMll2dGJXMWYrTUtDUEp2ZzlJS2FiSDh6Mnlid1dEOGMwTU9tODBXaThValI0NXMyN1l0R1Q5RUlwR0xpd3Y5dElxS0NwQldEZzRPSUtSa0xnSXZmdnJwSjBORFExSmlaV1hWdFd0WG1aUGZ2SG1UbEpURTRYRGtyeVBQMEtGRC8venp6OUxTMHFTa0pKbnhwcTZ1RGxhN2dvT0RQNnF1SWlJaTl1M2I5K09QUDQ0ZVBScWtWWjgrZlp5ZEc0K2lFZ2dFRnk1YytLVEVGcytlUGN2TXpFeExTNk1vaXRRekt5c3JNRENRUHNpeFdDeG5aMmRUVTFOZFhWMVlwWkpJSlBiMjl2UkxTU1NTMk5oWXNITFYxdGJ5K1h6NXIydG9hTmk5ZTNkWldkbjMzMy92NnVyYXBrMGJKcE1aRXhQejY2Ky9hbXBxN3QyN1YxNnVTYVZTZW1zQnhaYVltSmlZbUtqOHA2V2twQ1FuSjd1NXVkRUx5Ui91NGVHaHFhbEpQL1Rnd1lQUzBsSjdlM3NpWE9ycTZuYnUzQW1yaERkdTNMQ3lzaUpYS3lrcG9kdDF4R0l4bTgydXJLd2tTaTQrUHA2aXFMNTkrd1lFQkJDVktSQUlORFEwbXE3UFlPTnFCb094WU1HQ0R4OCt6SjgvUHpNek15QWdZTStlUFUzWGFyQkZvNGVIaC9MNUFFQWt1NXVibTY2dUxpbXZyYTI5Y2VPR2c0T0RoWVdGekVkZXYzNmRuSnlzcHFiV3UzZnZKbFpKQm5xSGdGRllTTXNFcFJYeW40REZZdEg5WnNpUXNIVHBVdnBwS1NrcEtTa3BGRVdOR2pWSzNvNUNPblFXaXlXVlNpVVNDUXg3M2J0M256cDFxc3pKTjIvZVRFcEthdE9tRGFnM3FWUjY4ZUpGdXIrWERIQW9Qei8vMEtGRDlQTHM3T3pVMUZTS29vS0RnNE9EZzlQVDB6ZHMyS0RjcitqdzRjUDUrZm1WbFpVdzV0RVB4Y1RFZE8vZUhVWjBIbzluWVdHeGJkdTJ2NUUyN01TSkUwUmRhV3Ryang4L1hsZFhWMTlmdjZDZ1lOKytmWnFhbWl0WHJvUXpZMk5qSXlNak5UUTBaUDdxMnRwYWtGWVRKa3pnOC9tbHBhVkJRVUVsSlNYMGN4b2FHa0N4M2JwMWE4U0lFU0NrcXFxcVlPd0hkVXRSbEZBb1ZLUmZpUzQ1Zi82OEltSHE0K01qRUFpOHZMeGsvaXU2bUs2b3FCQ0ovcjl0QU1CaHFGT25UdVNjUTRjTzVlYm1VaFQxM1hmZitmajQwS3UwWk1tU2I3LzlGcTcvOU9uVHk1Y3ZMMSsrZk4yNmRWT25UdTNkdTNkTlRVMWlZcUtCZ2NIOCtmUHByVzdQbmoxQ29kRGYzNSt1TzVYOFdCQTNVcW0wb2FIQjBORFF4OGZueUpFamxaV1ZqeDQ5NnRTcFU1Y3VYUnI5bEF4S0ZvNWZ2SGhoYVdsSi8zYnkyMGVOR2tVM2NUVTBOTnk0Y1NNbEpZWEQ0VXllUEptKzloY1ZGWldjbk16bGNzM016SnBTSHdScGphQzBRdjRUa0FIajJiTm5aOCtlL2VpTXZGRVBaWElSa1VpMGFkTW1KcE1KcDFWWFY4dXZXSldWbGNFWUEyOFpESWFycTJ0Z1lDQ1VLNkswdFBUeTVjdU5IbnIrL0hsd2NIQlFVTkNHRFJ1T0hUdG1aR1NrcWFuSllyR0tpb3JpNCtQVjFOUThQVDNKeVZldVhJRVhUNTQ4U1VwS2d0ZnYzNzkvK1BDaGlZbkptalZyek0zTlFYZ1pHaHB5dVZ4RFEwT1pSY05wMDZaVlZWWDUrdnArOTkxM2pkYUhDRTBqSXlOeURrUWUwUG5vWWk3OGgvcjYrb0dCZ2NIQndYcDZlbnA2ZWc4ZlBxeXZyM2R3Y0FCalQwWkdocmUzOXkrLy9OSytmZnVpb2lLS29vWU1HUUlmRndnRXk1WXRjM1YxblRScGtyeDFzK2ttbjBiUEpNMGdJeU5ENWdTSVlDRDM5OEtGQzVHUmtXcHFhb3NYTC83NjY2OWxybE5mWDMvNDhPSERodytUa2lWTGxnZ0VncENRRUZKU1VsTGk0K01qWHdkL2YvK2RPM2NTUVpPZW5uNzgrSEVmSHg5SFIwZVpNNGtORE94aC9mdjNQM0hpaEZRcVBYUG1qRkFvWEx0MjdVY1grT2kzVllhRWhJUU5HemJZMnRxdVhyMmFWRWJSeVV3bVUwMU5yYTZ1cnFhbXhzakk2S05maWlCZkdDaXRrQytUK1BqNGd3Y1BrcEVQQnNLalI0OEtoY0w2K25xaU5qWnMyRUQvRkZoNjZHTnFmSHo4MXExYlpTTEZObS9lVEErTWlvcUtpb3FLYXJRYTlHQW9Nek96elpzM1YxVlZtWm1aeWF3dWdmR21xcXBxM3J4NVJEUW93dHJhZXRPbVRlVHQ0OGVQNCtQanVWenVqQmt6U09IYnQyOGZQMzRNUzRReUgzLzc5cTIvdi8rS0ZTdTZkKzlPVVpUeTRaYkZZalhSeDB1ZWlJZ0lLeXVyajRiUmtSTk1UVTBQSGp3SXJ5ZE1tRkJmWHo5bXpCaFl6Y3pPemw2MGFOSGN1WFBKcCtpdllabnA3ZHUzQVFFQk1vUDlQOXdMaGR6bFBuMzZ5RGplM2IxN3Q2U2tCQnJHdFd2WGpoMDcxcVpObTVVclZ6YjZmNElvNzkyN2QrZk9uUzlmdnZ6aHc0ZVJJMGZldkhtenBLVEV4Y1hGMk5oWS9pTlNxUlQwOFhmZmZVYzNGS21ycTJkbloyL2N1RkZKdFgvNDRRZjZXMUR6UVVGQm9LN0N3c0pPbno2dC9JZUhoNGVIaDRmTGw2ZWtwS3hmdjU2dXJoVEI0WERxNnVvR0R4NnNwYVVGSmJBTXF2eFRDUEpsZ0EwZCtUSnhjWEVwS3l1TGlJZ3dNaktxcjY4dkxpNm1LTXJRMEJCV2tTQXZBUGdkMHo5RmxCQVpVMTFjWEJZdFdoUVJFV0ZzYkN5VlNxOWZ2MDVSbEpPVEUxaFRJaU1qNGEycnF5dEZVZGV2WDgvT3pqWXhNUms4ZVBDYk4yK2lvNk5sYW1Wc2JHeHNiSnlRa0ZCU1VqSm8wS0NQK3BERnhNUklwVko1RzF0K2ZuNXNiT3lvVWFNYUhlRkVJdEh6NTg5Qk9JSitldnIwS2NRQ256aHg0dSs1U0NzaVBUMDlKaWFHdkFXVGtrZ2sycjU5ZTNSME5KL1BIelZxRkpUSUxIUVN0ZHFVN0F6RW9qWm8wQ0FORFkzNitucFNRb3gySTBhTWtQOC8vNkdYSG1rUGNLTUJUVTNOMnRwYVVJUWlrZWppeFl0SGp4N3QzTG56OHVYTHdVSURnWDUwMnhWSXE1NDlldzRaTXVUT25Uc2ZQbnd3TURBQW5lSHA2V2xuWjBkM0dnTUpJaGFMUVZySnVDdUJMeFFJTlJuLzlJcUtpcHMzYjFJVTVlN3UzdWhkVGtsSnNiS3ltakJoQW9QQmVQcjBxYm01T1YwdmlzVml1aERuOC9rREJ6YWVNaW94TWZGVFBhV2VQSGx5OE9EQnRXdlhmdEtuRUtTVmd0SUsrV0x4OVBTRU5iS0VoSVNFaEFTS29rYU9IT25oNFFGQlliQVdjL1RvVWZwSFVsSlN3RW1JYnBUcTA2ZFBuejU5WUJ3RmFUVml4SWllUFh0S0pKTGMzTnlNakF4cmErdGh3NGFCOTlMV3JWdmZ2bjJia0pBd1pzd1lhMnZyYjc3NVJyNWlJcEZvejU0OVVWRlJzQ29IZ1B2VXpaczN3VWtjZVBUb2tVQWdlUGp3NGV6WnMrbkJhL1gxOWFkT25ZcUlpSmcwYVJLeENoQkhuSVNFQkhCUklqWWI4TTNuY0RoMFgyT1ZZRzF0SFJVVkJTTTZvYTZ1RG1SbGRYVjFXRmdZbENoYTZHeEtsaU5pN2ZEMTlUVTBOSnczYjk2QUFRT0dEUnVtcWFsSmpIYnlrUVIwYWZYM2d0R0VRaUdEd2VqYnQrK2NPWE5LU2txV0xGa2lGb3VYTFZ2bTVPUzBjdVhLdkx5ODY5ZXZHeHNianhzM2J1TEVpVkRKc3JLeW8wZVAxdFRVbEpXVmdheFU1TUJFNnVibjV6ZHg0a1NRWWhLSlpOV3FWVDE3OWh3N2RteWpWU0tYR2podzRGZGZmVVUvVkZaV0JqZWlUNTgrNUZCb2FLaVhsNWVWbFJYOVRGOWZYMTlmWDVrcjAzVVZnOEdvcnE3MjhQQ0FhTk9QRWhJU0luTW10T2RMbHk2QjhuNzI3Rmw5ZmYyS0ZTdmMzZDJiY2tFRWFkV2d0RUsrZkpLVGsrSEZ6WnMzcmF5czVLT1c1UG1vWnpjazVIejE2aFhraVlaQ3NDandlTHgxNjliQlFIdjY5R2wzZDNlWkZSODRMVE16TXo4L240eXZvREJ5Y25Mb3VVTWhpOEhidDI5bGZLamg0cVdscGVIaDRjUzA4UDc5KytYTGwwK2NPSkVrQzhqS3lvSzRQRmdTTWpBd1VIbEdld2FETVgvKy9QNzkrN2R2MzE1SFI4ZlB6eThuSjBkTFN3c1VGWGlnNzl5NVUwZEg1N2ZmZnFOL3NMYTIxdHZibTgvbjA2V2hrbStSK2V5SkV5Zk9ueisvYk5reTVSOGs0bkw0OE9HS0hMUWpJaUxrTFdmcDZlbTNidDBxTHkrM3Q3Zm44L21uVHAyaUtFcExTNnU4dkR3eU1qSXpNOVBJeUNnN08xc2dFSFRvME1IWDF4ZnVpRmdzM3JadEc5eTFRNGNPRVFjNDVkSktJQkJzM3J4NTgrYk41RkJxYW1waFlhSHlYMFMvSmhpNmRIVjF3ZHhGb2lVS0NncGlZMk1mUDM0OFk4YU1vVU9IS3ZtajZ1cnF6cDQ5Uzk0T0hEZ3dKaWJtekpreksxYXNVUElwd3JCaHc4NmRPd2V1OVBCWHdCTlVWVlVGL3kzeHVEcC8vbnhUTG9nZ3JScVVWc2lYRDVFYXFhbXBpeGN2WHJod0lmRWZrbG1sSWhGcXlxWFY4ZVBIWDcxNlJjTHBueng1QWgrRTViRDYrbnJJZEFWclZUZHUzQWdKQ2FHcks3S1l0Vy9mUHJKd0E3NVdNMmZPcFB0YWpSdzVrcUlvYjI5dkVnMEhrUEYxK2ZMbGI5NjhnVEZzK3ZUcEZFWHQzTGtUNUoxQUlIang0Z1VZUHlBRGdwTGNUdjhFSnBQWm8wY1BzSTNCQW10VlZkV1dMVnNtVHB4b2FtcktZREJHakJnaGI0UGhjRGp6NXMwN2Z2eDRTa29LeVF1bENCbHBBbTl0YlcwZEhCekFIdmxScGsyYnBzaHA3TmF0Vy9MU3lzYkc1czZkTzdCd0RKRnVwTnBQL2g5NzV4blhWTmFGK3hPU2tFQWtOS2txZ29nRkJNRVJzQURLcUNNcVdMQ0NEcjR3aWcxRjdDZ0tLblpGeDdHM3NZdzYrbHFHVVZCRXBhaWdnQ0FJSXloRnBDa1JrRTc2L2JEdTc5eHpFd2lNTWlNdnJ2K25rNTJkazMxT0F2dkoybXMvS3lVbEpTVUZwRENUeWN6T3pqNXc0TUNxVmF1VWxKUk9uejROTzB3dExDem16WnRIeG9xYWxWYmtod2dER3pod1lNK2VQY24xVFhkM2Q1bFlJRURHVThsemlzVmkrSUxObno5ZlIwZW5yS3lzckt3TW5vcUxpNE12NU5XclZ5MHNMQlRjNXp0MzdvQWdVMUpTa2tna0hBNW4rUERoTVRFeDZlbnBzS2FzR0d0cmF4Y1hGelUxTlJnVm44K0hNT0hTcFVzSER4NU03UmtWRlhYbzBLRldUNGdnLzlPZ3RFSTZPUVVGQllXRmhYQ3NyNi8vL3YzN2d3Y1Blbmw1UVV0THExUXBLU211cnE0eWplUTJ3TGR2MzM3MzNYY3JWcXp3OXZZV0NBU2taUU1ncy9qRjQvSFdyMTlQVlZkZm1GdmQ3Qm5JQUFtODlmang0Mk5pWWw2K2ZDbVJTSlNVbEdEa01xdEM3UTYxQ2xCOGZIeDhmRHo1OFBidDJ5Mjk2c1NKRStycTZ2TEdCMVJrb2xid3NFK2ZQcTFhekg5SmxHN2h3b1VqUm94WXMyYU5scGFXZktRek56ZTNwcVptN05peFAvMzBFOFJwcmx5NUFwZnA2ZWs1YTlhc1Z0K2E3QUFIam82T1k4ZU9KZGMzV3pMeEowVi9jSEN3ekZQMTlmWEd4c1psWldYd2NVdWwwb2NQSDBMVzFPSERoK1YzVHBDVWxaVmR2SGlSSUFoemMvTzZ1cnAzNzk3UmFMUXBVNmJFeGNVZE9IRGc0TUdEYllrc2dxc1dRSmJjU1U5UHQ3YTJ4dXgxNUZzRHYvRklKeWMyTnBZOEhqOSsvRysvL1NZUUNNaFF4OVdyVjJmT25EbHExQ2gvZjM5cXJ0V0ZDeGNHRGh4SWhubHljM092WDcvKytQRmplRGhseWhSdmIrK3FxaXJ3R2poMTZoUTRrU1luSjIvWnNvVzZITllzWHk2dDVDVUY3QkNVU3FYSnljbHNOdHZUMDdPOHZEd3VMdTdWcTFlOWUvZk95OHNqQ01MTXpPd0wzMWN4RUNPQmhiTytmZnVtcEtUUWFEUWJHeHM2bmE2dHJhMnNyTXpqOFJJVEV4a01CcVNta2VUbTVnNGVQRmplLzVORXBsQWRCSm4raFFtN2YvLytIQTZuc3JLU1JxUEo3QmdBZXkycFZFcW4weVVTeVprelo4TER3MWtzVmtCQXdQRGh3MlhPbzNpYnBQeW5xYUEvYVc5QnVuUVdGUldscGFWQjdCRHVNSHpjNmVucEh6NThJQWppaHg5K1VLQ3JZQkd6c2JHUndXQXNYTGh3Nzk2OU1BQVRFNU1KRXliY3VuVnIrL2J0YmJHcnBmTHk1VXM0K09PUFB6SXlNbGF0V3ZVUFJVd1JwR09DMGdycHpEUTFOVUhpT2FDbXBqWm16Qmp3aVFaN2JoVVZGU01qbytUa1pJanVORFUxc1Znc1BwL2YwTkFRR2hyNjg4OC9GeFFVbkRoeEF1cVFrQXdjT0pCR28wR2lGZVF3TmZ2dUxlMDIvM0pwMVZKRVJDd1dPem82T2prNU1SZ01XMXZidUxpNDJOallob1lHa1Vpa3JLd3M0NGZldmhRVkZZRzFLZURoNFpHU2trS24wOWV2WDAvT3lpOWV2RWhNVEtUVDZWU2ZpRmJoOFhqVURYcGtpalIxZDF1ckZnOXo1ODV0NlNuRlJaSGhFMXl5WkltTXFUMFlqUTRhTktpMnRuYmZ2bjJwcWFuZHUzZGZ2WG8xVkErOGNPRkNyMTY5U0kwbFg4T1k2aG92LzJrcXVCeHk3ZExMeXd2aW9KR1JrV2xwYVdwcWFzN096ckF6OU5PblQwVkZSYkRCa01GZ3dMSnlTMXkrZkRrbkp3ZldUTWxVZEJqQTdObXpIejE2bEptWnVYWHIxc0RBUUJuN0NRVThlUENBSUFnYkd4c2FqWmFhbWhvUUVMQml4UXJZQzRJZzN6b3ZLK1VBQUNBQVNVUkJWQUlvclpET1RGUlVWRjFkblptWldYRnhNV3lhZ3lJd3BDcUNOSkh3OFBCSGp4NkpSS0xEaHc4TGhVSTlQVDB2TDYvQmd3ZXoyZXpldlh1VFFRVjNkL2NiTjI2UUw4ek96b2FEVFpzMnpaOC8zOERBZ0p6MitIeStTQ1FLQ1FseGNuS1NuOWhhMVFHZkRZUEIrUEhISCtIWTN0NmV4V0k5ZlBnUTh1S3RyS3crMjZHcUxkeThlWk1zS0FTcmRlN3U3dXJxNmdyZXRLaW9LRDA5WFg3aGxTUTJOdmJLbFNzdzhaTUloVUt3SDZOdW1aVFhMakxZMmRtMXBFZmo0K01WR0VEQUF0emR1M2RKTHpRQU5oYVVscFllUG55NHBxWm0rdlRwTTJiTWdNaFdRa0xDMWF0WEdReUdpb3JLb0VHRHlKZUFFVG1rTkluRll2SnJBRy94Nk5HamQrL2VRYnFlZ3ZHUVVTdHRiVzNxU0VEMzlPdlhEOUxzenAwN0I4Vnp4b3dabzZCMmNrUkVCR1N2anhzM2p0elBTTUxoY0pZdVhSb2FHcHFlbnI1eTVjcUFnSUMrZmZ1MmRDcVNSNDhlZ1N2OXpKa3pUVTFOVjYxYVZWaFl1SFBuemxXclZyV2xlQTZDZEFKUVdpR2RGdkFjVWxaV1hyWnNHVmxsaGNGZ0dCZ1lVS1dWZzRORGVIajQwYU5INit2ck9Sek83Tm16M2R6Y1NQY2dKcE1aR0JpNGZQbHlHeHNiVDA5UHFyU0NWVVViRzV1MHRMU2xTNWVTN2JXMXRlUlcvK3pzYkxGWVBIbnlaT3JBV3RVQnJhSTQ3Z1ZCSFRhYjdlRGc4T0RCQXdnbXRlUlIxQzVVVlZYQnd1dllzV05KcTBsdmIrLzA5SFRxUmdGd0Z4T0x4ZEFZRnhkWFhWMHRGb3NuVFpvRUhhUlNhVzV1N3JObnowQUh4OGZIY3pnY2QzZjNBUU1HYk5teUJmcVFFVVJxTnBMTURrb1NVcjRzV2JLa0paSDM3Tm16VnFVTXlCUjV1Rnp1aEFrVG5KMmR5WDBHYjkrK2haMEVzTkIyNE1BQkhSMGRPSDlKU1FtUHg0TlBCMHB1VXdlWm5wNU9ibVZWTUI2SXNhbXJxNU9aOWRBQzZWQU1Cc1BlM3Y3aHc0ZVFnTTltczBtSDk3S3lzcTVkdTFJOTk2T2pvNDhkT3dieWE5R2lSYzNldDR5TUREZ3VLU2xadlhyMXlKRWpwMCtmcm1CMWo4Zmp3VGxkWFYwdExDeGdwNFcvdjc5QUlEaDQ4S0NWbFZWTEwwU1F6Z1JLSzZUVGN2WHExWXFLQ245L2YyTmpZd1ZxcGwrL2ZtWm1abS9ldkRFMk50NjJiUnMxRmdKb2EydXZXN2RPWFYyZDJsaGVYcDZUazBPajBVYU5HZ1ZyaTVNbVRhSXUveFVXRnFha3BIQTRuQUVEQnNpYzhNdWpWczB1SWFXbnAwTkNmVzV1N3JKbHk1eWRuVWVQSGcxTE16bzZPdi9vY3N6Rml4ZUZRcUd6czdPMXRYVkVSQVI1Z1JZV0ZwR1JrVkFya0VRa0VsSFQvRStkT3NWaXNWeGNYTUxDd3A0L2YwNGE0dXZyNjArYU5HbjA2TkZzTnB1VVUzUTZuZlQ5T25YcUZMbXdxS1dsQlV1Nk1nUDdRaFVyRm92QlZkekF3R0RYcmwxTGxpeXByYTExZG5hMnNMQTRlL2FzcmExdDM3NTlxWm8xTnpjM09EaTRzYkdSVHFkUG1USmwyclJwRUV3Q3FlVGo0ek4yN05nbFM1WVVGUlhKdUpFUkJBRkcvSkN1eDJLeFdobzVCTDJvYWZXUTlVVitQOTNjM0NCN0hWYjB5QzJvbXpkdnRyYTJYcmh3SVR5TWlJZ0FEUVNxYS8zNjlYQU02Vm1KaVlsdjM3NXRhbXFpTG9WTHBkS1ltSmlZbUpoeDQ4WXRYcnhZZm13OEhtL0RoZzAxTlRXREJnMkMvYW9FUVhUdjN0M056ZTM2OWV0OFB2L1ZxMWVmOVRrZ3lQOFlLSzJRemdsSWpTbFRwb0JIcUdJMTQrSGhzV1hMbHJkdjM2YWxwWTBZTVVLK0Eveitwb1pHb3FPakNZS3d0YlVsWXllelo4K21KbUxmdjM4L0pTVkZYVjFkZmwrZTR2aytPenU3c0xCUVMwc0xJamVLdDdrbEpTWEJkRlZYVnhjVUZFUVFoSW1KeVp3NWN3WU9ITmpZMkFodVRGRG5wNmlvcUMyR1htMkJ4K05wYUdpUThZKzh2THg3OSs0WkdSa3RXclFJVnMzSXU4MWdNRmF2WHAyVmxkV3paMDh1bDV1UmtiRng0MFlXaTlXc3VWR2ZQbjNBYUxSNzkrNGVIaDdEaHc4bmwySkZJcEd1cnE2Zm54K1h5NFdhUXVycTZ1L2V2ZlAzOTlmUzB2cmhoeDk4ZlgwVkZ3SDhQSlNVbEk0Y09lTG41MWRXVnJaOCtYSVFNV2xwYVRFeE1Td1d5OURRRUxZdkFGbFpXVnUyYkdsb2FGQlRVMXUzYmgwMVFpTVVDbGtzRm5nN0RSOCszTW5KcVh2MzdtQUVCVjVRMDZaTmd6MlM2dXJxdnI2K28wYU5haWt3Q2R0ZExTd3N3c1BEdTNYcnBxK3ZEK3FIREp1SlJDSXdVQUFETUdnc0x5OHZLU2taTTJZTUtMa2pSNDdFeE1Sd3Vkd0ZDeGJjdm4zNy9mdjNaQVZvdUdOQ29iQ3VybzZxNFVRaTBmdjM3MFVpa1ptWkdiWGNNa2xhV3RxK2ZmdXFxNnVkblozOS9QeW9Qek1tVDU1OCsvWnRQcCt2cGFWRlNtY0U2Y1NndEVJNkp6UWFEU29vdzBNRlU2eFlMSWF3QVVFUVlXRmhQQjV2NnRTcGluZk9OelUxM2I1OW0wYWp6WjQ5Vy9IazNleXppazJ6Y25Oemp4OC9UbTBoczJyQVN3S1NjdUFoV1hUUHdNREF5Y2xwNU1pUjRQQmVWVlcxY2VQR25Kd2NKcE9wb3FKU1UxTVRIQndjRkJUMDVac0VQM3o0RUJnWWFHeHNIQmdZQ09ycTVNbVRYQzQzS0NoSVJVVUZycGQ2MVF3R295M0dTSkR1RXgwZHJhYW1CdktMK3BTaG9lSGh3NGZaYlBhdFc3ZkF0Q2tvS0FoNjhuaTgyTmhZS0JFdHYybmdDNlVWalVhN2ZQbHliVzB0blU3LzRZY2ZidDY4eWVmei9mejhFaE1USHp4NGNQSGl4YnE2dW5uejVrRXkxc21USndVQ2dZbUp5ZnIxNjJWTVlpZE9uRGgrL0hnSUxIbDZlc3FNN2NDQkErVDNyVStmUG4zNjlGRmdVZzhoVW10cjY2Q2dJR294YlBDc0tpa3AyYjU5TzZuZFlhZnFyRm16d05wTlcxdTd0cloydzRZTkJRVUZEZzRPdnI2K21wcWFqbzZPMUcvN29rV0xpb3VMSFJ3Y1pKWUlDWUo0OWVwVlhGemNnZ1VMNVA4NnpwMDdsNW1acWF1cnUzYnRXdm5xMUJvYUdxdFdyWHIvL24zZnZuMnBhL0VJMGxsQmFZVjBXcWdUTGFnWk1vV0ZuTlVpSWlMKytPTVArS2RmVjFkWFVsSnk3dHk1cDArZi92ampqNlFncUt5c1BIMzZkTStlUGNtMWxSczNidFRWMWJtNHVQVHExWXRjTWZudmYvOUxmVWN3ejJ4V1JUV2JTVU9LRWxkWDEvNzkreDg2ZEFqT2JHVmxSWTE3NmVucFJVVkZrVC85TlRVMW5aeWNIQjBkcWZuRldWbFp1M2Z2cnF5czFOYldEZ3dNRkFxRlFVRkJsWldWYTlldW5UNTkrc1NKRXprY1RrNU9EdFYzU2g0STBTVW5KOHVFR1JJVEUzazhIby9IMjdGakI2Z3JjM1B6ZWZQbVFmUU9KdlZXdmV4SjB0UFQ3OTI3dDJMRkNqcWRUcWZURnkxYXBLR2hJWjhVQmF1MDBkSFJwMCtmaG9yRlVBVjUxNjVkYTlldTVmRjR2LzMyMjd0MzcxYXZYaTN6UWxKa3RGcm9wbGtSOXZUcFU5aWNPRzNhdEZHalJvV0hoNU1HOUR3ZUx5TWpJejgvdjZhbTV1REJnNURiNU96c3ZIanhZdm5DanZKVlphaDNpYXBVN3Q2OVcxOWZ6Mkt4U050UGF2anFyNy8rcXFpbzZOdTNiLy8rL1UrZlBuM2t5Qkh3RWxOVlZiVzN0eThvS0FnT0RxNnFxakl6TTVzOWUvYU9IVHY0ZlA2bFM1Y3lNek5CaEdscWFpb3JLN05ZTExLNHBIeE1GTzVZczRIVi92Mzc5Ky9mdjltN04zanc0REZqeHNEVzFHWTd5TlRrK2VkMmNpQklSd0NsRmZKTkFGTUZxV21ncGg1QkVNZU9IYVBUNlhQbnpuVjNkK2Z4ZUJzM2Jpd3JLOHZKeVFrS0N1cldyZHZ3NGNPaGhrbCtmajVWaUx4Ky9kckF3TURIeDRjNlFaTHJPMVNhVlZFaWtVaFZWWFhjdUhIVWhCdm9DV2N6TlRYZHZIbXpyNi92eUpFanZiMjlxWk9mcXFxcXA2Zm5zV1BIUm80YytmMzMzMXRaV1ZGZGtXcHFhaTVjdUJBVkZTV1ZTaDBkSFgxOWZjSEljY1dLRmZ2MjdSTUtoWmN1WGJweDQ0YTF0VFZrRnN1WUdzaVRrNU1qczBHUEpEazVHZFFWNmI5S2poOVdZOG1NSDVLcXFpcTQwdjM3OTBPM0owK2VDQVFDT3AwZUVCQkFvOUZBTU1uejRjT0gwNmRQZzR4d2RYVWxuUlIwZEhRMmJ0eTRhdFVxZ1VBUUh4Ky9jT0ZDR1hOTDh2NjNXdWhHL3BQS3k4c0xDd3ZqY3JuR3hzWlhybHk1Y3VVS3RITzVYRHFkdm5UcDBrV0xGdVhsNVMxWnN1VFRwMDg2T2pwTGxpejU3cnZ2Rk43Ty80OW1CV2hTVWxKeWNqSzFoV3JGQ2RvT0xsOURRMlB0MnJWcjE2NnRyNjlmdVhKbGRuYjIvdjM3K1h6K3NHSERsaTlmcnFLaUVoUVVGQm9heXVmelNUOWJHbzNHWXJIMjdObWpZRlJ3SDlxWW8wWmV3dG16WndtQ2dJKzFMYlNsSmplQy9PK0MwZ3JwL0pEL3g4bEZGc2pWaGZUbnRXdlhRbVZmUFQyOTNidDM3OTI3RnpacWxaU1UzTGh4dzkzZG5jdmxIajU4K1BUcDAyVHl0WXFLeW9ZTkd5Q3ppanpucjcvK1NnMVh4TVhGSFR0MmpMcGtROUtuVDU4elo4N0l1QVRCSU1uK1hDNzN6Smt6elRvOVFpV2NDUk1tVUJ0cmEyc2pJeVBEdzhOcmEydE5UVTI5dkx5bzIvNmRuSnpZYlBhZVBYdWFtcHFhbXBvS0Nnb2tFc25peFlzZEhCeDY5T2locnE3ZXFxMTVHNEdyRUFxRlZsWldqeDgvQnVuR1pyUEo4OE5WUTR3SE5tQXltY3lrcEtTTEZ5L09tVE5IL29RZlAzNjhlZlBtblR0M2hFS2h2cjYrajQvUDBLRkRxUjFNVEV3V0wxNE1hMm9LMHRoYkxYUkRMZ29EOWZYMUd6ZHUxTkxTMnJCaGc3NitmbHhjM1BIang1dWFtb3lOamMzTXpLUlNhV3BxcXJLeWNrTkRBNGZEV2JCZ3daZ3hZLzZ1dDBXejBtclRwazBsSlNXLy9mWWIrTk02T3p1VHk4RTVPVG1KaVltMnRyYWtQeG1kVGwrM2JwMnFxdXJaczJmdjNMbkQ0WEI4Zkh4SU8xWnJhK3RkdTNidDNidVhyQ0tRblozZDZoNDlHRlZiYW1aVHU1SCtwYTFTV0ZpWW5wN2UwbzVPQk9rY29MUkNPajh3VzZpb3FKQUdQMU9uVG4zdzRJR2FtdHFXTFZ1bzVmazBORFMyYnQxNjU4NmR5NWN2ejVneFk5eTRjYkRBb2FTazVPM3RYVnBhT21YS2xBY1BIb3daTTZabno1N3dFaEJEZ3dZTjB0RFFvSzZHc0Znc2tBTHk0NkhtVGdGU3FSUmNQYWxQdGVTZ3pXQXdaSFJWVFUzTnZIbnpoRUtoalkyTm01dWJqWTJOL0t2czdPekN3c0wyN3QwN1lzU0lLVk9tUUNTc2pWbFFiUWR1dFlXRmhWUXFYYng0c1l1TFM0OGVQVWduaTc5TGJtN3U2dFdyeFdLeHBhWGwyTEZqaHcwYjF1eDYwNmhSby9Mejg5Ky9meS92YVNrVUNwbE1KdFZObzFuNjl1MHJzNE9TdytGNGVYazVPVG5CcHpCNjlHaUJRRkJTVXVMaDRRRXk4ZTdkdTk5OTk1MkRnNE9kbmQzbitjTFQ2ZlJKa3liSk8wVjE2OVp0elpvMTFkWFZscGFXMDZkUEo5dFBuanhwWkdRVUVCQkE3ZHkxYTlkTGx5NUZSMGVQSFR0Mjl1elpNdnJHMU5UMDBLRkRDUWtKOGZIeG1abVpyMSsvYm5WVUlJN2JXQ0FJOUtpSmljbmN1WE9wR2YwS2lJcUt5czdPZG5GeG9acW1Ja2duZzRacjNrakg1TmZ6bDdidTNFTVFoSStYcDQvWDdDODVsVkFvZlB6NDhiQmh3Nmh4aFJjdlh2VG8wVU5lNVFCOFByK05RWWdQSHo2SVJLSnUzYnJKdEgvOCtKSEw1YlpSVlFpRndwczNiN3E0dU1oYlA3U1JoSVFFUzB2TFZtdTl0V1FRMzE2QWpXcEw2M3FmUVdKaW9ybTV1WXp6UmR2SnlNalEwOU5UUE90blpHUjhGYjhsOEZGcmUvL0l5RWc3T3p0NS84L1MwbElta3lsVHdQdXorZlhYWCszczdNek56ZHVpZXlvcks4dkx5Ly9XeDExV1ZzYmhjRDc3ZXc2Y09YL3h6UGxMQkVINEwxbm92MlRCbDV3S1FmNEpNR3FGZEg2WVRLYXpzN05NbzdXMXRZS1h0SDF4cDZWcFc0RUZ0anhNSm5QR2pCbHQ3eTlQRzIyci91bTZlKzBvcWdDWjViKy9TMXMwMDlmeXNmeGJ1Z29xWURiYmJtaG8yRTRqSW1EbHRPMmR0YlMweUwwZGJhU2xzdE1JMHBuNDBscG1DSUlnQ0lJZ0NBbEtLd1JCRUFSQmtIWURwUldDSUFpQ0lFaTdnZElLUVJBRVFSQ2szVUJwaFNBSWdpQUkwbTZndEVJUVJCYXhXSHo4K0hHeWhrOGJ5Y25KK2ZYWFh5c3JLOGtXa1VqVXJEbWtXQ3orVzdZdlFxRVFmRnovTHJtNXVhVHovdWZSckc5NHE0NmFVTWdaUVpCdkU1UldDSUxJUXFmVEh6NThHQkFRNE9mbjkralJJK3BUbFpXVkxha2lzVmg4NDhhTmVmUG1IVDU4dUxxNkd2eFVseXhaQWhXRnFWeThlSEh6NXMzUXB5MG9LU2tGQlFXdFdyWHE2ZE9uYmRka1lyRjQ1ODZkQ3hZc3VIUG5UcXVkNitycVpBelpnWmN2WDI3ZnZwMnM2RWNRUkVORGc3Ky8vNE1IRDFvNjFldlhyMzE5ZlpPU2t0bzRUZ1JCT2hub2E0VWdTRE9vcUtnME5EVG82ZWxSNitMbDUrZUhoSVRZMjlzdlhyeFkzbEtTeVdSQ1JFZFZWUlhNUzFrczFvY1BIelp0MnRUc1c2eFlzZUxRb1VOUUwwZ3hkRHFkeVdUbTVPVHMzYnQzejU0OUppWW1iYmtFT3AwK2YvNzgwTkRRSTBlTzVPWGwrZm41S2VoODlPalIwdExTOWV2WHkzaHZLaXNySnlZbVF2bENLZ2NPSERodzRBQzF3QjlKZlgyOVVDamN2WHYzdG0zYjVNM1dFUVRwOUtDMFFwQnZsNVNVbEIwN2RqUmI2QkJJU2txYU9YT21UQ05VQnBSWFY2UWY2YVJKazZDY0g1MU9aekFZSXBGb3lKQWh1cnE2MURNSUJJSlpzMlkxcTZ2dTNyMXJiVzJ0cjY5UGJXUXltVUtoY002Y09hU3U0dlA1aHc4Zm5qWnRtcEdSVVV2anQ3ZTN0N0t5eXNqSWlJcUtHanAwYUhKeThyMTc5NXJ0Q1d0OEsxZXUzTGR2SDFWZGtlYXhMaTR1NEsxZlZsYVduSnlzb3FJeWVmTGtxS2dvSXlNalZWWFZoSVFFZ2lBR0RCaEFMVFVUR3h0cmFtcjZUOXUwSWdqUzBjQy9lUVQ1ZGhrOGVQQ21UWnN1WExoZ2FHakk0WENvNVkyam82TWJHeHN0TEN4TVRVMmhwYWlvS0Q4L2Y4U0lFZkF3SnlkSHhudWRXdFVuUER4ODZOQ2h1cnE2Y0U0WEZ4ZHE5Q3NtSmtZZ0VEUWI4aUVJSWkwdDdmang0Nk5IajU0eFl3YXBjcUJ5SDFXS3NWaXN1TGk0bUppWUlVT0d6SjA3dDN2Mzd0U1RwS2VuYzdsY0V4T1RHVE5tWkdSa1FLWEZCUXNXaU1YaW5KeWNIajE2VUVzME5qUTB4TWZIUXpsa21hZ1ZXVmg2N3R5NVhicDBnZG83eWNuSkxCYkwwOU5UV1ZsNTRzU0pIejU4U0VoSU1EQXcyTEpsQzVQSmpJMk50YkN3YUsvS013aUMvTStCMGdwQnZta0dEaHhZV0ZqNDRjTUh4ZDBFQWtGV1ZwWkFJREF5TWhvN2Rpelp6dVB4d3NQRElmK3BvYUVCR24vKytlZlUxTlR3OFBEUTBGQ1FWcnQzN3lZMVNxdFozcXFxcWlLUktEbzZXazlQYjlxMGFRcDZzbGlzeHNiR3hzWkcrVnFReGNYRkowNmNjSEZ4bVQxN3RvR0JnVlFxSFRac0dJMUdXN0praWZ4NVNrdExRVnJKVjdZbWg3MWp4dzZJUDBGZVBGenl4WXNYbzZLaUlDREhack1QSFRva2xVcmo0dUk0SE03eTVjdnQ3T3dVREI1QmtNNEtTaXNFK2RZWk9uUm9ZR0JncytvcUt5c3JLeXVMMmdMcXdkSFJFVXJnNmVqbzZPbnBuVGh4Z3Rvbk5UVVZWRmRnWUNEa2hwdVptVkhWejZOSGo0UkNvVmdzYm5ZOG9HQnNiR3dVNnlxeXA2T2pvL3pDSW9QQmtFZ2trWkdSeWNuSndjSEJtcHFhYmE4TFNZVmM5T1R4ZUNBVDRZb2tFZ2tJci9mdjMxZFZWWEU0blBMeTh2THljckZZTEpGSWFtdHJ5OHZMUCtQdEVBVHBCS0MwUXBCdkhSMGRuWjA3ZDFaVVZIVHYzcDJzR2V6ajQ4UGo4ZWJObXpkcDBpU1ovbzhmUC9ieDhRa0lDQmd5WkFoQkVHNXVib01IRDliUzB2cjA2ZE84ZWZNSWdqaDM3aHhadFhmcTFLa0NnV0RLbENuVUJjSGs1R1NoVUFqcTVCK0N6SEFLQ2dveU5EUXNMeS9uY3JreWZYZzhYcXZMZHFUNVFsaFlHTGtndUgzN2RoZzhnOEhnOC9uTGxpMTcvdno1NE1HRGh3OGYvdnIxNjlXclZ4TUU0ZXJxK3M5Y0dZSWdIUjJVVmdqeUxmTHk1Y3V3c0xCbVRac0FjRWE0ZVBIaXRXdlhaSjZDRmJIZHUzY0hCd2NQSERpUUlBZ0RBd1A1TXdpRlFpYVRDVG55ZCsvZWhWQVdBR1pYTFVXdDJnVXliNnhyMTY1U3FkVGYzOS9IeDJmVXFGRmtoL3I2K3FWTGwzNy8vZmMrUGo0S3prTjZQWnc3ZDQ1TVl5ZlQza2tCVjFKUzh2RGh3KzdkdXpzN08vOXpGNFVneVA4RUtLMFE1RnZFMHRKeS92ejVSNDRjTVRJeTRuSzVwQkRKeXNvQ3owOGFqV1pyYTJ0c2JKeWVudjc2OWVzSkV5YlFhRFN3K29RMUw0bEU4dmp4WXpNek0ybytPTkRVMVBUSEgzL2N2SG5UdzhNRFdwNCtmU28vQmdVN0UvOFd6VHBkVVZQeWxaV1ZCUUxCMGFOSGp4NDlLdFB0MXExYmRYVjFzMmJOYXVuazVDQmhYNlJNT3ltdElDV0x3K0gwN3QzN3k2NEdRWkQvZVZCYUljZzN5ckJodzRZTkcwWStMQ3dzL1AzMzMwRlg5ZXJWYS9UbzBiYTJ0dFhWMVpHUmtiQTljTzNhdGZKcmFzM2k3Ky9mMU5RMGRPaFFTMHRMeU8vZXZuMjdtWmtaMmVISEgzKzBzYkhSMTljUENncGF2bng1MTY1ZHlhZEtTa3JBWWpRN096c3dNSkJzaHh6NUd6ZHV4TWJHeWpTUzZmTlVxTklLMUJXZnovL3V1KytNalkyaDVlM2J0OCtmUDJleFdQUG16YXVycTJ2cFd2aDhQcHZOSGpwMHFKK2ZIMFN0RWhNVFQ1NDh5ZVB4YnQyNlJXWml3WUdWbFpXODBFUVE1RnNEcFJXQ2ZPdms1K2NmT0hDZ29LQUFIbHBaV1JrYUdtWm1aajU1OGlRM054Y1c3NnFxcXBLU2trYVBIdDNTU1hKemMvLzg4MDg0Ym1wcTB0SFIwZEhSdVg3OU9rRVFEZzRPc2JHeFZFblV2MzkvTlRXMWZmdjI4WGk4OWV2WGI5KytuVlJYSEE1SFIwZm53NGNQYkRhYnFuZ2dOQ1VRQ09RYnE2cXFXcjFHaUNvTkhUcVUzTjRZRlJYMS9QbHpaV1ZsTHBmYnJMUzZjT0hDdlh2M0dob2E2SFI2V2xyYVR6LzlCTzFDb1JBV1VzK2NPVU91cU1JQm1LYVNZNU4zVlVVUTVGc0FwUldDZk92MDdObVRtbEdla1pHUms1TkQxdjdUMDlQajgvbXJWcTNxMWF1WC9Hc2JHaG9pSWlJZVAzNmNuNTlQTnU3YXRldkFnUU9rMHJwLy83NkNkeThySzZPcXErTGk0a1dMRm1WbVpvNGFOWXE2cDgvVDA3TzJ0bmJXckZsVTY0ZFpzMllaR0JpUVZsc0trQWxpdFlVNWMrWlVWMWRIUlVVWkdCajA3dDI3dXJvNkl5T0RScU01T0RpUWZjZ3FRTEErU04yb0tCQUlQbTlQSW9JZy8rdWd0RUtRYngwNm5lN3Q3YjF2Mzc3Um8wY2JHeHRuWjJjL2ZQaVFJQWh0YlcxdmIyOGpJNlBnNEdCL2YvK1JJMGYrNXovL2tYR1FZckZZaVltSm9LdU1qWTNmdm4xTEVJUyt2djZPSFR2S3k4dDM3dHlwcWFtNWJObXlYcjE2NWVmbisvdjdFd1J4N2RvMUJab2pQei8vekprem8wZVB0ck96YTFXYUhEeDQwTmZYOThHREI3cTZ1aktMbFY4ZU1hTFJhSDUrZnBXVmxjK2ZQemMzTjNkMmRzN0l5R0F3R0d2V3JBRURVaTZYbTVTVUJCcTBvcUtDSUFoMWRYWHk1U2l0RU9TYkJjc3pJd2hDV0Z0YkwxKyt2S3FxNnBkZmZybHo1dzZUeVp3MWE5YTJiZHQ2OU9oUlUxTXpaY29VSlNXbDJOallKVXVXdkhqeGd2cENPcDIrZE9sU0JvTXhlZkxrOWV2WGsrM2EydHI5K3ZWcmFHakl5OHRidVhJbGRYc2dJQlFLRHg0OCtQNzllNWwyTnBzdEZvdWpvcUtPSFR2V2FpVm1kWFYxc1ZoOCsvYnRoUXNYRmhjWFU1K1NlVzNiaXpyTFVGTlRJNUZJSGo1OFNMMkVsSlFVWDEvZi9QeDhvVkRJWnJPVmxaVnJhbXFvN3pKczJERHE0aUNDSU44VUdMVkNrRzhhcVZTNlo4K2V0TFEwYXI1UlhWM2Q3Ny8vL3Z2dnY4dDBycSt2MzcxNzkyKy8vVVpkWHpNeE1WbXhZc1d3WWNNK2Z2eEk3Znpod3dkdzEvVHo4eHMwYUJDNVluaml4QWtsSmFWMzc5Nzk5ZGRmNmVucE8zZnVwSnBMZ1NKaE1CanIxcTFyTmZKRWhvV21UWnNtVStoR0JzaUZPblRvMEtGRGgrVGJGY0RqOGFCUWo0T0RBemlkdXJtNXdWT2hvYUcydHJhTEZ5OG1WZGYrL2ZzdExDeldyRm5qNk9pbytMUUlnblJpVUZvaHlEY05qVWJUMTllbjZpb2xKU1U5UGIyUEh6OEtoY0pCZ3diWjJkbnA2K3ZyNnVxbXBxYWVPbldLek1HaTBxeVMrT3V2ditEQXlzcUsyaDRURXdNSFRDYXpxcW9xSkNRa05EU1VyR29NK2VZMEdxMk5WWTJWbEpRa0VnbTE5ak1nNDBjS0Vtcmd3SUU5ZS9hRWxzTEN3dlQwZEJCL0xWRmJXd3RiSmgwZEhTRWlwYVNrUlBVQ3RiQ3cwTkRRK09PUFAwQitmZno0TVNVbEpUczdPeWNueDh2TGkxcFVFVUdRYndlVVZnanlyZVB1N243bnpoMWxaZVhLeWtvbEphVXpaODVvYTJ1REcvdWdRWVBldm4xNzkrN2QwYU5IT3pzN3YzcjFxa2VQSG0xTUNVOUtTb0tEMDZkUHIxMjdsbXkvZlBueXY1Q0VSRjBCRkl2RllyR1l3K0c0dTdzUEdqUUlHcU9pb2o1Ky9EaDI3RmdGYTRYdjNyMkRnNFNFaEtGRGg0THltejkvUHJYUHFWT25DZ3NMOWZUMHZMeThWRlJVOXUvZkh4OGZIeDRlTGhhTEZ5eFk4STlkSDRJZ0hSZk10VUtRYjUwdVhicHMyN1lOREpra0VzbW1UWnNnVkFPTUdqVktMQmFmT25YSzI5dGJSVVdGYW9XbEFCNlA5K3paTTRJZ0JnOGUvT1RKazRNSEQ3YTY5TmErVUFVVHVMR2ZPM2VPMUZVRVFUZzVPUjA3ZG16S2xDa0tsaDB6TXpOaGRmTDI3ZHVYTGwyU2VaYlA1Ky9mdno4OFBMeExseTdyMTY5WFUxTmpNQmdCQVFFUXBTT0RkZ2lDZkd1Z3RFS1FieDBlajdkMzcxNUlBN2UydG5aM2Q2ZVdvT25YcjkvUFAvODhhZElrZ1VCdy8vNzlaY3VXaFlXRlVkZlJHaHNiWVQyUitxclRwMCtMUkNKYlc5dWdvQ0FMQzR2NzkrOXYzYnExTFlQNXZPbzM4cEVuNm5rWURNYm8wYU5sUW1WVlZWVlhyMTZOam81T1RrNG1aWkNNekVwT1RvWmNNUXNMQ3loVExaVktJZlUrUFQxOTJiSmxEeDgrTkRjM0R3c0xJNTBwR0F5R3Y3OC9pOFV5TnpmL2w5VWtnaUFkQkZ3UVJKQnZtclMwdExDd3NFK2ZQcG1ZbUhBNG5NYkd4c2VQSHo5Ly9oeHFDSUxVWURLWjgrYk5zN0t5MnJkdlgwTkRRMHhNakxxNk9tbWgrZUxGaSszYnQzTTRIREpOS2ljbjU4bVRKNXFhbW41K2ZuUTZIV3lyUUpvUUJMRnExYXB1M2JxcHFxcUt4ZUw2K3ZxUEh6OXFhV2x0MnJRSjB1UXZYTGdBK3dmSmJIRXE4bm5vZ0x5SWFWV2kxZFRVWExseVJhYllqb2FHQm5sY1dWbjUrdlZyYlcxdFIwZkhJVU9HSER4NE1DRWhRU1FTelo4L3YydlhycEN6cjY2dTNydDM3NGlJQ1BBUkZRcUZBb0hnMDZkUGZENC9Nakx5elpzM2UvZnViZXNuZ1NCSVp3R2xGWUo4bzlUVTFKdy9mejRxS2twVlZmV25uMzV5ZFhWTlRFeThjZU5HU2tvSzJVZGZYNTg4dHJPejI3WnQyNFlOR3hvYUdzREdDYkMwdEp3NWMrYk5temZyNit0aHcrQ2hRNGRVVkZUV3IxK3ZwYVZGRUFTWHk5MjZkZXZaczJjakl5TkZJdEhidDIvQi9ncmdjRGd1TGk3a3NZK1B6ODgvLzl5clY2ODJGdU1EWTFMNTVQcFdwVlcvZnYwdVhib1VFeE56OXV4WkdMbVJrVkczYnQzSURyZHYzNVpLcGJObnoxWldWbFpXVmc0TURFeEtTcnA1ODJabVppYTVGN0s2dXBwMFJwVkJVMU56MHFSSmJia0VCRUU2R1NpdEVPUWJKVEl5TWlFaFlmcjA2VzV1YnJCQno5SFIwZEhSTVM0dUxpd3NUQ0tST0RvNjJ0cmFVbC9TdTNmdnRXdlhob1dGVVIzSnUzVHBNbWZPbk1HREI2OVpzOGJHeHFhNHVGZ2lrUVFIQi9mcjE0L3N3MlF5NTgrZlAzWHExT2ZQbjc5NjlhcTB0TFM4dkx5aG9hR3hzWEhEaGcxUWFoQndjSERvMWF0WDE2NWQyN2k5TGpJeXNrK2ZQbVJsUUJLSlJNSmdNSVlQSDY0Z1paN0ZZcm00dUhBNG5OMjdkL2Z2M3o4Z0lJRGNsdGpVMUhUbnpoMHJLeXRxYlI4N096czdPN3VxcXFvWEwxN2s1T1NVbDVmWDFOUTBOamJ5K1h5UlNDUVNpYVJTS2RTM29kRm8yN2R2TnpRMGJNc2xJQWpTeWFCOXRwTWVndnlqL0hiNWFzaTJYUktKWk02czZmTjl2T2gvdjFBSm9oaFFBMncyVy82cGE5ZXU5ZXJWaTVyMDNSYisrdXN2YzNQelAvLzg4N3Z2dnFPR2YvNVJLaXNySVRZbVEyRmhvWnFhV3JOUHlkRFUxRlJSVVNFellKRklkT1BHZUdHTml3QUFJQUJKUkVGVWpURmp4cEN1RUVnSFFTS1JuRGh6L3JmZi8wdWowVll0OTFzMDMrZHJqd2hCWk1Hb0ZkSkIwZGJXVW1HejZ4c2FLaXFyK0h5K0txVTZHOUl1TUJpTWxyeWpwazJiOWhrbk5EYzNKd2hpNHNTSlh6eTB2MEZMNG9uMHIyb1ZOcHN0THdRWkRNYU1HVE8rZUhSSSt5TVVpU29xcXdpQ1VGWlcxcVdZelNKSXh3RWpBVWdIUlZ0TGk4MW1FUVR4K2sxdVRVM3QxeDRPZ2lBZGdzYUd4cHczdVFSQktET1plbm9vclpDT0NFb3JwSU5pb0srbnBxWkdFRVJld2RzL2JrVldmZnIwdFVlRUlNaFhwckxxMDdVL2J1VVh2Q1VJb2tzWFRvOS9hOTBaUWY0V3VDQ0lkRkM2R1JwTW16Sng3NEZEQkVIOGZ1MW1YbjdCZDRPc3RUUTEyZis4a1RlQ0lCMk5KbjVUUldWVjZvdU01T2RwMERKajZwUWUzVkZhSVIwUlRHTkhPalR1czd4ZVpMejgycU5BRUtSallUUFE2dnJsYzE5N0ZBalNQQ2l0a0E1TlpWWFZ6NGVQUjBaRlYxUlV0cUU3Z2lDZEhFME5qWWtUWEJiTzk5YVRxOG1OSUIwRWxGWklSNmV4c1RFbDljV2J2THdQSDNqbEh6ODIxRGQrN1JFaC96WTExWi9xYWo0UkJOR0ZxOEZWMTJqREs1RE9oaXBIUmJkclYxMGRuZDZtSnZhMjN6VnJHb0lnSFFTVVZzai9CbEtwVkN3V1M2UlNxVVR5dGNlQy9OdWNQbjM2OU9uVEJFSDg5Tk5QWklFZDVKdUNwcVNrUktQUjZYUUY1YlFScElPQWFlekkvd1kwR3EwbEV5YWswME4rOUF3R1E0RzdPb0lnU0VjQXpSY1FCRUVRQkVIYURaUldDSUlnQ0lJZzdRWktLd1JCRUFSQmtIWURwUldDSUFpQ0lFaTdnZElLUVJBRVFSQ2szVUJwaFNBSWdpQUkwbTZndEVJUUJFRVFCR2szVUZvaENJSWdDSUswR3lpdEVBUkJFQVJCMmcyVVZnaUNJQWlDSU8wR1Npc0VRUkFFUVpCMkE2VVZnaUFJZ2lCSXU0SFNDa0VRQkVFUXBOMUFhWVVnQ0lJZ0NOSnVvTFJDRUFSQkVBUnBOMUJhSVFpQ0lBaUN0QnNvclJBRVFSQUVRZG9ObEZZSWdpQUlnaUR0QmtvckJFRVFCRUdRZGdPbEZZSWdDSUlnU0x1QjBncEJFQVJCRUtUZFlIenRBU0FJZ3Z4L2lNWGlpb29La1VoRXR0VFUxRWlsVWpnb0xTMGwyK2wwZXRldVhlbDArbGNhS1lJZ1NEUFE0QjhXZ2lCSUIwRWtFcTFac3lZdkw0OXNxYW1wcWE2dUpnaENYVjJkeStXUzdRWUdCb2NPSFdJdzhDY2lnaUFkQ1B5WGhDQkl4NExCWUppYW1zYkZ4VkViYVRRYWFLeWFtaHF5MGNuSkNYVVZnaUFkRGN5MVFoQ2t3K0hpNGdKYWlpQUlxUnpRcnFTa05ISGl4Szg2VEFSQmtHWkFhWVVnU0llalY2OWUvZnIxVTl6SHpNeXNkKy9lLzlhSUVBUkIyZ3BLS3dSQk9odzBHbTM4K1BFeUxXUWNDL2poaHg5a1doQUVRVG9DS0swUUJPbUlPRG82ZHVuU3BhVm51Vnp1MEtGRC85MFJJUWlDdEFtVVZnaUNkRVEwTlRYNzkrL2YwclA5K3ZYVDBkSDVkMGVFSUFqU0psQmFJUWpTRVZGVlZSMHdZSUJNTWpzYzAyZzBTMHRMRFEyTnJ6cEFCRUdRNWtGcGhTQklSMFJKU1duQWdBRnFhbW95Q1ZVMEdrMUZSV1hBZ0FGS1N2anZDMEdRamdqK2IwSVFwSU5pYVdtcHFha3AzODdoY0N3dExiL0dpQkFFUVZvSHBSV0NJQjBVYlcxdGtGQms0QW9PQmcwYTFLemtRaEFFNlFpZ3RFSVFwT015WWNJRStjYkpreWQvamJFZ0NJSzBDWlJXQ0lKMFhHeHNiSFIxZGVFWVFsWUdCZ1kyTmpaZmUxd0lnaUF0Z3RJS1FaQ09DNVBKL09HSEg2aHJncU5HaldJeW1WOTdYQWlDSUMyQzBncEJrQTdOMkxGamxaV1Y0WmpOWm84WU1lSnJqd2hCRUVRUktLMFFCT25RR0JvYW1waVl3TEdwcVduMzd0Mi85b2dRQkVFVWdkSUtRWkFPRFlmREdUQmdBQndQR0RBQW5VSVJCT25nb0xSQ0VLUkR3MlF5TFMwdFZWVlZXU3pXZ0FFRHlNVkJCRUdRamduamF3OEFRUkNrRmF5c3JEUTFOWnVhbXRBcEZFR1FqZzlLS3dSQk9qbzllL1kwTWpMaTgvazlldlQ0Mm1OQkVBUnBCUnBaOFJSQk9nNzE5UTN2UDN6NCtMSGlZMlZsVXhQL2F3OEgrZnI4bFpVcGtVZ0dXRnA5N1lFZ1h4OFdpNldqcmFXdHJhV3ZwOWVsQytkckR3ZEJaRUZwaFhRc3BGSnBVa3JxdVl1WEM5NitxNjZ1cnZwVXplZWp0RUlJcVZSQ0VBU05odW1oQ0tHc3JLeWxxYUhPNWZibzN1Mm4vL3hvKzUwTjF1cEdPaFFvclpDT3hkRVRaOEorT1NJV2k3LzJRQkFFK1IrQVRxY3ZYZVM3YkxIdjF4NElndncvVUZvaEhZaTRSMDkrV3JSTUlwRVFCS0hDWnB2Mk11bXFyYVdpd3Y3YTQwSVFwQVBSMk5UMDhXTmx3ZHZDK29ZR2dpRG9Ta29uai93ODBzbmhhNDhMUWY0dm1NYU9kQlErbEpjZlBISUNkRlgvZm4zbWVzNDA3V1dpcWFIT1pyZXp0S3FwcVRsMTZ0VDA2ZFBiTnljNlBUMDlPVGw1NnRTcG1wcWE3WGphTmlLVlNwT1NrdXp0N1VVaUVZUHg5LzZ1OC9QenBWS3BxYWxwczg5dTM3N2QzZDI5WDc5KzdUVFM5cWUwdFBUY3VYTUJBUUh0L2xWUlRFbEpTYmR1M2I3d0pDZE9uQmcvZnZ6ZjhrRXRLaXJLejg4ZlBuejQzLzJnbTRYUDUxKzlldFhaMlZueEdPcnI2MCtlUERsdDJyU09ZTm5heE9kWFZYMHFlRnQ0NGZMVmwxbXZ4QkxKN3YyL21QZnJxNnVyODdXSGhpQUVRUkQwa0pDUXJ6MEdCQ0VJZ25qMEpQRy9OOFA1ZklHS2lzcldqZXNHMlF4VTY5S2xYU1lQR1NvcUtrNmNPQkVSRVNFU2lTd3RMY25pZEY5SVRFek10V3ZYSWlNamEydHJMUzB0NlhSNnU1eFdKQklwemlNUkNvV0ppWWsvLy96ekgzLzhvYTZ1WGxCUWNPL2V2WDc5K3JGWUxKbWVxYW1wVjY5ZXRiVzFsVG5oK2ZQbmp4NDkydXl3YzNKeXpwdzVFeDBkemVQeCt2ZnYzNDdhcGRYckFsNi9maDBWRmZXeVpUSXlNbzRkTy9ibXpadTh2RHhIUjBlWmM5NitmZnZkdTNlOWV2VlM4QmJaMmRsUG5qejVETzI0WWNPR3FLZ29zVmlzcWFrWkZoWldXMXZidTNmdnYvdDEycjkvLy9YcjEvUHo4M1YxZGJ0MjdkcVdseFFYRjIvWnN1WCsvZnRDb2JCSGp4N1VEL3JHalJzM2I5N1UxdGJXMFdtcnlLRFJhQnMzYm95SWlFaE5UVlZSVWVuWnMyZXozWlNVbEhiczJCRVpHZm4yN1ZzYkc1dVczTVY0UEo2cXF1ckRodzlmdm56WnAwOGYrYnZ4NE1HRGpJeU1MMVRxREFaRHJVdVhIdDI3V1Ewd2o3ejNRQ1FTTlRRMkRMQXdOek5WOUVFanlMOEdScTJRamtKTlRhMVFLQ0lJd25hUXRhR2h3VC8zUm9hR2huUG56ajF4NHNTVksxZlliUGEwYWROa09nZ0VBcWxVS2k5Tm1xV2dvQURLc0x4Ky9ScGFyS3lzMnF0K2NHTmpZMGhJaUsydHJjd2dKUkpKYVdscFZsWldXbHJhaXhjdjZ1dnJvZjNNbVRQanhvMjdlL2R1VEV5TWlvcUt6TmxxYTJ2RllyRkFJRml4WWdWVlF2MzQ0NCtKaVltM2J0MTY5KzdkMXExYnFkTmhmSHc4SEFpRnd1cnFhblYxZFhnb0ZvdS9SRHUyZEYzeUdCc2I3OSsvdjdpNHVOVnpwcWFtSGp4NGNNV0tGZFJHZ1VCdy9QangrUGg0QlJIS3hNUkVIbytYbnA2K2ZQbHlMcGZiOXF2UTB0SktUVTA5ZnZ4NFRrNU9UVTNOOGVQSFkySmlWcTVjYVdobzJQYVR3SStIRnk5ZU9EazV0VkZ3d0xlcm9xTGkwYU5IRGc0TzFESHI2K3VmUDM4K01USFJ5c3JLejgvUHdLREZ2NlAwOVBTeXNySXhZOGJRNlhRV2k4WG44dzBORGEydHJSV01rOGxrQ29WQ1EwUERMbDI2Tk5zbk56YzNPRGg0MUtoUlJrWkdwMDZkdW52M3JyeDEvcHMzYi9oOGZtRmg0WklsUzc3OGg1Tk9WMjNiUWRieFR4SkZJbkZOVGUwWG5nMUIyZ3VVVmtoSDRWTjFqVUFnSUFoQ1gxOVBoUzByQzlxWGNlUEdYYjkrdmFLaTRzV0xGekt6dTBBZzJMRmpSMU5UVTBoSVNLdnFLakl5OHVqUm8vUG16WnMwYVJKSXEySERodG5hMmpiYnViNisvc2FORzM4clEvL2x5NWV2WDcvKzY2Ky9DSUlneDVtYm03dCsvZnJHeGtheUc1MU90N1cxTlRRMDFOVFVMQ2twQWVrajQ2NHBGb3NURWhKQUpEVTJObEpuUnkwdHJaa3paNTQ1Y3lZOVBmM1ZxMWZtNXViUTN0alkrUERoUTRJZ0JnNGN1R3JWS3JKL1ZWVlZjSER3c21YTGV2ZnUzWTdYSlk5RUlqbDQ4R0JsWmFXWGw1ZTl2YjJHaG9hU2t0S2pSNCtPSERtaXFxcDY2TkFoZWZrb2xVcXAwaEQwWDFwYVdscGFtdUloWldSa3BLZW5Pem82dHYwcVFEZlFhTFJseTVaOSt2UnA2ZEtscjErL1hyMTY5UysvL0tLbHBkWEdrMEQ0Wi9UbzBVNU9UbTE4Q1NuYy9mMzlRVHhKSkJLUlNLU3NyRHhzMkxCbHk1YnQzNzgvSXlQajhPSERvYUdoTFowa056ZjM3Tm16NGVIaFhsNWVjSmZjM056VTFOU29mV3BxYXBTVmxjbFFKWVBCRUFxRlVIU0l4K050MkxDaHJLeE0vc3czYjk3czA2Y1BMTlRLaXlmNEcrZHdPTzBTa0dZeW1YcTZPaEFFcmFsRmFZVjBGRkJhSVIyRnBxWW1tSjY3Y0ZTWnpDLzlaa3FsMHBzM2IxWlVWTFRVQVo0cUxpNCtlZklrdFQwdkx5OHJLNHNnaUpDUWtKQ1FrT3pzN05EUTBLYW1KZ1h2ZGVyVXFlTGk0cHFhR29JZ1pPYm1SNDhlRFJ3NEVPSUtIQTdIMk5oNDM3NTluN0gvOGR5NWM2UUs0WEs1TTJmTzFOVFUxTmJXTGlrcE9YcjBxS3FxNm9ZTkc2Qm5Ra0xDM2J0M1ZWUlUxcXhaUXoxRFkyTWpTQ3RQVDAvNXFNTVBQL3h3NGNJRm9WREk1WElMQ3dzdlhyeTRjdVhLZS9mdTFkWFZ3UVIyK1BCaGtVZ2tGb3VsVXVucjE2OUxTMHMzYjk2OFo4OGVmWDM5ZHJtdWlvcUs0T0Rnang4L1VwK1ZTQ1NnSUI4OGVPRHE2Z3BDcXJhMkZyUUl1ZWJWMU5UVTBrb2x1VDU0N2RxMWxvVHlyRm16NnV2cnAwK2YzcXl1VW5CeVNLcVRTcVVTaVVSSFIyZldyRm1uVDUrdXFhbDU5dXlacWFrcHlJdFdVUkQ4ZS9YcWxZbUppZnk3azlKS0lwR2twNmNQSERqd3p6Ly9QSC8rL1BIanh3bUNzTFMwSERSb1VHcHFLcDFPNS9GNDBQUGt5Wk85ZXZXYU5Xc1dlWkkzYjk3QXQ0TEQ0VkRIOE9MRmkvajRlRDgvUHlVbHBZS0NnbDI3ZHJtNXVibTZ1cXFwcVZFWFczVjBkTFp0MjdacjF5NE5EUTBHZy9Ia3lSTmxaV1VYRnhkNEZyNXBIQTdubDE5K2tSbjh0R25UK0h6KzRNR0QyM0p6V29YQllLaXBkWUZiMGREUTJJWlhJTWkvQVVvcnBITkNvOUhzN2UzWHIxOWZXVm1wb0Z0RlJjV2ZmLzdaN0ZPWm1aa2hJU0hCd2NHaG9hRy8vdnFycnE2dXFxb3FuVTUvLy81OVVsSVNkU0loQ09MV3JWdHdrSktTOHVMRkN6Z3VMeTkvK3ZTcGdZSEJwazJiSVBuWDBkRlJSMGVIeFdMcDZPaklMQnA2ZTN2WDF0WjZlSGhNblRxMXBTdUNBMTFkWGJJUHhBQ290Qm9NZ0UzQmI5KysvZU9QUDZnYmhJVkNJVUVRLy8zdmYxKzhlRkZaV2JsdTNUcUlTWEE0bkpTVUZKbVZIWGo0ODg4L0J3Y0hzOW5zTDc4dWJXM3Q5ZXZYaDRTRWFHbHBhV2xwUFgzNlZDZ1VXbGxaUWZwUlRrN09qQmt6RGg4K2JHUms5UDc5ZTRJZ3hvNGRDeSt2cjY5ZnUzYXR2YjM5bkRsejVETjcybTUzMUZMUDdPenNzMmZQenBvMXk4YkdSdVlwY2lXdXBxYUd5K1dPR0RIaTNMbHpVcW4wOTk5L2IycHEycng1YzFzVytGckt6VXBOVFEwTkRlM2Z2Ly9HalJ2WmJIWjJkdmFqUjQvZ3FZYUdCampZdTNkdmFXbXBwNmRuWm1hbVVDajA4ZkdST1FPMUpURXg4ZTNidHdFQkFTd1dTeUtSd084SGJXM3RCdzhld0MrSHk1Y3ZxNm1wSlNRa05EVTFTU1FTZjM5L0JvTlJXMXQ3NmRLbHpNek16WnMzeTR4UVIwZG43OTY5RUFCNzh1UUppOFdhUDM4K1BHVmhZYkZqeHc0NGpvNk9MaXNyR3p0MnJKNmVYcXQzQTBFNkJ5aXRrRTVMdDI3ZGR1M2FWVnRiMjYxYk4xVlZWWmxuUFQwOWEydHIvZno4eUVtNkpmcjI3YnR6NTA3eVlYSnljbEpTRW5VaUlRaWlyS3dzT1RrWmxnaGxYbDVXVnJacTFhckF3TUNCQXdjU0JLRjR1b1hFbDc5emxmK1B5TWpJM3IxN3QycW5BaDJNalkxNzl1eDU1c3daeUxNQmgyc0dnL0hzMlRPUVU3bTV1VEI5SGpseXhOdmJXMTlmZjhhTUdTMnRkYmJMZFJrYUdwNDRjUUtPUFQwOWhVTGg1TW1UNFIzejh2S1dMMSsrWk1rU3NqUDFtQ0NJd3NMQ3NyS3kxYXRYeXlpVkwzZVNaTFBaZVhsNTI3WnRVOUJIUnRPQW1nOE9EZ1oxZGVuU3BjdVhMeXQrbDRpSWlJaUlDUG4yakl5TXJWdTNidHk0c1cvZnZ0SFIwZmZ1M2FNK1cxcGFTaERFcFV1WFFGSXZXN2JzOWV2WFpXVmxJMGFNb0hhN2V2VnFjWEd4c3JJeWg4UEp5OHN6TnpmUHlNajQ5T2tUZzhFb0tTa3BLU2tCVmYzeTVVczZuVTZuMHprY3p0T25UN2xjN3ZEaHcrSE1JU0VoQ2lRN3ZKd0s5YlovK3ZUcHYvLzk3N1ZyMTRZTUdTS1RDWWNnblJXVVZraG5SbDlmWDE5ZlB6VTE5ZVBIajJQR2pHbDE5OWFqUjQra1VxbDgxa3R4Y1hGQ1FzTEVpUk9iWFJ2aTgvbVptWmtFUVlTR2hvSitldjc4T2V5OVBYZnVYTnZUYnRvQ05YcEJFQVNFY1BoOGZsaFlXRXhNVEpjdVhTWk9uQWd0TWd1ZElwRkk1bURLbENtalJvM2ljcm51N3U1Q29YRFRwazFXVnYrM2pFeHVibTVBUUFDRHdkaThlVE9ieldheFdObloyVnUzYmwyd1lNR0VDUlBhOFhMYUNCa0pHek5taklxS2lsQW9KRnZJSUtLcnE2djg1L3ZsMnovSnJYQkRodzZWeVUrdnJxNitmLzgrUVJET3pzN05mc29aR1JtOWUvZjI5UFNrMFdqUG56L3YzcjA3aC9QL3FyS0lSQ0txRU8vU3BjdjMzMy9mN0JqUzB0S0dEaDNxNStmbjd1NnVwNmRYVVZFeGI5NDhpQnIyNnRYTHg4ZUh4K09abUpnNE9qcmV1SEhqN2R1M2RuWjJ2WHYzZnZUbzBmang0MVZVVkE0ZVBOaTllL2RObXphUldlMHc3TURBUURzN08vSm54dmJ0MjgzTXpLQkRkbloydjM3OTh2UHo0UjRxM3BZaEw2Mm90eDJrUEkxR0d6ZHUzTC9zam9FZ1h3dVVWa2puaDgvbi8vTExMMUZSVVZSTEhsZ0V1WC8vUGlSVEE4K2VQYXV2cjMvNjlPbkNoUXVwRzYrRVF1R0ZDeGNpSXlQbnpKbERUZldGUkp6VTFGUklDU0ovckgvNjlBa0VRYnQ3WFBYdDJ6Y3FLZ3FtUmhLQlFCQVRFME1RUkYxZEhjUXdCQUpCU3d1ZDFJbFFma05jUmthR2hvWUdyT2FJUktMNzkrK1BIejhlWmxZZkg1OEpFeVpJcGRKang0NU5uRGp4eXkyZDJnNFpNdkh3OE5EUjBmSHo4eHM1Y3VUNDhlTlZWVlhKSUNLWmZVK0ZuT05iM1lyWUVtUWUwdmZmZno5a3lCRHFVNVdWbGZCQkRCczJqSHhxeDQ0ZDA2ZFBod1IvRWc4UER3OFBENWt6VTNVVmpVYXJxNnNiUFhvMDdEWnRGaHFOMXV3OTkvTHl5czNOblRCaHd1blRwOSsrZlVzUXhOR2pSKzN0N1ZOVFU4UER3M3YzN3EyaG9iRmx5eFpJVFJPSlJCOC9mb3lMaXhzNmRPakFnUU9wVmFSRUloRThmUGp3NFpFalI1WXNXZEszYjkrMjNDSlNyQXNFZ25QbnpzMmNPWk1hdFlMdm02cXFLblZGRmEycWtjNE5TaXVrOHdPQmg5ZXZYeGNYRjVOekxmekh6OC9QTHlvcUludUNpMEZaV1psTTRVS1kyaXNxS2lJaUlzalFRbmw1K2JwMTYyYlBudjM4K1hOb3ljM05oWDE1c0NUVXRXdlg5akxOSXFIUmFFdVhMaDB4WW9TUmtaRzZ1dnFLRlN2eTgvUFYxTlJBVVVIRzk0RURCOVRWMVgvNzdUZnFDeHNiRzJmTW1OR2xTeGVaWFdBa0VSRVJ6NTQ5ZS9qd1lWMWRIWTFHbXpGanh0V3JWeUVLQXZkS1JVVWxOemYzL3YzN2taR1JEeDQ4Q0FvS1VyQlh2MzJSdVkyTmpZM256cDI3ZHUzYTJyVnJGYitRbk9NblRKalFVc0o0WkdRa0tRNFVuSUg2Y3ZCbDFkVFVaREFZSXBHSTNDMVJVbEtTa0pDUW5KdzhmLzc4Y2VQR0tSaVlRQ0M0ZXZVcStmRDc3NzkvOU9qUjc3Ly9IaGdZcVBpS1pLaXZyNit2ci9mMjlvNkppYmw5K3paczUxeTJiSm11cnU2Yk4yOUNRME1oWGYzbXpadno1czFUVWxMS3o4OWZ1WElscEY3SnlFMlpmUTlIang2ZFBYdTJncmUrZnYwNkJFMGhXWjdQNTY5ZnZ6NG5KK2V2di82QzBDa0FmMG95UGxnb3JaRE9EVW9ycFBORExtY2NQWHFVWExpQlJSQmZYMTlxcnBXYm14dEJFRE5tekpCeFhDVG4xM1hyMXIxNzl3NzJxZjMwMDA4RVFSdzRjQUNTaytycjYxKzllalZseWhTWVlnbUNhRiszZCtwZ1FOTjgrdlFKbG14cWEydjM3Tmt6ZS9ac1EwTkRHbzNtNnVvS3c1QzVDWDUrZm1mUG5zM0l5REF5TXBJL0xlenFBaHdkSFdGdFNGVlZOU1FrWlBIaXhlQWJUbWJOUzZWU3hUNmM3WXVNS29LSC9mdjN0N0t5U2sxTmJjc1p2TDI5VzByMmV2RGdnUUpwQmVVQnFHTVFpOFhidDIvWDE5ZWZQMysram81T1dWa1o2VUVRRnhjSHF2M3ExYXNXRmhiTjNtZmd6cDA3SU1pVWxKUWtFZ21Id3hrK2ZIaE1UQXpzK0d2TEZVRVNWVnBhV21OalkxbFpHV3lrY0haMlhycDBLWHpoemN6TTl1N2R1M2J0V2g2UGQrdldyZTdkdTQ4ZlA3NVBuejc3OXUwN2V2Um96NTQ5dVZ3dWZMRnYzYm9sRUFpKy8vNTdDTEtTcG1VUUEyc0pSMGZIZGV2V2tac1FCUUpCZm40K2s4a3NMQ3dNQ3dzanUwSFN2Y3ltVlBLdUlraW5CS1VWMHZuNThseG0rVE9RT3dSaDNXMzgrUEV4TVRFdlg3NlVTQ1JLU2twZ2NTbXpLdFR1SkNZbWtzZng4ZkdrdlNlNGtMZjBxaE1uVHFpcnE1TkdBMUtwRkV3VHRtM2JwcU9qNCt2clN4REVnZ1VMY25KeVlMNWN2SGd4WEk2YW10cUlFU05VVkZRdVhyeW9vcUx5dDl3MXZ4Q1pxQlU4N05PblQ2dTJwVjhlTlNRZEpZS0RnMldlcXErdk56WTJMaXNyZy9zamxVckJCcXhMbHk2SER4K1czemxCVWxaV2R2SGlSWUlnek0zTjYrcnEzcjE3UjZQUnBreVpFaGNYZCtEQWdZTUhEN1lVV1lTQTJjdVhMK0g0eVpNbnBxYW1mZnYydlgzN3RwS1NrbytQejZSSms2aWRkWFIwbGl4WkFtbC9JUGZodm5sNmVzYkZ4Ym01dWNGUGlIdjM3Z2tFQWxkWFZ6TXpNNUZJdEg3OWVoc2JtNWt6WjVhV2xsSVQrMlRRMWRYZHRXdFhVMU5UYVdscGFHZ29OWFQ2OU9sVE12Ry9xcXFLSUFqU2JCWkFhWVYwYmxCYUlaMmZMNWRXOGxNNDdCQ1VTcVhKeWNsc050dlQwN084dkR3dUx1N1ZxMWU5ZS9mT3k4dURzTUVYdnE5aUlFWUNvcWR2Mzc0cEtTazBHczNHeG9aT3AydHJheXNySy9ONHZNVEVSQWFETVg3OGVPb0xjM056Qnc4ZUREWlI5ZlgxTU04eEdBeFNSc1RHeHNLY0toS0pxcXFxWUJlaGg0ZkgyTEZqNFUzL2lRSkVDcENaaVNISTlPK01nUXpVT1RvNlFsQ25xS2dvTFMwTllvZHdoK0hqVGs5UC8vRGhBNWlFS2RCVklwRm8zNzU5alkyTkRBWmo0Y0tGNEY4Z2xVcE5URXdtVEpodzY5YXQ3ZHUzTjJ0WCsrYk5tNFNFaEljUEg1SitJcDZlbnRyYTJyLzg4b3VwcWFtL3Y3OThubFpGUlFXWVhjazRyakdaekxpNE9QTDdBMUMzNzcxNjlhcXlzaEtDdUFvQVpRYkxnbFNvbnhjRTUxNitmQW1wOGRDSUM0Skk1d2FsRmRMNStYSnAxVkx3UXl3V096bzZPams1TVJnTVcxdmJ1TGk0Mk5qWWhvWUdzTWFXOFVOdlg0cUtpc0NhQ1BEdzhFaEpTYUhUNmV2WHJ5ZG41UmN2WGlRbUp0THBkS3BQaEF4Z0NncHhCVExEbmR4ZHFLS2ljdmJzMllDQUFMTFVETWlhbGtySS9SUHdlTHk3ZCs5U1cyQUxBblczWGF0VDlkeTVjMXQ2aWl3VDFDemtXcUdYbDVlK3ZqN2tacVdscGFtcHFUazdPOFBPMEUrZlBoVVZGY0dTSElQQlVLeElMbCsrREJGQmIyOXZVZ3pCK0dmUG52M28wYVBNek15dFc3Y0dCZ1pTTHpBL1AzL1ZxbFVnV1dnMEd2UzN0N2RYVTFPenNMREl5c3BhdG15WmdqY2RNR0FBdGZ3MmZFTkl6WDMzN2wyQlFPRGs1S1Nob2ZIcDA2ZjQrSGdXaXpWbnpod0lPSDBHVlBOWWNJZ2dDR0wxNnRXMnRyYVFlaVcvcVJCQk9oTW9yWkRPenovM0U1bkJZUHo0NDQ5d2JHOXZ6Mkt4SGo1OENIbnhWbFpXbisxUTFSWnUzcndKQTRDNXYwK2ZQdTd1N3VycTZncmV0S2lvS0QwOTNkWFZsZG9JUVFVYWphYXRyVTNxSjNkM2R5MHRyVk9uVGlrcEtiSFpiT29OaE9OL1p4ZDliR3pzbFN0WFFJaVFDSVZDTUw2bnJraTJ1c0JrWjJmWGtqNk9qNDlYa0d0RlJxMjB0YlhoQU1RQjZKNSsvZnBCbXQyNWMrZVNrcExBSGtKQmxlV0lpQWpJWGg4M2JodzExeHZnY0RoTGx5NE5EUTFOVDA5ZnVYSmxRRUFBdVVldlY2OWVreWRQdm5IalJ2ZnUzWDE4ZkxaczJRTHRPam82TzNmdWZQRGd3ZE9uVDNWMWRjSGlLejA5WGNiU0Z1Skdnd1lOZ21QNHNVRjZzOFhFeEFnRWdzbVRKNXVabWIxNTh5WStQbDVaV1ZsZFhWMUJNUVBGa01xcHBLU0VXcEZKVFUyTnhXS0p4V0txYWtTUXpnZEtLNlR6OCtXSkhZcmpYaEJFWWJQWkRnNE9EeDQ4Z0dCU1N4NUY3VUpWVlZWc2JDeVlrcE5Xazk3ZTN1bnA2VlE3SzBneEZvdkYwQmdYRjFkZFhTMFdpNmtaT1ZENnNFZVBIbXcyRzJaRVpXVmxiMjl2Y3RzamVRTXpNek10TEN4QU9DcFk4UG9TcEZKcGJtN3VzMmZQWUQ2T2o0L25jRGp1N3U0REJnd2d4UVI0bVJJRVFhMDlMTE9qazNwQ09GaXlaRWxMb3ZQWnMyY0twQlhFdE5UVjFjbk5FTkFDNlZBTUJzUGUzdjdodzRkZ3RjcG1zOGxpTW1WbFpWMjdkcVU2UWtWSFJ4ODdkZ3prMTZKRmk1b2RaMFpHQmh5WGxKU3NYcjE2NU1pUjA2ZFBoLzBRSGg0ZXVibTVhOWFza1MrN05HclVxRkdqUnNGeFZGUlVlbnE2aktXdERHMWNTNFhQWGNITmtVRWdFRHg3OWl3Nk9ob1dSdlgxOWFFeUFZUEI0SEE0MWRYVjF0Yld5c3JLN3U3dUN1cEdJMGduQUtVVjB2bjU4cWlWZk1CREtwV21wNmRuWkdSa1pHVGs1dVl1VzdiTTJkbDU5T2pSRHg0OGdGakNzR0hEdnZCTkZYRHg0a1doVU9qczdHeHRiUjBSRVVGZW9JV0ZSV1JrSkhXdkgweU5WSStyVTZkT3NWZ3NNcVFCTVNGWXV5UnQyWnQ5MDlqWVdOQnpNR3UyKzBXRmhZVTlmLzRjSWxMd0ZwTW1UUm85ZWpTYnpTYmxGSjFPSjMzSVRwMDZSYW9ITFMwdDJFQWdjODR2VjlVUXVURTJOaVpib0lnaG1aZnQ1dVlHMmV1d29rZHVRZDI4ZWJPMXRmWENoUXZoWVVSRUJPZ3FVRjNyMTYrSFkxQWhVSVdtcWFtSnZGTDRqc1hFeE1URXhJd2JOMjd4NHNWc05udkxsaTEwT2wxeFJjdDJCQ0oyVXFtMHNiRlJ2aEsyREkyTmpYUG56cTJycXpNME5MUzN0N2UwdEJ3OGVEQlU5YmF4c1NrdUxxNnVyaVp0OUNNakk4K2ZQLy83NzcvL094ZUNJUDh5S0syUXpvL2krVFU3Tzd1d3NGQkxTNHRjdVZDd3JTd3BLZW5WcTFlUW9oUVVGRVFRaEltSnladzVjd1lPSE5qWTJIamh3Z1hvMXREUVVGUlVSSjJQdndRZWo2ZWhvVUhHUC9MeTh1N2R1MmRrWkxSbzBTS0lDcERTaXNGZ3JGNjlPaXNyQzdiV1oyUmtiTnk0a2NWaVhidDJyZGt6QzRWQzJHNEdRaEQyeWNzdjlrSGN3dEhSc2JDdzhOMjdkOHJLeW5sNWVmdjM3dzhJQ0dqSDYrclRwdzhZbjNidjN0M0R3MlA0OE9IazdnR1JTS1NycSt2bjU4ZmxjcU9pb2tEWnZIdjN6dC9mWDB0TDY0Y2ZmdkQxOVcwMnN2amxxcnF3c0JBMGEzaDRlTGR1M2ZUMTlja1NRT1RZd0VBQjVBVTBscGVYbDVTVWpCa3pCb0thUjQ0Y2lZbUo0WEs1Q3hZc3VIMzc5dnYzNzBrekFoaWhVQ2lFcERmeU95TVNpZDYvZnk4U2ljek16TWcwcVZaM1JMYVJaZ3RwUDNueXBMYTJ0cnk4blB3VEVBZ0V1cnE2Ly9uUGY1clZWUkJpZlByMEtRaHVrVWpFWXJHOHZiMUhqUm9GNDR5S2lvS1lxSnViMjlHalI2bXZyYTZ1Ym5zd0RFSCs1MEJwaFhSK21wMUlTSEp6YzhsZFZBQ1pWVU1RUkVGQndhTkhqOERMQ3B3TDRNREF3TURKeVdua3lKSGc4RjVWVmJWeDQ4YWNuQndtazZtaW9sSlRVeE1jSEJ3VUZQVGxtd1EvZlBnUUdCaG9iR3djR0JnSUt1VGt5Wk5jTGpjb0tFaEZSUVVtWnFxQVlEQVliVGRHZXZyMGFVMU5UYytlUFNGcUJTWk5ESTR1QUFBZ0FFbEVRVlR5OG90OU1BdjI3dDE3MXF4WlY2NWM4ZkR3T0hUb1VFdHJjSjk5WGVQR2pZdU9qbFpUVXdNNVNPMXNhR2g0K1BCaE5wdDk2OVl0TUpFS0NncUNuandlTHpZMkZrcFd5Njl6ZmJtMFNrdExJd2pDMnRvNktDaUlXZ3diUEt0S1NrcTJiOTlPYW5kd0g1ZzFheFlzcDJwcmE5ZlcxbTdZc0tHZ29NREJ3Y0hYMTFkVFU5UFIwWkdxM1JjdFdsUmNYT3pnNENDelJBamI5T0xpNGhZc1dQRGxGaEpGUlVYYTJ0cmtKOXZzWDhUMTY5ZXZYNzhPeC9BbjBLdFhyeU5IanJRVXhRd01EQ1EzVWlnckswK2JObTNLbENta0xzL056VDExNmhSQkVBNE9EdktWclNzckt6R1RIZW5Fb0xSQ09qL04vajRtUlltcnEydi8vdjBQSFRvRTBRZ3JLeXVxSDVXZW5sNVVWQlM1U3FXcHFlbms1T1RvNkVpdEFaS1ZsYlY3OSs3S3lrcHRiZTNBd0VDaFVCZ1VGRlJaV2JsMjdkcnAwNmRQbkRpUncrSGs1T1JRZmFma0FhV1NuSnhNdmhlUW1Kakk0L0Y0UE42T0hUdEFoWmlibTgrYk53K3lWV0JTVjZ3ZHFhU25wOSs3ZDIvRmloVmtYQUZNSWtwTFM3dDE2d1pwN1BLR1ZVS2hrTVBoR0JnWUdCa1pyVjY5R3FacU9FTTdYaGVkVGwrMGFKR0dob2I4WEE1RGlvNk9QbjM2TkVFUVU2ZE9oVzM4dTNidEFrdk0zMzc3N2QyN2R6QTJLcVRvYWJYUVRiTWk3SysvL3Fxb3FPamJ0Mi8vL3YxUG56NTk1TWdSOEJKVFZWVzF0N2N2S0NnSURnNnVxcW95TXpPYlBYdjJqaDA3K0h6K3BVdVhNak16UVlScGFtb3FLeXV6V0N5eXVLUjhUQlJHMkd4Z3RYLy8vdjM3OTVkdmIvdkhEUlFWRmExYnQ2NUhqeDRoSVNFZ2ZhZ2FrYnoyME5EUStQajRlL2Z1TVJpTU9YUG15SDhUWkFZNVk4WU04UHJxMTY5ZlFFQUF0Y0JpVGs1T2NIQndVMU9UbVptWnY3Ky8vSkRLeThzbEVrbE5UYzIvNlk2R0lQOGFLSzJRem85SUpGSlZWUjAzYmh6VmlSSDBGc3hTcHFhbW16ZHY5dlgxSFRseXBMZTNOM1h5VTFWVjlmVDBQSGJzMk1pUkk3Ly8vbnNyS3l2cW9reE5UYzJGQ3hlaW9xS2tVcW1qbzZPdnI2K0doZ1pZQk8zYnQwOG9GRjY2ZE9uR2pSdlcxdGIrL3Y0Q2dVREdSRUNlbkp3Y21RMXhKTW5KeWFCQ3ZMeTh5RVlZUHlSK2tSay9KTEI1WGlRUzdkKy9IN285ZWZKRUlCRFE2ZlNBZ0lDTWpJejA5SFJyYSt2RXhNVDc5Kyt6V0N5WWNTSFNCdXRyOWZYMVNVbEpnd2NQZG5aMlZsVlZ6YzdPaGxCTlRVMU5WbFpXZUhqNHhJa1Q3OSsvM3k3WHhXUXlTZDhqR1Q1OCtIRDY5R21RTmE2dXJxU1RnbzZPenNhTkcxZXRXaVVRQ09MajR4Y3VYQ2hqdGttcTZsWUwzVFNydjhQRHcwbmpCZzBOamJWcjE2NWR1N2Erdm43bHlwWFoyZG43OSsvbjgvbkRoZzFidm55NWlvcEtVRkJRYUdnb244L1B5TWlBbDlOb05CYUx0V2ZQSGdWM0J0NjNMVGxoZi83NVoxSlNVdmZ1M1VtUm1wR1JzWHIxYWhtZEJOVFcxc3A0UUdSbFpXM1pzbVhUcGsxc05sc2dFSmlabVpHM2tieDJYMS9mang4L2VucDZrcjhjZnZ2dE42aCtMUktKWUxtVGpFc05HalJvK1BEaFhDN1gxOWVYR2krOGMrZk9xVk9uQkFLQnZiMzlpaFVyb0QvOFRSVVhGME51R1d5R3VIanhvcmUzTjlac1Jqb2ZLSzJRemsrZlBuM09uRGtqczk4YnBoTnlXdUp5dVdmT25HbDI0eHRVd3Brd1lRSzFzYmEyTmpJeU1qdzh2TGEyMXRUVTFNdkxpOXpaVGhDRWs1TVRtODNlczJkUFUxTlRVMU5UUVVHQlJDSlp2SGl4ZzRORGp4NDkxTlhWMnl0cEJxNUNLQlJhV1ZrOWZ2d1lKQTZielNiUEQxY04rOWZBSzVMSlpDWWxKWjAvZno0cEtVbExTMnZseXBYMTlmVjc5dXdCMzBzV2l3VmVSNlNEd05hdFd5R0hYZWF0eFdKeGRYVTFqVWI3SjY2TDVPUEhqemR2M3J4ejU0NVFLTlRYMS9meDhSazZkQ2kxZzRtSnllTEZpdzhjT0VDajBSU2tzYmRhNkVZK056d25KeWN4TWRIVzFwYjBKNlBUNmV2V3JWTlZWVDE3OXV5ZE8zYzRISTZQanc5cHgycHRiYjFyMTY2OWUvZVNIaGJaMmRsV1ZsYUtMeERFY1Z0V3gzcjI3QmtkSFoyZW5nNFB1Vnl1cTZ1cmtaSFJyNy8rMnFOSER5NlgyNWFiLytMRml5RkRobGhhV3RyYTJwS044QzFxYkd4a3NWaWJOMittOWpjMU5YMzE2aFVwRmxWVVZIcjI3RWsrNitmblI2MWc4L0hqeHhNblRpUW1KcXFxcW5wNWVVMmNPSkg4bGRLdFc3ZlMwdEtyVjY5U0t5YytlL2FNK2pzQlFUb05LSzJRemc4MWR3cVFTcVhnNmtsOXFpVkRBUWFESWFPcmFtcHE1czJiSnhRS2JXeHMzTnpjNUZOSndFZ3BMQ3hzNzk2OUkwYU1tREpsQ3N3eGJjK0NhaU13TVZ0WVdFaWwwc1dMRjd1NHVQVG8wYU10ZnA0OEh1L3AwNmViTjIvVzBORFEwTkRZc0dHRHI2K3ZuWjJkcDZlbm5wNGUyREY0ZUhqRXhzWlNmWWxJVkZSVW5KMmR3V2lBUnFPMSszVUJ1Ym01cTFldkZvdkZscGFXWThlT0hUWnNXTE91QWFOR2pjclB6My8vL3IyOFc1SlFLR1F5bVc1dWJvcnZTZCsrZmVWM2RKNDhlZExJeUVnbVZiOXIxNjZYTGwyS2pvNGVPM2JzN05tendaK2R4TlRVOU5DaFF3a0pDZkh4OFptWm1aREVyUmlRTlczSnBobzRjT0RCZ3dmdjNMbHo5T2hSWldYbDVjdVhNeGlNUVlNR1VUVjlHNkVHaWlRU0Nmd3ROSnVyUG5UbzBLRkRoNzUrL1Rva0pLU3VybTdod29WVUxVVTl2blhyMXZuejUwVWkwWmd4WStiTW1VUHVsQVJtejU1ZFVsSkMyb2VDSmw2NWNpVWFYQ0dkRWhvV0hFQTZDRDhmUHY3ejRXTUVRZmg0ZWZwNHpmNUgzMHNvRk42OGVkUEZ4ZVd6VXowU0VoSXNMUzBWMUhvRFJDTFJQMXFQQlZib1dscEhVd3haaFJlb3I2L3ZnUE5jWW1LaXVibTVUQVc2dHBPUmthR25wd2RpVVVHZlptTkxrWkdSZG5aMjh2NmZwYVdsVENaVHBvRDNaL1BycjcvYTJkbVptNXUzUFZmOTh1WExkbloyVkhmMUwwRWdFSncvZng1TVloVjBpNCtQMTlYVlZmQk5pNGlJS0M4dmQzTnpVK0NZK2s5dzV2ekZNK2N2RVFUaHYyU2gvNUlGLytaYkkwaExvTFJDT2dyL3ByUkNFS1J6Z05JSzZZQjhhVzAxQkVFUUJFRVFoQVNsRllJZ0NJSWdTTHVCMGdwQkVBUkJFS1RkUUdtRklBaUNJQWpTYnFDMFFoQUVRUkFFYVRkUVdpRUkwcDRrSlNXUnBlVkk4dkx5b0k3UVowQTExbnIrL0hsYVdsb2I5elUzTmpidTNMa3pQeisvTFoxRkl0Rm5qeEJCRUlRS1Npc0VRZHFUL1B6OGRldldCUVFFeE1iR2toVlVpb3FLQWdJQzFxMWJsNWlZS0ZOTVVESFoyZG4rL3Y2azZCR0x4WnMyYlZxNGNPSDkrL2RiZmEyU2t0S1RKMC84L2YxRFFrSkloL1NzckN5WkdueFZWVlVSRVJHTEZ5OWV1WEpsUWtMQzM3bFdCRUdRWmtBM2RnUkIyaE1ta3dsRzZpa3BLYmEydHVDWUNvMVpXVm4xOWZWUUNucnExS21Pam83eXBXbGt1SHYzYmxsWjJabzFhM3g4ZkZ4ZFhhRzJuVWdrYW9zRk9XbldxcVNrUlBwWVJrUkUvUHJycng0ZUhsVlZWWGw1ZWRuWjJYbDVlV1FZYk0rZVBSczNidndNZjNNRVFSQVNsRllJZ3JRbjRQQ3VwcWEyYXRVcXNwRlVPZHUyYlV0SVNEaDgrUERldlh0djNMZ1JGQlNrd05hOHNySXlQajRlS2lHcXFLaElwVkoxZGZVK2Zmb1VGQlMwVkJCUVppUTBHazBxbFE0Yk5vd3M3YUtrcEpTVGt4TVNFZ0lQTlRRMGV2WHFwYW1weWVWeTFkVFVXQ3hXWGw3ZWdBRUQybElzQ0VFUXBGbFFXaUVJOGtXSVJLTEl5TWdKRXlhQXFHcTJTREFabldJeW1TNHVMbVZsWlRkdTNNalB6ejkxNmxSZ1lHQkxaLzd6enoraGJ2SFNwVXZ0N095Z2NjaVFJYTlmdjc1Ly8vNmtTWk5hSFJ1RHdTQXJIemMwTktpcXF2NGY5dTQ3cnNtcjd4LzRDWmxzWmFPb0RCR1VKYzZpNHQ2NHFyWE8xbTJsYnEyZzFBRU9WSXExV0tuaXFGVmI5WGExZFNBdVVGRVJWQkJFUldXb0xHVlBRMExHNzQvVDUvcmxDUkJqelhNbnRaLzNIL2NyWE5lVkt5ZUIyM3g2eHZmUWx0amIyd2NGQlZsYVd2NmZia01FQVA5T21Hc0ZBQi9rMWF0WGUvZnVYYk5tRFoxRTFlZ1luMUxlK3VLTEw5cTJiVXMzTG16cXRtVmxaZWZPblNPRWRPN2NtY2xWZERObURvZHo4dVRKbXBxYWQ3YU5lZDNEaHc4dlhicTByS3lNSHRIWDE3ZTF0VVd1QW9EL0M0aFdBUEJCSEIwZCsvYnQrL0RodzJYTGxyMSsvYnJSYllhVkRuSTRuRGx6NWhCQ3pNM05tN3J0d1lNSFJTSVJqOGVqVnpMTXpNeDhmWDByS2lwMjd0elpjS2xnYm03dTFLbFRSLzZQdXJvNlFraEVSTVR4NDhjTENncFdyVnBWV1ZuNXdlOFlBRUFWUkNzQStGQmZmUEVGaDhONTgrWk5hR2lvbWs5cDM3NTk1ODZkWTJOakcxM3JsNUtTRWhzYlN3aVpNMmRPeTVZdEc3NGNqOGU3ZGV2Vzd0MjdaVEtaNHFsV3JWcHQzTGl4VTZkT0kwYU1HRHg0TUQzWXNXUEhVYU5HalJvMXFrdVhMbmZ2M2xYUnF1ZlBuNnZaZmdDQXBxQS9IQUErbEpXVmxZK1BUM3g4ZkU1T1RrRkJBU0drdXJyNml5KytZQzVncWpETW1UT0g5bURKWkRJNmdQampqejhhR2hyNitQZ3dGNzk1OHlZOFBKd1EwcXRYcjZGRGh6WjhPVXRMeTltelovLzAwMC9SMGRHdlg3OWV0R2lSWXUrWHZiMTlTRWdJSVNRNU9mblNwVXVFa0Q1OStnd2NPSkNlbFVxbDU4K2ZsOHZsSXBGSTZiYkp5Y2xidG13Wk8zYnN0R25UTlAwSkFjQy9DS0lWQUdoQTc5Njk0K1BqemMzTmJXeHM2QkV6TXpPNVhHNXBhY25uODB0TFN4OC9ma3dJcWF5czlQYjJOakl5VW56dW5UdDMzTnpjVEV4TUNDRjFkWFdiTm0ycXFxcHljbkphdUhCaFV5OW5aMmRISHlRbkozLzExVmQrZm42REJ3OVc2dDlpS3BmZXUzZXZXN2R1OVA1MGZsVkdSc1pubjMzVzZKMVBuandwRUFnbVRKand3UjhKQVB4TElWb0JnQVowNmRLbFQ1OCt3NFlOeTgzTnBjVVhJaUlpbUxOWHJseWgwWW9RTW1qUUlGOWYzMFp2SWhLSlFrTkRjM0p5YU4vVnNtWExtbnE1NHVKaXhXZWRQbjM2OU9uVHRyYTJlL2JzWVk2bnBLVFFCN2R1M1VwTlRaMDNiMTZmUG4zbzlDd0xDNHMrZmZyUXM1Y3ZYNjZxcW5KemMzTjFkYVZINnVycWlvdUxWVlNGQUFCUUFkRUtBRFNBdytIUVFsYkp5Y2tOejVhVmxkRnJKQkpKUmtaR285R3FxcXBxL2ZyMVQ1OCs3ZGF0MjVBaFEvYnQyMmRwYWFtbnAxZGNYRXpqbXFlbko3T21Mejgvbng3cDJMSGpzV1BIeEdLeHVibjVnQUVEbUx1OWZ2MmFtVGhsWkdSVVUxTVRIaDdPNS9OcEtmWVdMVnBNbno2ZG5rMUtTcXFxcXZMMjlrWlBGUUJvQktJVkFHaUdUQ1k3ZlBqd3laTW5HNTZpMmNqTHl5c2pJK1B1M2J0S2kvNm9zTEN3bkp5YzJiTm4wNEpWVE1HRjMzNzc3ZGl4WXdZR0JoczNicVR6dE9ycTZzYVBIMDhJR1RGaWhJK1BqNit2NzMvKzg1OFpNMmJRSVQ4cVBqNmVlVHh1M0xnalI0N1UxOWZmdjMrZnp2cFNwK0lvQU1EZmcyZ0ZBQnBRVlZXMWJkdTI1T1JrZ1VCQVN4NG95c3JLSW9RNE9UblYxOWVucGFXOWVQSEMzdDVlNlpwSmt5YVptWm5aMnRvMjlWeW1nc1BidDIvcEExb3ozY2JHWnZIaXhZcFBrY2xrTVRFeHpJL05talh6OWZXTmpZMzk1Sk5QenA4L1R3Z3hOVFZsenFxNTJUTUFnSnBRZkFFQVBsUlNVdExDaFF1VGs1TmRYRnltVEptaWRMYWtwSVQyV3JtNXVYbDZldEtkQVJ2ZXhNM05yV0d1RW92RmREYTZ0N2MzYzVBcE5NcHNYNk1rTVRHeHFLakkxdGFXNloyYU9YTm1RRUJBNTg2ZDZkQ2ttWm5aaDcxakFJQW1JVm9Cd045WFZWVVZIQnk4WWNPR3NySXlHeHVidFd2WE5vdzdpWW1KZEI5QVQwL1BMbDI2RUVLdVhyMWFVVkdoenYzdjM3OVArNmg2OU9qQkhHVHFzQnNZR0RUNnJGT25UaEZDdnY3NmE2WTB2S21wcWErdnIxd3V6OHZMb3dVYW1JdlJhd1VBbW9Wb0JRQi9uNG1KQ1kwdmZENS96Wm8xaXJPZEdMUzRsSyt2TDRmRGNYSnlhdDI2ZFYxZDNXKy8vYWJPL2VsZU41NmVub3FGRldoQkxMb09zZUZUYnQrKy9mVHAwOUdqUjNmczJGR3BvR2gyZGpZdForWHM3TXdjUkxRQ0FNMUN0QUtBRDdKa3lSSXpNN05aczJhMWJ0MmF6bk5TUEp1Y25KeWRuYzFpc2NhTUdVT1AwQ3FnTVRFeFNVbEpxdStja3BLU2xwWkdwMkVwSGk4dkw2Y1BtalZyMXZCWlo4K2VkWEZ4WVJZQUtqWXBJU0dCRU5LNmRXdW0rQmFpRlFCb0hLSVZBSHdRRXhPVDRPQmdwbXk2WWxLUlNxV0hEaDBpaEF3Wk1vVHBkaG84ZUREdDNOcTJiZHV6WjgrYXVtMWxaZVhPblRzSklYMzc5blYzZDFjOFJZdGFtWnViTjdxLzhxcFZxNEtDZ3VncDJoZ2FyVVFpRWUwL0d6RmloT0wxaXRjQUFIdzRSQ3NBK0ZBT0RnN004ajNGcEhMcTFLbXNyQ3dMQ3d2RlBpUStuejkxNmxTNjBPL2JiNzlWckpMQXFLcXFXcjE2ZFZGUmthT2o0NElGQ3dnaHFhbXB1Ym01WXJGWUpCTFJ5VnNOMXhoU0ppWW16Q3gxMmd6NnY2ZFBueTR2TDNkd2NHQTJ2YUZvcFN0bUt4NEFnQStFNGdzQW9FbE1Va2xOVFQxNjlDaWRnMlZvYUtoNHpaQWhRMkpqWXpNeU11cnE2c0xDd2k1ZnZod1NFc0tFczR5TWpLMWJ0NWFVbEhoN2V3Y0dCdEpWZnJ0Mzc2WXowTGxjYm4xOXZkS2F3YWJRd0NTVHlYSnljazZjT0NFUUNMNzU1aHN1bDZ0NERRMWVpRllBb0Nub3RRSmR3ZVZ5NklSb2lVU0MwWmwvTGhxdFJDTFI1czJiZVR6ZW1qVnJIQjBkbGE3UjA5TmJzV0lGM1VtUXcrRlVWRlRRMzNoMWRmV2VQWHRXcmx4WlhWMDljK2JNZGV2V01abHMvZnIxbzBhTklvVFFYR1Z2Yjkvb3pzME5XMEp2Uy9kN1hyMTZOWjBRcGdqUjZwOUxKcGZYU3lTRUVCYUx4ZVdpcHdCMEJmNFdRVmRZV2xnSUJQeTNiNFhsRlpWaXNiaXBra1dnNDJqMG9RTnpLMWV1YkppcktDc3JxNkNnb09QSGp5OWZ2cHlaamY3ZGQ5ODlmUGl3WDc5K2t5ZFBWdHJDejlMU2NzNmNPWHcrLzhTSkU3Nit2dlBtelh0blJYVW1XaDA1Y29UUDUzLzc3YmRlWGw2TlhtWmlZc0pzSUFqL0lKSjZTWGw1SmUzTHRMU3cwSFp6QVA2Q2FBVzZ3c0xjVE1BWHZIMHJ6TXJPcWE2dVFiVDZoL0wwOUR4NDhHQmFXcHFQajQvcTlPUGg0ZUhoNGFGNFpNYU1HVVpHUmlyMlJSNHpaa3lmUG4zYXRHbWpUa3ZrY3ZuUW9VTUhEQmdnbFVwNVBKNWl3UVZGa3laTkdqQmdnTDYrdmpyM0JKMGlyQk5tWm1jVFFuaGNyb1U1eXNDQ3JtQmg0VEhvaUdmUHMrWXVXUElxTjQ4UTRqOW54ckJCQTVvM2I4Yk12d0VBWU1qbDh2S0t5dGpyOFQvczNFMElzYkF3LzNWL1ZEdG5KMjIzQzRDZzF3cDBpSU45NnlFRCsrODljSWdRc3YvZ3I4a3BxZTV1N1Z2WnRUVDYzek9nQWVCZnJycW1KamUvNFBHVHA4a1AwdWlSWVlNSE90Z3J6NklEMEJiMFdvRU9FWW5FdzBaLzl1SlZMdjJSeFdLeDJXdzlkRndCZ0FLWlhDNlZTcGt2THdmN05qRi9uc1EwZHRBZGlGYWdXd3Bmdjk0U0huSHR4czNxLzlrbkRnQ2dVWVlHQmdQNzkxbTJjSDZyVmkzVnVCemd2d1RSQ25ST1ZYVjEvTTNiejdOeVNrcExTOHZLaFVLaHRsc0VXaVo4V3l0OFcwc0kwVGN3MURmQUFQRy9uYjVBWUdGdWJtYlczTW5Sdmw4ZlgyTWpJMjIzQ09CL1FiUUNIU1dWU2lVU1NiMUVJcE9peHRXLzNjR0R2L3p5eXkrRWtPblRwMCtiTmwyTlo4REhUSSt0eCtWd09Cd09tODNXZGxzQUdvSEJhZEJSYkRhYnpXYS9zM1lSL0Jzd2Z3WjhQdC9FeEZqYnpRRUFVQVhWMkFFQUFBQTBCdEVLQUFBQVFHTVFyUUFBQUFBMEJ0RUtBQUFBUUdNUXJRQUFBQUEwQnRFS0FBQUFRR01RclFBQUFBQTBCdEVLQUFBQVFHTVFyUUFBQUFBMEJ0RUtBQUFBUUdNUXJRQUFBQUEwQnRFS0FBQUFRR01RclFBQUFBQTBCdEVLQUFBQVFHTVFyUUFBQUFBMEJ0RUtBQUFBUUdNUXJRQUFBQUEwQnRFS0FBQUFRR01RclFBQUFBQTBCdEVLQUFBQVFHTTQybTRBQU1EL0loUUtMMXk0VUZsWnlSeEpTVWxoSGh3NGNJQTVibUJnTUhyMGFJRkFvSTFtQWdBMGppV1h5N1hkQmdDQS8wOHVsd2NHQmw2OWV2V2RWL2JvMGVQSEgzLzhyelFLQUVCZEdCQUVBTjNDWXJHR0RCbWl6cFVqUjQ3OHYyOE9BTUQ3UWJRQ0FKM1R1M2R2QXdNRCtsaXBaNTM1MGNEQW9HL2Z2dHBvSFFDQUtvaFdBS0J6dUZ6dTBLRkRtUitaT0tVWXN3WU9ITWpqOGJUUk9nQUFWUkN0QUVBWGpSZ3hnc05wY3AwTmg4TVpQSGp3ZjdkRkFBQnFRYlFDQUYzVXVuWHJObTNhTkhYVzN0N2UzdDcrdjlzaUFBQzFJRm9CZ0M0eU5EUjBjM05qZnBUTDVZcWpnZTd1N3MyYU5kTlMwd0FBVkVHMEFnQmR4T1B4UEQwOUJRSUJpOFZTUE01aXNlZ3BmWDE5N2JVT0FLQkppRllBb0tPYTZwb3lNREJ3ZDNmWFJvc0FBTjROMFFvQWRKU2pvMk9yVnExb1R4VTlRaC9ZMmRsaG9oVUE2Q3hFS3dEUVVXdzJlOUNnUVEyUCsvbjVzZGxzYmJRSUFPRGRFSzBBUUhjTkdUS0VwaWltNDRyTlp2djUrV203WFFBQVRVSzBBZ0RkWldSa3hKUmNwK21xVDU4K2hvYUcybTRYQUVDVEVLMEFRS2NwYmhUSVlyRlFLUlFBZEJ5aUZRRG9ORmRYVnhzYkcvcTRSWXNXcnE2dTJtNFJBSUFxaUZZQW9OT01qSXc4UFQxcDFWQlBUMDh6TXpOdHR3Z0FRQlZFS3dEUWFRS0J3TTNOamNmamNUZ2NOemMzQXdNRGJiY0lBRUNWSm5jL0JRRFFCU3dXeTlQVDA5VFVWQ3dXdTd1N0t4Vm5Cd0RRTlloV0FLRHJYRjFkcmEydGhVS2hpNHVMdHRzQ0FQQU9MTVVkVHdGMFJGVlZWZmFMVndXRmhZV0ZiMnBxYTdYZEhOQys5TFFIVXFuVXk3dXp0aHNDMm1kZ29OK3loVzBMR3hzSCt6YW1waWJhYmc2QU1rUXIwQzB5bWV6R3pkcy83dDViV1BqNnJWQW9GQXJyNnlYYWJoVG9BTG1NeFdMSkNVWURnWEE0SEFNRGZYMkJ3TXJTY3VsQ2Y5K2VQcWpPRHpvRjBRcDBpRlFxRGY5aDU3NWZEa3VsVW0yM0JRRCtBZGhzOXZTcGsxZCtzeGpwQ25RSDVscUJEb20rZUdYdmdVTXltWXdRWW1SbzZPWGgxcUtGamJHUmtiYmJCUUE2cEthMk5qKy9NUDF4Um1WVmxWUXFQWEQ0TjNjMzE5RWpobXU3WFFCL1FiUUNYWkZmVUxoNzN3R2FxN3k5UE9aL05jdld4dHBBWDUvTDVXcTdhUUNnUStycjY5OEtoYS9mRk8zZTk4dmQreWt5bVd4SFpGVFh6cDFhMk5wb3Uya0FCSFd0UUlla1BrelBMeWdnaEppYW1penluK1BhenRuVXhBUzVDZ0NVY0xsY1V4TVRGK2UyM3l6K21rNWpmMTFVOUNEdG9iYmJCZkFYUkN2UUZaV1ZWV0p4UFNHa2MwZFBXeHRyYlRjSEFIU2R1WmxaNTQ2ZWhCQ3BSRnBaVmFYdDVnRDhCZEVLZEVWbFZaVllMQ2FFV0Z0YkMvVDF0ZDBjQU5CMVhDN1gwdEtDRUNLUlNxc3FxN1hkSElDL0lGcUJyaENKeEhTaWxiNkF6OEZpSHdCNEZ6YWJiV2hnUUl1MjFJbEUybTRPd0Y4UXJRQUFBQUEwQnRFS0FBQUFRR01RclFBQUFBQTBCdEVLQUFBQVFHTVFyUUFBQUFBMEJ0RUtBQUFBUUdNUXJRQUFBQUEwQnRFS0FBQUFRR01RclFBQUFBQTBCdEVLQUFBQVFHTVFyUUFBQUFBMEJ0RUtBQUFBUUdNUXJRQUFBQUEwQnRFS0FBQUFRR01RclFBK1ZINSsvb2ZmWk0rZVBYbDVlZS8xbE56YzNPdlhyMHNra2c5L2RVS0lTQ1E2ZlBqd085dFFXMXY3d3c4L05IcFpVbExTdm4zN2lvdUxOZEllMVNvcUtuYnUzUG5xMWF2M2VsWjlmWDFxYXVyZmU4Vjc5KzRsSmlhcXVPRFJvMGUxdGJYdnZFOTBkUFRObXplVkR0YlYxUjA4ZUxDc3JPenZ0UzA5UGIyK3Z2N3ZQVmRSV0ZqWWdRTUhDZ3NMUC94V0FQOW03T0RnWUcyM0FZQVFRaEx2M2srOGU0OFE0dTNsNGUzbHFlM212SWR2di8zMjRzV0xVcW0wZWZQbTMzLy9mWFYxZGR1MmJWa3MxbnZkWlB2MjdhZE9uY3JPenJheXNyS3dzRkRuS1hsNWVldlhyNzl5NVVwOWZYMnJWcTM0ZkQ1ejZ2VHAwNy8vL3J1NXVibWxwYVdhRFdDeFdHdldyRGwvL254eWNySyt2bjZiTm0wYXZVeFBUMi96NXMzUjBkRXZYcnp3OXZibThYaUs3ZG03ZCsvNTgrZExTa282ZCs2c3A2ZDM1c3lab0tDZ0NSTW1OUFdpaHc0ZGF0bXlwWUdCQVhNa1BUMzl5cFVyenM3T0hBNUhSV3RGSXRGMzMzMFhIUjJka1pGaGEydXI1aWRHQ0prN2QyNXljcktKaVVuTGxpM2Y2M2VVbFpXMWVmUG0xNjlmNStUa1BHemd3WU1IdTNidGlvK1A5L0x5TWpVMVZYR2ZYMzc1NWZUcDA2OWV2WEozZHhjSUJNenhkZXZXblR0MzdzMmJONjFhdFRJeE1WRy9ZY1hGeFV1V0xJbUppZEhUMDJ2YnRxMmUzdC8vRCtZSER4NmNQWHMyT2pyYXhNVEUyZG41YjkvbnZ5a2w5V0ZLNmtOQ3lDZmR1bnpTcll1Mm13TkFDQ0dxL3ZFQ0FIV1ltWmtsSnlkSFJVVTlmZnEwcXFvcUtpb3FMaTV1K2ZMbExWcTBVUDhtTkVrOGVQQ2dkKy9lcnE2dTZqeUZ5K1VTUWtwTFMrUGo0M3YxNnFYNGZXeGpZM1BvMEtHRWhBUlBUODhGQ3hiWTJ0bzJkWlBVMU5UQ3dzSkJnd2F4Mld3K255OFNpVnEwYU5HeFkwY1Y3ZVJ5dWZYMTlTMWF0REF5TWxJOFJiT2RSQ0xwM3IwN204MG1oRHgvL2x3c0Z1L1pzNmZSRUZOZFhSMFhGM2Z6NXMzUTBGQW1HMVZXVmg0OWVqUTJObmJseXBWdDI3WnRxaGxNZ0tpdXJyYTJ0bjdYUi9VWE5wdk41WEtmUG4wYUhoNyszWGZmT1RnNHFQbEVRZ2dOa1hGeGNTcXVLU2dvK1AzMzN4Y3ZYdHpVQmJXMXRZOGZQNmEvNkpzM2I0NFlNWUllWno3VjdPeHMxWm15SVV0THkxbXpadTNkdTNmLy92M0p5Y25yMTY5WDg0a0ZCUVZGUlVXS3YydC9mLytDZ29LMHRMUlRwMDROSHo1YzZmcEhqeDY1dXJyUzN5d0FxSUJvQmZDaG1qVnJSbnQ5RmkxYVZGRlJzWERod21mUG5xMVlzZUxISDM4ME16TlQ4eWIwbTN2Z3dJRzllL2RXOHlrMFdoRkNGaTllVE1PVFRDYVRTQ1E4SHE5SGp4NkxGaTNhdm4xN1dscGFaR1RreG8wYm03cEpabWJtTDcvODh1ZWZmMzc1NVpmMFczUGt5SkhHeHNhSzExUlZWZkY0UEthTGhjUGgxTmZYdTd1N0s5MksrZEx0MnJVckhYMjdmLzgrSWVUczJiTXEza1ZoWVdGUVVCQ1RybnIyN05tbFM1ZDc5KzRGQlFWRlJFUTBGUXFaL0RGZ3dJRG16WnMzZWsxTVRFekhqaDF0Ykd5VVByVDYrdnFwVTZjeXVVb2tFa1ZHUm43MjJXZXRXN2RXMFU3Nmlsd3U5OUNoUXczUFhyOStmZmZ1M2RiVzFvc1dMVkp4azRTRUJEcUF1M1RwMHU3ZHV6ZHMyTWlSSTlWUGlveFJvMGFscEtUY3UzY3ZKU1hseVpNbjdkdTNWN3FncEtTa1ljZmVyNy8rbXB5Y1BHREFBTVdEOU8rd3FLaG83OTY5aXNkcER2Ynk4Z29NREZUNjh3QUFKWWhXQUdxcHE2dFRITDVSUkwvYTVYSzVUQ2F6dExTY09ISGkvdjM3cTZxcUVoTVRuWnljMnJWcnA4NzlWWFFHUEhueXhNSEJvZUdyTTlGS0pwT2xwcVo2ZVhtZE9YUG0wS0ZEVVZGUmhCQVBENDlPblRvbEp5ZXoyV3htL3RQZXZYc2RIUjBuVHB6STNPVDU4K2VFRUtGUWFHaG9xTmlHQnc4ZTNMaHhZOEdDQlhwNmVqazVPVnUzYmgwNWN1U0lFU09NalkyYkduSlNQQzZSU002ZVBWdGRYVTBJaVlxS3VuNzlldCsrZlcxdGJXdHFhcmhjTHAvUHI2dXJtejE3ZG1WbHBiZTM5OGlSSXhVSEZyLzQ0b3Q3OSs0SmhjTGs1R1EvUDcvMy9iZ1lLU2twVVZGUkF3Y08vUHp6ejVtQlVmcEVmWDE5NWpJK24zLzkrdlc0dUxoUFB2bGsyclJwZG5aMmpkNk5DWE5LZlhYTVRlZzFxZ2NaYWFlWGc0TkR0MjdkbEU0MStzVDgvUHlXTFZ1Kzg1MFNRcVpPblhydjNqME9oOU13UXFXa3BHemN1SEhtekptS0gyWnhjWEZpWXFKWUxENXo1a3lqTjJ6MGVHcHE2dkxseTlldVhkdlVwd1FBaUZZQTZzckl5UGpsbDE4bVRwem83ZTJ0ZElvWmlhdXFxakl4TWVuVHA4L0Jnd2ZsY2hBb2YwNEFBQ0FBU1VSQlZQbXhZOGZxNnVwQ1FrTFVHZUJyNmlzNU9UbDU0OGFON2R1M1g3Tm1qVUFneU1qSWlJK1BwNmZldm4xTEg0U0hoeGNVRkV5ZVBKbE9aNTQ1YzZiU0hSU1BKQ1FrdkhqeFl1blNwWHcrWHlhVFBYcjBpQkJpYm01KzllclZ1cm82UXNqUm8wZU5qWTF2Mzc1ZFYxY25rOGtXTDE3TTRYQ3FxNnVQSERtU25wNGVFaExTMUZ0Z29sVldWdGJXclZ0cG5tdmR1blZaV2RtUkkwZE9uejQ5YTlhc3g0OGZKeVVsRFJnd3dNaklxTEt5Y3U3Y3VTTkhqbFM2ajZPam83MjkvY3VYTDFWOGJvcWpacVdscFNkUG5wdzFhNWJTVUpxQmdZRkVJcmw4K2JLMXRmVm5uMzNXMUsxb01CSUtoVUtoME56Y3ZLbHI2QytJZGl5cHVKVUtoWVdGYVdscGhKRHg0OGVyTTgxcjkrN2RWNjVjQ1E0T2RuZDNmL0xreWJGang5NzVGSWxFc25QblRxV0Q2ZW5wWXJGNDkrN2RoQkNhcm9xS2lvS0RnOFZpc1l1TFMzaDRPTDBzTXpOejZkS2xkSUQ3KysrL1Yvd29pb3VMNTh5Wkk1VktWNnhZMGJGangwYkRKUUF3RUswQTFDSVFDTEt5c2padDJxVGlHcVZNUXhkOHJWdTNqcWFySTBlT0hEMTZWUFdybkQ5Ly92ejU4dzJQcDZXbGJkaXdZYzJhTlM0dUxwY3ZYNzUwNlpMaTJZS0NBa0xJa1NOSGFPWll0R2pSczJmUENnc0wrL1RwbzNqWjhlUEg4L0x5ZUR5ZW9hRmhWbFpXaHc0ZDB0TFNLaW9xT0J4T2ZuNStmbjQrWFdYMjhPRkROcHZOWnJNTkRRM3YzTGxqWW1MU3MyZFBldWZnNEdDbCtKS1VsTFJueng2WlRFYS8xK25CZ0lBQXNWaE1DQms2ZE9qbm4zKytidDA2MnUxMzhlTEZVYU5HRlJRVW5EbHpoc1ZpT1RnNDBEczN0R3pac29xS0NnTURnNHlNRE5XZldHRmg0Wm8xYTNKemMydHFhcFl1WGFyWWMwYWI2dTN0clRwWE1WZjYrdm9xOW1ZMVNrOVBqNWtncGVqVnExY1BIanhRL1Z3Nk1HcHJhNXVkbmIxOSszYWxzL1REMzdsejUwOC8vYVI0SkRnNG1LWXJMeSt2QXdjT0dCb2FtcGlZS0hVYzBqV3FKaVlteHNiR2I5NjhVYm96MDJOMzd0dzVLeXVycmwyN1hydDJMVGMzbHhBeVpNZ1Fla291bDlQczFicDE2N0N3TUVORFE4VTdQSHo0VUNxVjByOURYMS9mOTEyaUFmQnZnMmdGb0JabXhNckh4MGRwZm5wbFplV1ZLMWNJSWYzNjlXdDBjbFZhV2xyYnRtMG5UNTdNWXJIdTM3OXZaMmVuK05VbGtVaWlvNk9aSDQyTWpQcjM3OTlvRzFKU1VueDhmQllzV0RCMjdGaHJhK3ZTMHRMWnMyY1RRaUlpSWh3ZEhXZk9uRmxjWE96ZzRPRHI2M3Y2OU9rWEwxNTA2OWF0YmR1MjhmSHh3NGNQMTlmWDM3RmpoNTJkM2RxMWE1a0pUTFRacTFhdG91TlRreWRQcnE2dURnME5aVmFIWldSa3VMcTZabWRuMDI0YlpnaVMwYTFidDVLU2tnc1hMbGhiVzlmVTFKU1hsOU0wUTgvU2dnNjV1YmxzTm52MDZORWpSNDYwc0xEbzJiTm5SRVRFalJzM2NuSnlGaTVjR0I0ZTNuQkMxY1dMRndjUEhxeW5weGNXRnFhNm1nTXpiblh0MmpXQlFEQi8vbndWRjM4NE5wczlaODZjaHNldlhMbWlPbHFWbDVkZnZIaVI5cEQ1K3ZyS1pMS1VsQlQ2bC9EcTFTczZ0NTBRSXBWS0hSd2NsT2J2SnlZbXRtM2JkdXpZc1gzNzltMzRCeWFUeVVhUEhrMDd3OGFNR2ZQT3R5QVNpZWdjT0VMSWpoMDdkdXpZb1hqMjFhdFhpdVBGU2k1ZXZNamo4ZWJPbmZ2T1Z3SDROME8wQWxBTE03bW5mLy8rbjN6eWllS3Bzckl5bWxGNjlPakJuTnE4ZWZQNDhlT1Z2aU1uVFpvMGFkSWtwVHNyNWlvV2kxVlRVek53NEVBVmk5ZFlMRmFqODIrKy9QTEx6TXhNUHorLy9mdjN2M2p4Z2hDeWE5ZXU3dDI3Snljbi8vbm5uMjNidG0zV3JObjY5ZXRwSDRaRUlpa3BLYmwrL2JxUGo0K1hsNWRJSkdMdUk1Rkk2SSt4c2JFLy9mVFQvUG56WFZ4Y1ZId3l3NGNQcDZ2Sk1qSXlWcXhZUVFoWnZYbzFyY1dRa1pFUkVSSEI0L0VDQWdMS3k4dm56Sm5UcjErL2NlUEdmZlBOTjF3dTkrclZxMVZWVmZmdjN4OHhZa1JlWHQ3Ky9mdHA3NWRJSkhyMDZOSGx5NWY5L2YwM2I5NTg4dVJKQndlSGhvTlE0ZUhoY3JsODRNQ0Jpa08wbFpXVnFtc2ZmQ0NKUk5Ld3c0bDJucWwrNHUrLy8wNTc4bDY4ZUJFWkdibDU4K1laTTJiUVUwcUxERmdzVmxNQnNkSGd6b3dMTnp3cmtVZ2FyamZrOC9ucjE2K1BqSXprOC9uMFB4aEtTa3B1Mzc1TjF4OHdNVGN6TTVNR3ZrNmRPaW5Ock1ySnlYbXZ4WlVBL3phSVZnQnFZWVpnRkNkUTA2K3U1czJiY3pnY2lVUlNXbHBLaitmbjU5KytmZnZ1M2J0ejVzd1pObXlZaXR1S3hlTGp4NDh6UC9idjN6OCtQdjdZc1dPclZxMTZyK2JWMXRiVzF0Yk9tREVqTGk3dTNMbHpoQkF2TDY5Rml4WlpXVms5Zi81ODQ4YU5kTHI2NzcvL1BudjJiRDA5dmV6czdPWExsOU9wVjByalpRRUJBWW8vN3RxMWE4cVVLZS9WbU9MaTRzT0hEOU1wMjgyYk53OEtDbkoxZGIxeDR3YWQrVlJjWEJ3VUZMUmd3WUxYcjE4L2Z2eVlMbWV6czdQcjNidjM5dTNiRFF3TWFOK1lXQ3d1S0NnWU1HREEvUG56MDlQVDNkemNsTWFodG0zYkpwZkxuWnljMUY5VHFacGNMbGZubWtZTGg2cXUyRmxXVnFZWW9GZXVYTWwwZ2hZV0ZpWWxKVEduSEJ3Y25qOS9UanNMMVd3MlhTdEFLMjRvSHMvUHp3OE9EcDQ3ZHk1ZHNLbUl6K2N2VzdhTVBoYUpSSUdCZ1lRUVkyUGpRWU1HMmRqWVdGdGJGeGNYWDd0MmpSRGk0dUt5ZXZYcWhyMlZBS0FDb2hXQVdtaUhpbUswa2txbG9hR2hOalkyYytiTXNiUzBMQ3dzWkxvdXJsKy9Ucjl1ang4Lzd1Ym1wbUpWLzRVTEYyZ2cwOVBUazhsa2hvYUdQWHYyakl1TG95disxR3piOGVQSFUxSlNoRUpoWVdFaG5kRFRyMSsvaFFzWDBtOUVaMmZuOFBEd3dNREE0dUxpczJmUDJ0blpEUjgrdkYyN2R0dTJiZHUxYTFlYk5tMll1VHRuejU0Vmk4WDkrL2VuYXg2bFVpbDlzN1FQVEgzejVzMmpQVFJ1Ym00QkFRRzBONFUyeHNqSWFNT0dEZlN5eFlzWGYvUE5OOHpLeDM3OStuWHMyTEY1OCtZWEwxN2N1WE9uc2JIeGwxOStTUWg1K3ZUcHFsV3J1blRwc25UcFV2VnJhZWJuNTZla3BOQytOTVdjU3Z0NFRwOCtUYU9ENGtHbSswY0ZMcGZiNkhUeUsxZXVSRVJFTlBXc25UdDNpa1FpRHcrUGh3OGZLcVh6NDhlUHkrVnlmWDE5cVZRcUZvdTdkT21TazVQenh4OS9yRnk1VXMxM3lwU2twMWxaU1dobzZMSmx5M3g5Zlp0NitwVXJWMnBxYXZUMDlPaFlNRDNJWnJPbFVxbWVudDZubjM2S21WVUE3d3ZSQ2tBdGRCb3ZuWmF1ZEtxMnR0YmUzcjZ3c0pCdS95S1h5Mk5qWTJtTWlJeU1WQ3cxcnFTd3NQQzMzMzRqaEhUbzBLR21wdWJWcTFjc0Z1dlRUeis5ZnYzNkR6LzhzR1BIRGhVRmhDUVNDZjJlSm9UY3VuWEx5Y25KeGNYbDNMbHplbnA2TTJmT3BKTnZHSmFXbHZQbno2ZGJMekRiOHJScjEyN3k1TW5YcjE4Zk9YSWtIU1c4ZE9tU1dDd2VNV0tFczdPelJDSUpDZ3J5OXZhZU1HRkNRVUVCc3l5eEtXL2V2R0VtNEl2RllrOVBUNmxVNnVqb2VPclVLWHJ3OWV2WDlCUlRNQ2tsSmFXcXFpb29LR2pUcGsxMHlLblJDbFV1TGk2K3ZyN3g4ZkhmZlBOTmNIQ3dtb1ZZRFEwTkxTMHQzN3g1SXhBSWFtcHFtT08wYTBvc0ZqYzhTQ2VLYWR6bHk1ZnYzcjNyNHVMaTcrLy85ZGRmSzU3S3k4dWpmWHZqeG8yakk0WXVMaTRPRGc2M2J0MjZkKzllbHk1cTFSYW53ZGZFeEtSdjM3Nkt4Mk5qWTJ0cWFreE5UUlVMV3pUazUrZm41K2Nua1VpS2lvclMwdElPSFRwVVhWMU4vOXBsTXRtV0xWc01EQXg2OSs0OWV2Um9GRndBVUJPaUZZQmFhRGNNWFVkR0UwQnVibTVLU29xZW5sN0hqaDJMaTRzVEVoS3lzckpvN1IrNlNtdnc0TUVxY3BWRUl0bTJiWnRRS09Sd09QUG16YU5yNE9WeXVZT0RnNStmMzltelowTkRRNE9EZ3hXM3I2R2VQMzkrKy9idDJOaFlac3U1eVpNbm01dWIvL2pqajA1T1Rvc1hMMjQ0RDZhMHRKUVd1Nkx0WjQ1enVkenIxNi9UUGpZR00xUkVTMnFWbFpXcExqZVFtWmw1OXV6WjY5ZXZNK256MUtsVFI0OGVQWG55Skszc29QUXhLaFZNS2lzcm8rbXFWYXRXVGIzRWpCa3pFaElTQ2dzTGc0T0RkK3pZMFZTQk1VVjVlWG4rL3Y3cDZla0RCZ3hRL0F6cFZQMkpFeWN5aStNSUlSTW5UclMxdFZWYVVObW85eTIrVUYxZHZXL2ZQbnQ3KzNYcjFqWHNGZHUvZnorZHQwNmpGVTB6bzBhTmlvaUlpSXlNVkozTEdjbkp5WVNRenAwN0s4MnZwL20rYjkrK1NyVkpsYng5K3pZN08vdkpreWNwS1NtUEhqMml2Yk9mZi82NXZiMTliR3pzdlh2MzNyNTlHeE1URXhzYnUyM2JObnQ3ZS9YZk84Qy9GcUlWZ0ZxWXlnSmZmdmtsbmRRU0hSMmRrcEppYkd6Y3IxKy85UFIwdW1kd2JtNHVIWkxqY0RpcXY0T1BIajM2OU9sVG1odVlNRVM3VDZaTW1SSWZINStlbnI1aHc0WlZxMVlwTGlmTXpzNys1cHR2NlBjZmk4V2kxM2Z2M3QzWTJOak56ZTNSbzBlcXE0Rzd1N3M3T1RreFB6S0ZMdWs4OUppWUdMRlkzTHQzNzJiTm1sVlVWTnk0Y1lQUDUwK2RPbFZGZDA1V1Z0Ynk1Y3RwZTB4TlRTc3JLK2xxeW1uVHBuWHUzTm5hMnJwNTgrWTFOVFd6Wjg5V25DbS9aTWtTcFNMZ3FsbGFXdmJxMWV2YXRXdUZoWVZQbno1Vlo2ZzBPenY3NTU5L0hqaHdZTGR1M1JyR1V5VTdkdXlZTzNmdTFhdFhyYXlzVkk4NXFsbDhnVlk0b3hPWXBrK2YzcU5IRDJOalk2Vm9kZnYyN1h2Mzd2RjR2S1ZMbHpLVHpTVVNTZS9ldlE4ZE9sUlNVaElSRVJFWUdLaDZUOERLeXNvblQ1NG9yc3FrM3I1OVM3dmxsQ1pnTVM1ZHVuVHIxcTI4dkx5aW9pSjZ4TkRRc0V1WExnVUZCYlF2YmVqUW9RRUJBVVZGUmNlT0hidDU4NlpZTEg3dzRFRk9UazYvZnYxVXRBY0FFSzBBMU1YMFdqR2xGR2xXb0xuSDFkWFYwTkN3dHJiMjRNR0RkRmJ5b0VHRFZPd1pmUDc4ZVRwN2ZkaXdZYU5HalZJNmEyaG91SERod28wYk45TGkxMHVYTG1YVzZEazZPbzRaTStiMDZkTjJkbll6Wjg1a05veXp0TFRjc21YTDFhdFg3OXk1WTJWbFJRaDUrZkpsYW1vcWo4Y2JPblNvNHMwZlBuellxVk1uK3BoK2JmUDVmTnJoRVJjWEp4YUx4NHdaNCt6cy9QejU4eHMzYnZCNFBGTlRVMlo2ZmtOT1RrNHpaODdjdDIvZmtDRkQrdlRwRXhRVXhKeGlkc0k1ZWZJa2s2dU1qSXpZYlBiUm8wZDc5dXlwVHVjVEhXK3RxcXJ5OGZHaHM2TlVWUFZVSkJBSXBGTHB4WXNYS3lvcXZ2MzJXOVVUaGt4TlRhVlM2Ymx6NTY1ZnZ4NFdGcVppNUV1ZDRndC8vdm5uZi83em53MGJOdEFVMitnNkJyclhKTjIyVDdHWFVTYVQ4WGk4aVJNbjd0cTE2L2J0MnhFUkVRc1hMbFN4cTJCTVRJeGNMamN3TU9qUm80ZmljVHI4U3N0b05mckU4dkp5THBmYnFWTW5TMHZMRmkxYTJOdmIwLzJxbzZPamQrM2FWVlpXWm1ob0tCQUkyclJwRXhnWU9HblNwS3RYcjBaSFJ4Y1dGbFpYVnpmOGl3VUFSWWhXQUdxcHJhMmwzOEhNYWlsNmhFNkg0bkE0M2J0M2o0Mk5wY3ZIQkFJQlV4eW9zTERRd3NKQ2NZM1Y1Y3VYYVhuR1FZTUcrZnY3Szc0S3MwZ3RMUzJOUHM3UHoxK3hZa1hmdm4zSGp4OVBoOHdtVFpxVW1aa1pFQkJBaTZjckdqQmdBTk1iZFBIaXhkVFVWQ1kyTlVyTm5ZQ1ZLb0lxb2ZPNlJvd1lRUmNoS25uKy9EbWRnMFU3MVZnczFvQUJBMDZmUHYzTEw3L01temZ2blM5ZFdGaTRmdjE2RG9jVEZoYm01T1RrNCtPajVvd2Yrb0Z6T0p5VksxZStjeUkyMDYzMTJXZWYwZnNMaGNMZmZ2dE5zYWVONWt1cFZCb1pHZG53RG5RR1cwVkZSVmhZR0oyWHRucjE2ZzBiTmpTNnc3UmNMdCsrZlh0WldkbG5uMzAyY09CQXhWTXltVXd1bDlPUlpUcW9sNStmUDIvZXZFYnZJeEtKNk9qcXdJRURsWHJtbUdqVmNHcGFYRnpjOXUzYlZTK0hsRXFsdTNmdnBuK2xTdmJ1M2N0MGN3SkFveEN0QU5SQ3Yxa1Y1NXJRUmU5TUZhV1JJMGZTMlMxMFJJOHBNaFFTRXRLeFkwY21ScHcvZjU3NXhxSTdFOVBIZEhvVzNZV21ycTR1TXpPVGVTRzVYQjRYRnhjWEZ6ZHMyTEN2di81YUlCQ3NYNytleldZM2pGYi9SMmlQblZ3dUZ3cUZqZFlyVjVvMXp4QUtoZDk5OTUxRUluRnhjUmt6Wmd5ZGVqVnUzTGlZbUpqejU4L2IyTmlvTG5HWm5wNGVHaG9xRkFvM2J0eW9yNi8vd3c4L3FOOW11Z3FQeFdLcEdSL3BDazNhNFVjM0dlemV2WHRJU0FoTlZ6U28wUjJVWTJKaWxJb1IwTW9MWEM1WExCYmZ1WE9IbmhXSlJPdlhyMSszYnAzaUNDeDE4T0RCZS9mdTBRQVVGaFpHRDlJWE9uLysvS1ZMbCtqNE12WDA2ZFBBd0VCbU5ZQ2l3NGNQVjFWVkdSb2FUcGd3UWVrVVhWSEI0L0VhZHAzMjY5ZVB4V0xkdW5XTGViTlVjbkl5ZlJiRHhjV2wwWkptK2ZuNXBhV2xhbllmQXZ3TElWb0JxT1hseTVlMDYrWFBQLzlzMmJLbGpZME5UVC9NTGlJU2lZUitQZE5JUVE4V0ZSWGw1K2NQR2pTSTd2VHkwMDgveGNYRm1aaVlmUFhWVitmT25YdjkralZUQ1pQMkl0VFgxOU1wTWt5R2swZ2tyMSsvbGtna3pzN096SmUwT3BzVHE0T1plSzdvMXExYjFkWFZkQW9PN2U4Umk4VldWbGJUcDA5LzV6NHdpaVFTeVpZdFcyaW5YV0JnSUZQQndjVEVaTktrU2Z2Mzc5Ky9mLytyVjYrbVQ1L2U2UFNtdDIvZnJsbXpSaUtSTEZ1MnpNM043UVBlNWQvazRlSHg0NDgvY2pnY2MzTnpPbko2N2RxMWJkdTJzVmlzcjcvK211bHRLaW9xbWpWcmxxR2g0WUFCQTRZUEg2N09ic3B4Y1hGK2ZuNURoZ3haczJaTlpXV2xRQ0FRQ0FTMFV6QTNONWZINHpWcjFvejJnZEh4eElaN09STkNIajE2Ukx1czVzeVowL0FEcFB2WXRHalJvdEVldTc1OSt5b3RKNHlQajZmbDBIZzhubGdzZG5SMHJLdXJ5OG5KR1RkdW5JK1B6M3QrY2dEL2RvaFdBR3FoUlpJNmR1eTRldlZxWnQ0VjNYT04vbmQ4YUdnb1UvdUtidWMzY2VKRXVxT0l1Ymw1ZFhYMXQ5OSttNU9UMDZ0WHI3bHo1elp2M2x4cEx6Wi9mLys4dkx4ZXZYb3BEUkhTWlhyWHIxLy82cXV2UHJ6Q1VHNXVycm01T2JQdXJORm9kZXJVS2FhUGhQWk1PRG82L3ZUVFQrK2NESzVJSnBOOS8vMzN5Y25KelpvMTI3QmhnNldscFdKeHJOR2pSNmVucHljbUpsNitmUG5telp1ZmZQTEpGMTk4d1lSVTJnbEUyelpxMUNndHpwdFduS2oweHg5LzdOKy9uNGJnWThlTzJkdmIwMEU2S3l1cnJWdTM3dHExNjh5Wk0yZlBudTNacytmVXFWTlZCNnp4NDhmVGtsMFJFUkZjTHBjR280a1RKOWJXMXM2Wk0wZHhpTEM0dUpqNVdCVFJ2emRhakw3UkJRRTA5NnRZZE1tUXkrV25UcDM2OWRkZlpUS1prNU5UcjE2OTZPYmlBUUVCMzM3N2JXaG9xSStQejVRcFU5cTBhYVBHQndZQUJORUtRQzJQSHo4dUxTMTFjWEZwMzc3OS92MzdmL3JwcDRTRUJFS0lnWUZCOSs3ZGMzSnkxcTFiVjE1ZTd1enNQR1hLbE0yYk40dEVvaU5IanFTbnA5TVExcng1Y3g2UHgrZnpOMjdjeUt4dVU4cEpOSll4NFV4UisvYnRhY2x5SlkwR0l4VnljM05Ycmx6WnFsV3I0T0JnT29WY01TTXlQV2NiTjI2OGNlUEdwVXVYT0J6TzFLbFRhVDlUdzZZeWhFTGh3NGNQYlcxdHE2cXE2Skc2dXJwdDI3YmR1WE9uYmR1MlFVRkJOQnpRWjlHWFlMRllTNVlzQ1FvS3lzbkpFUXFGU1VsSm8wZVBaaklFczhOZHUzYnRtTjFnYU02SWo0K25teERYMTljenl5UWJmYlB2KytFb2ZnSktxcXFxZHUzYWRmUG1UVm90ZmVIQ2hjd2VpMVNIRGgyKy8vNzczMzc3N2RTcFV6ZHYza3hNVEp3N2Q2N1M2Z0hGSmpGckRCWEgxT2hacFdZM21xdnk4dkxXclZ0SHAvWXZXTENBZGhCdTJyVEp5OHZMeTh2TDN0NmVydktqclZYOWZnc0tDbmJ2M2szL3M4SFgxM2Zod29XMHpsWnRiYTJUazlQbXpadERRa0lTRWhJU0VoTHM3ZTA3ZCs3Y3ZuMTdLeXNyS3lzcnBmMmJBVUFSb2hYQXUvMzU1NStFa0duVHBoRkNtalZyRmhnWUdCZ1lXRnRidTN6NThveU1qTzNidDR0RW9oNDllaXhac2tSZlgzLzE2dFViTjI0VWlVUnBhV24wNlN3V2k4L25mL2ZkZHlwZWdvNEhOUnF0bEp3NWN5WXBLY25Pem82Sk1tbHBhU3RXckZES1NWUjFkYlZTRFloSGp4NnRYNzkrN2RxMUFvRkFMQlk3T3p2VDk2VTRVWDN1M0xrbEpTV1RKMDltcHRyOCt1dXZTVWxKUEI1UElwSFE0VTVtZlY5TlRRMVRZSjNPNjErOWV2V3paOC84L1B5bVQ1L09YRWFieDJ3SVkyUmt0R25UcG5YcjF2bjQrSHo2NmFlS002S0dEeCtlbkp5c3A2ZTNhTkVpeGVNVkZSVUhEaHhRZW9PTkRpYlcxdFllUG54WVJSbXFuVHQzN3R5NXMrSHhobFAxNCtMaTl1L2ZYMWxaU2FjMGpSdzVzdEhKVzF3dWQvcjA2ZTNhdFFzUEQ2K3ZyNCtNakd6WHJwMmpvNlBpTmFyVEhuM3BkeWJDMU5UVUxWdTIxTlRVK1BuNXpaNDltdzROMTliV2xwZVgwMDQxSG8vSDNLUno1ODVOM2FleXN2TDQ4ZVBSMGRFU2ljVFMwbkxHakJtMDRCbDlMcTBUNGVEZ0VCNGV2bWZQSGpvRmtPbDM1UFA1SjArZVZOMU9nSDh6UkN1QWQzajY5R2xDUWtMWHJsMDlQRHpvRVRhYnZYTGxTZ01EZzE5KytlWENoUXVHaG9Zelo4NWsxa3gxN05oeDY5YXQ0ZUhoektUZ2pJd01UMDlQMWE5Q3Y5SlViMFZIdFduVDV2TGx5Nm1wcWZSSEV4T1RFU05HdEc3ZCtzQ0JBNjFhdFRJeE1WRm5KdGFEQnc4KytlUVREdzhQeFEzbTZMZTdVQ2prOC9raElTR0sxenM1T1QxNThvUUppL3I2K3N3SWthV2xaVVJFUkZSVUZOM05sODVNbnpObmp0SU1hUHJXUkNJUnMyZXdzYkh4NXMyYkc0NHpkdTNhMWQvZlB5Y25SMmtReXRuWitlZWZmNzV4NDhiSmt5ZnBqTFRtelpzemhTUVUwZDlJUkVTRW82TmpvMnZyR3FMemxoU1hCR1ptWnU3ZHUvZng0OGNHQmdianhvMGJPM2JzTzdmWjZkR2p4NnBWcXpadTNDaVR5VjY4ZUtFVXJWVDhjdVZ5T2Yzd0ZSdWdSQ2dVSGp4NDhQejU4OGJHeHN1WEwxZWNMR1ZxYXZyRER6OWN1blFwS2lxS1NkZytQajVLRGFDeXM3UFBuRGx6NDhhTit2cDZXMXZiMGFOSER4bzBpS25ZVGh2SnJKQ3dzTEFJQ2dwS1RrNCtmUGd3SFdRME56ZWZQSG15NnM4QjRGOE8wUXJnSGZidTNkdTZkZXVsUzVjcUhyU3dzRGh5NU1qbHk1ZUhEQmt5WmNvVXBSMWFuSnljZHU3Y2VmdjI3UnMzYnFTbnB6OTc5dXlkcjBLL1dkV1pUZVhsNWJWang0NExGeTdzMnJXTHgrTXRXYktFdytGMDZ0U3AwWkNobW1KbEtabE1KcEZJZUR4ZW8zUFZmWHg4Zkh4OG5qMTdGaHdjWEZOVE0yL2VQR1lDUHAyTXRYYnRXbjkvL3pGanhvd2RPN2JSMStMeGVHUEhqaDB5WkloaXIwOVQ4N2VHRGgzYTZQcEhTMHZMY2VQR2VYdDdMMW15cEZXclZpdFhybXhxWktwWHIxNk9qbzRXRmhhcXQzbGhSRWRIdDJ2WFRuRUY2TzNidDZ1cXFtYk9uRGw0OEdEMXg3KzZkdTI2Wk1tU24zLyttUW5pREJwNit2WHJwL2pSVVRSUmVYaDROSHdXNDg2ZE94Y3ZYaHc2ZE9pVUtWUG9QSGNsZ3djUDV2RjQyN1p0TXpRMEhESmtTRk1CNk1TSkV3OGVQUEQxOWUzZnY3K25wNmZTbnh5TlZoNGVIaktaaktsV1N2KzZzckt5WW1KaXNPTU53RHV4MU5uc0hlQy9JQ0l5S2lKeU55Rms1cGVUWjM0NVJkdk4rZitpbzZPN2RldldjQkY3UVVFQmw4dHRkRGJNMzNEZ3dJRnUzYnAxNk5CQi9ibnFSNDhlN2RhdFc4TzEvWCtQV0N3K2RPalEyTEZqbWJJUmpicHg0NGFWbFpXcnEydkRVMDJWWnZpL2tKNmUzcUZEQjlXVnl0OUxXVm1aMGhzWGlVVHZOWFAvblFvTEMydHFhcFRtYVZIMTlmVzV1Ym1OZGpJeEpCSkphV21wdGJXMWltdmtjbmxhV2xxSERoMlV5a01vS2k4dk56WTJicW9tUldKaW9xbXBhYU8vWDkzMDg2SGZmajUwaEJDeWVQNjh4Zk8vMG5aekFBaDZyUURlcmFucWlHcnVFNndteGZuYWFwbzBhWklHRzhEajhXYlBudjNPeTNyMzd0M1VxZjlhcmxJczlhNHBEUU9sWm5PVmlzTG9kS3FXNmx4Rnk1K3F6bFcwMS9PZHV3QTF1Z2MyUS9XR2d3Q2dEbzM5Tng4QUFBQUFJRm9CQUFBQWFBeWlGUUFBQUlER0lGb0JBQUFBYUF5aUZRQUFBSURHSUZvQkFBQUFhQXlpRlFBQUFJREdJRm9CQUFBQWFBeWlGUUFBQUlER0lGb0JBQUFBYUF5aUZRQUFBSURHSUZvQkFBQUFhQXlpRlFBQUFJREdJRm9CQUFBQWFBeWlGZWdLZlgwQmg4TWhoTHdWQ2lVU2liYWJBd0M2VGlxVnZoVUtDU0Y2ZW5yNitnSnROd2ZnTDRoV29DdXNMQzBFZkQ0aHBMUzBYQ1FTYTdzNUFLRHI2aVdTMHRKeVFnaVB4N095dE5CMmN3RCtnbWdGdXNMU3dvSXY0Qk5Dbmp4OVZsNVJvZTNtQUlDdXE2MnBmZkwwR1NHRXkrVmFXaUJhZ2E1QXRBSmQ0ZDZoZlFzYkcwSklYbjdCajd2MmxwYVZpK3ZyWlRLWnR0c0ZBTHBGSnBPSjYrdkx5c3EvaTlpWmwxOUFDTEV3TjNQdjBGN2I3UUw0QzBzdWwydTdEUUIvdVhFellaYi9RcWxVU2dpeHNiYnEydG5ieE5pWXorZHB1MTBBb0VORUluRlZkZlg5bE5TQ3d0ZUVFQTZIczN2SHR2NTllMnU3WFFCL1FiUUNIU0tWU3BldlhIUG0vQVZ0TndRQS9qRkdEQnV5UFd3VG04M1dka01BL29Kb0JicWxwcWJtaDhpb2M5RVhhMnRySlJKSnZVU0NNVUVBVUtTbnA4ZmxjTmhzdG9HaHdlZ1J3K2QvTmF1WnFhbTJHd1h3L3lGYWdTNTY5anpyNWF0WFplVVZGUldWZFNLUnRwc0RXbFpXV2xwV1ZrSUlNVE96TURNMzEzWnpRTXY0UEo2WldmTm16VXhidDdKemJlZXM3ZVlBS0VPMEFnQmR0MmZQbnFpb0tFTElWMTk5TlhmdVhHMDNCd0JBRmF3UUJBQUFBTkFZUkNzQUFBQUFqVUcwQWdBQUFOQVlSQ3NBQUFBQWpVRzBBZ0FBQU5BWVJDc0FBQUFBalVHMEFnQUFBTkFZUkNzQUFBQUFqVUcwQWdBQUFOQVlSQ3NBQUFBQWpVRzBBZ0FBQU5BWVJDc0FBQUFBalVHMEFnQUFBTkFZUkNzQUFBQUFqVUcwQWdBQUFOQVlSQ3NBQUFBQWpVRzBBZ0FBQU5BWVJDc0FBQUFBalVHMEFnQUFBTkFZUkNzQUFBQUFqVUcwQWdBQUFOQVlSQ3NBQUFBQWpVRzBBZ0FBQU5BWVJDc0FBQUFBalVHMEFnQUFBTkFZUkNzQUFBQUFqVUcwQWdBQUFOQVlqclliQUFEd3Y0akY0c3pNVEpGSXhCd3BMQ3lVeStYMFFVcEtDbk9jeStXMmE5ZU94K05wcWFVQUFJMWcwWCt3QUFCMGhGUXFuVDkvL3QyN2Q5OTVaZnYyN1E4ZVBNaG1zLzhyN1FJQVVBc0dCQUZBdDdEWjdDRkRocWh6NWFoUm81Q3JBRURYSUZvQmdNNFpOR2dRazVua0RkRGpiRFo3K1BEaFdtMG1BRUFqRUswQVFPY1lHUm4xN3QyYitaR2xnRG5ZbzBjUEl5TWpMVFVRQUtCSmlGWUFvSXZHakJuRFBHWjZxaFRuaHFMTENnQjBFNklWQU9naUZ4Y1hhMnZycHM3YTJ0cTJiOS8rdjlzaUFBQzFJRm9CZ0M0eU5qWjJkM2RuZmxTY1pVVUljWGQzYjlhc21aYWFCZ0NnQ3FJVkFPZ2lQcC92NXViRzRUUlNlNC9ENGJpN3UyT2lGUURvSmtRckFOQkZMQmJMMDlPeldiTm1pbFBYNlhFREF3TVBEdytsNHdBQU9nTFJDZ0IwbEt1cmE2UFRyY3pOelYxY1hMVFJJZ0NBZDBPMEFnQWRwYSt2NytQalEzdXE2Qkg2b0UrZlBnS0JRTnV0QXdCb0hLSVZBT2l1UnN1eWp4bzFTaHR0QVFCUUM2SVZBT2d1UjBkSFdtU0JxUmZxN3U3ZXBrMGJiYmNMQUtCSmlGWUFvTk5Hamh5cCtLT2Eyd3NDQUdnTG9oVUE2TFNlUFhzYUdCalF4OGJHeGwyN2R0VjJpd0FBVkVHMEFnQ2RabXBxNnVibVJoOTdlSGhZV0Zob3UwVUFBS29nV2dHQVRqTXdNSEIzZDlmVDAyT3hXQjA2ZERBeE1kRjJpd0FBVkdtazBqRUFnTzVnczlrZUhoN0d4c1lTaWNURHc0UE5abXU3UlFBQXFpQmFyZlF0K2dBQUlBQkpSRUZVQVlDdTY5Q2hnNW1abVZBbzdOQ2hnN2JiQWdEd0RvaFdvRnRFSWxGNVJXVjFkWFZOVGEyNHZsN2J6UUZkMGRMT1RpS1JQcy9LSVZrNTJtNEw2QVF1bDJOc1pHUmtaR1RXdkJtZno5ZDJjd0QrUDViaVp2SUFXaVNUeVI0OXpqajE1OW1NcDgrS1MwcUxpb3ByMzc3VmRxTkFWM0QwaUZ4T3BQam5DdjZIdmtCZ2JXVnBhV25acnEzanVER2pQTnc3WUxBWWRBU2lGZWlLL2IvOEdyWC9sN0x5Y3BsTXB1MjJnTTZoLzFKaFMyWm9pTVZpbVprMW56WHRpM216cDJ1N0xRQUUwUXAwUlhKSzZvUXZaMG1sVWtJSW44KzNzclF3TmpiaTgzamFiaGNBNkNpeFdGeGRVMU5VWEZwWFYwY0lZZXZwL2Vmd3o1Mjh2YlRkTGdCRUs5QUJwV1ZsaTVhdlRFaThTd2h4dEcvejJhZWozRHE0V2x0Wkdoa2FhcnRwQUtDamF0KytMU29xZnB6eDdNVHZmMlptNVJCQ3ZMMDhkLy80dmFXRnViYWJCdjkycUdzRjJwZVMrdkJKeGpOQ2lFREFYL1QxbkJIREJqczUyQ05YQVlBS2hnWUdEdlp0aGcwWkdMQmtnYjYrZ0JEeTdIbG00dDM3Mm00WEFLSVY2SUN5c25KeHZaZ1EwdG5ieTdtdGs1NGUvaXdCUUMxNkxKWjltelk5dW5jbGhOUkxKQ1dscGRwdUVRQ2lGZWlBeXFvcXNiaWVFR0pyWTZPdnI2L3Q1Z0RBUHdtUHgyM1J3cFlRSXBWS0t5b3F0TjBjQUVRcjBBRkNvVkFpa1JCQ2pJME11UnpVV2dPQTk4Qm1zMDFOVEdpMHFxMUZ4UmJRUGtRcjBENW1LUVdMeGNMcWVnQjRMeXdXUys5Ly90MlFZV0VXNkFCRUt3QUFBQUNOUWJRQ0FBQUEwQmhFS3dBQUFBQ05RYlFDQUFBQTBCaEVLd0FBQUFDTlFiUUNBQUFBMEJoRUt3QUFBQUNOUWJRQ0FBQUEwQmhFS3dBQUFBQ05RYlFDQUpLYW1scFFVS0NWbDc1NjllcmN1WE5qWW1Ka01wazYxNWVWbFNsZFNYZEowcFN3c0xBREJ3NFVGaGErN3hPdlhidDIvZnAxdVJyVndHdHJhNU9Ta3Y1dUF3RkExeUZhQWZ6cjVPWGwvZkhISDRvaElDTWp3OS9mLy92dnYzOW53RXBLU3ZydXUrL1MwdEkwMVJoUFQ4K3FxcXJJeU1pZ29LRHE2dXAzWHArVWxCUVFFSkNabVZsV1ZsWldWdmJ5NWNzRkN4WWtKQ1NvZUVwR1JzYldyVnZWVEdDR2hvYW5UNS8yOS9lUGpvNStuL2RCYnQ2OEdSNGV2bXpac3RUVVZOVlhTcVhTRFJzMkxGMjY5TzdkdSsvMUVnRHdqNEN0Y0FFK1RxbXBxYkd4c1kyZXlzaklLQ2dvU0UxTlhicDBxWW1KQ1NHRXcrSElaTEs0dUxqUzB0TGc0R0F1bDl2b0V4OC9mcnhseTViNit2b2JOMjY0dXJyT25UdlgyZG41QTl0cGFXbjU1WmRmN3RxMTY5R2pSL3YyN1Z1NmRLbnE2M2s4M3RPblQ1VXVDdzBONVhBNG5wNmVqVDdseVpNblFxR1FFTEppeFFvOXZmLzEzNU1GQlFWRlJVVWRPM1pranZqNyt4Y1VGS1NscFowNmRXcjQ4T0ZLdDNyMDZKR3JxeXVielc3MFZRZ2hyMSsvTGlrcFVUcjErUEhqbHk5ZkRoczJqSGtMaEpETXpNeURCdy9hMjl0YldscXFmc3NBOE0rQ2FBWHdjZkwwOUx4NTgyWk1UQXdoUkNBUUtLYUIydHBhR2dMcTZ1cG90S0tCdzlEUU1DUWtoTU5wOHArRkRoMDZoSWVIeDhYRlhibHlKU01qSXlBZ0lDQWd3TWZIUi8xV3hjYkd0bWpSd3RYVlZmSGc0TUdEang0OVdsRlJVVjVlM3ZBcFNVbEpuVHAxWWxwRkgvQjR2SWtUSnhKQ1RwMDZWVnRiNitUazVPZm50M2Z2WHBsTVptWm1wcFNmek16TUNDRTVPVGwvL1BISDJMRmpGVS85K3V1dnljbkpBd1lNVUR4SW8wOVJVZEhldlhzVmoxZFhWOGZGeFhsNWVRVUdCaG9iR3l1ZXlzbkpxYXFxSW9UVTFOUmtaMmRuWjJjenAyUXkyZVhMbDBVaWtWQW9wSy9PdkJkL2YzL2tLb0NQRDZJVndNZUp4V0o5L2ZYWFE0Y09iZFdxRmMwS2pKa3paeFlYRnc4ZE90VEt5b29lb1ZsRVQwOVBSYTZpSEIwZEhSMGRKMDZjR0JVVkZSY1h0MlBIRGk4dkx3TURBM1dhVkZkWDkrT1BQem81T1hYcTFFbnBWRVZGQlNGRUpCSWRPWEpFOFhoQlFjSDE2OWY3OU9temJOa3kya2phUWk2WE8zNzgrUHo4L0VPSER1bnA2WDN6elRkMmRuYmR1M2MzTWpKU3lsVXFGQmNYSnlZbWlzWGlNMmZPTkhwQm84ZFRVMU9YTDErK2R1MWFPenM3NXVDZE8zZm9nelp0MmpSMXR3TUhEangvL2p3d01QQ2RIeklBL0tQaC8rRUFIeTBXaTlVd1Z6RVU1MXF4V0t6M3VyT2hvZUhpeFlzVEV4TnJhbW91WDc0OGV2Um9kWjZWbHBZbWtVaWVQbjM2OU9uVFJpOTQvUGp4NDhlUEd4Ni9mdjI2dnI3Ky9QbnpsWm9hSHg5UENPbmZ2ejlOT2JRSFRrMUZSVVhCd2NGaXNkakZ4U1U4UEp3ZXpNek1wRU9OWm1abTMzLy92Ym01T1hOOWNYSHhuRGx6cEZMcGloVXJPbmJzYUdSa3BIaTN4TVJFUXNqQWdRUDkvZjNMeXNycTZ1b1dMbHhJQ05tOGViTzd1enU5NXZ6NTg3dDM3NWJKWkJNbVRORFQwMU56Mmo0QS9PTWdXZ0Y4ekg3KytXZHJhK3N4WThZMERFK0tYKzNxOS9Rd2FtdHI2UVNtaXhjdnFoT3Q1SEk1N1pIcTJyWHJzbVhMenA0OW01R1JNV3pZTUNaNVRKbzB5YzNON2ZQUFAyL1hyaDA5a3BLU0VoWVdSZ2poOC9rbEpTVlBuanhwMzc2OVlsTnYzcnpKNFhBbVRacWtUb1BMeTh1TmpJeVlhV1RYcmwzTHpjMGxoQXdaTW9ScDRlN2R1d2toclZ1M0Rnc0xNelEwVkh6Nnc0Y1BwVklwRFlpK3ZyNktuMmQrZm41V1ZoWWhaUGp3NFR3ZXo4Ykc1c0tGQzRRUVkyUGo5dTNiRTBMcTYrdTVYSzVBSUNDRTNMNTkyOFBEUTUwR0E4QS9GS0lWd01mczlldlg1OCtmajQyTlZleGxvYU52OWZYMXpKSDM3YldpQ1lQMmUrWG01bVptWnJadDIxYjE5ZEhSMFRSL3RHalJ3c2pJeU1MQ0lqazVPVGs1MmRQVE15QWd3TlRVbE1QaFBIcjBhTjI2ZFhQbXpCazFhcFJjTGo5eDRvU2VudDZubjM0NmNlSkVta3NVbS9ycTFhdVhMMS82K2ZreHc1b3FsSmFXQmdVRk9UZzRyRml4Z3MxbWkwU2krL2Z2MDFNN2R1ellzV09INHNXdlhyMmlFN2thZGZIaVJSNlBOM2Z1WE9iSXBVdVg2SVBqeDQ5UG16Yk56czR1SlNXRkVOSzllM2MybTExWVdMaHExYXFwVTZmUzdrTXpNN01SSTBZb3plSUNnSThKb2hYQXgrejE2OWVFa01yS1NzV0ROQktKUkNMbXlOK0lWa3cwb1FOMjc0eFd0SXRJSUJBTUhEaVFFREpvMEtEQ3dzSVRKMDZrcGFYOS9QUFBTNVlzb2NVUk9uYnNPR0xFQ0NiL3JWeTVVbW1hUE5QVWh3OGZFa0xjM2QyM2J0MTY4K1pOZGRwY1VGQ2dyNisvYU5FaVBwKy9mdjM2eU1oSVBwOVBFMDlKU2NudDI3ZHBwNXF0clMyOVBqTXprdzVRZHVyVVNYRm1GWjIzN3VEZ1FBZ1JDb1VYTDE2a0I4VmlzYVdscFVna1NrNU9Kb1JjdVhMbHlwVXI5RlJFUkFUdEJ2c2JIelVBL0xNZ1dnRjh0Q1FTeVpzM2J3Z2hNMmJNNk5ldkgzTjgzYnAxcnE2dVNzdmkzb3RJSktLbHBBd05EV3RyYStQajQyZk1tS0Y2VkhIZXZIbGp4NDQxTkRSOCt2U3ByYTB0bjgrZlBIbHlZbUxpcTFldmlvdUwzNzU5U3k5emRuYW05Mm5ldkxsU1p4TEZSSk1CQXdiODhjY2ZrWkdSbXpadDRuSzVwYVdsMXRiVyt2cjZ0SGswN3ZqNitqWnYzbHpwRGxsWldXM2J0dVh6K2N1V0xXUGVUbUJnSUIzQ0d6Um9rSTJOamJXMWRYRng4YlZyMXdnaExpNHVxMWV2YnFvZ3hZVUxGK2lLUzBKSWp4NDkrSHgrZkh5OFNDUXlNVEhwMjdjdklTUXVMcTY2dXRyVzFyWlhyMTRuVHB4NC93OGJBUDVoRUswQVBscVptWm0wSzBpcDJFRklTQWlkL2NNY2VkK3VsRHQzN3RBOE1YdjI3TWpJeU5MUzBudjM3blhyMWszMXM2eXNyQW9MQzRPRGc0Mk1qRWFPSFBucHA1L09uRGt6T0RpNGYvLytUTFI2WnpFQ3Bxa0NnV0RldkhuQndjSGZmZmZkOXUzYkJRSkJjWEV4bTgwMk16TXJLeXVqMFdyVXFGRks3NzFSVjY1Y3FhbXAwZFBUcTY2dURnME5wUWZaYkxaVUtxVWprazE5UGtLaDhOU3BVeHdPUnlBUTFOVFUwSU8wMXVpb1VhTW1USmdnRkFycGo0TUhEN2F4c1hsblN3RGdJNEJxN0FBZko2bFVldno0Y1VKSXMyYk5tQkV1U2lRU3JWaXhncDZsM2pkYS9mNzc3NFFRYTJ2cnZuMzcwa29LYXZiSDJOcmErdnY3VjFkWEh6bHlaTkdpUmM3T3p2djI3UnM0Y0NCVDBlcWQwVXB4WVdQbnpwMDdkT2lRbDVkSDQ4dVZLMWY4L2YzUG5UdkhYSk9WbFhYbzBLRjNyc1h6OC9QYnQyL2ZxVk9ub3FLaTVzK2ZUMnRXMFVuck1wbHN5NVl0VTZaTWlZeU16TXZMVTNyaXlaTW5xNnFxcGsyYlJrdG4wVXIzNmVucFREc2ZQbnhJMDYyM3Q3YzZudzhBZkFUUWF3WHdjVHB5NUFqZFI2V2lvbUxreUpFTkw4akt5bnJ4NHNYaXhZdjVmUDU3M2ZuZXZYdDBRdnFFQ1JNNEhJNmZuMTlTVWxKR1JrWkNRb0k2NVVPSERSdjI0c1dMNk9qb3dzTENpeGN2amg4L25pN2ZvMmNiZHUzazUrZTNiTm15cWJ2MTd0Mzc4ZVBIMTY1ZEd6dDI3TzNidDkrK2ZSc1ZGY1ZzSUZOZVhuN2l4SW1Ta3BJbFM1YW9HSzk4Ky9adGRuYjJreWRQVWxKU0hqMTZSS1BZNTU5L2JtOXZIeHNiZSsvZXZiZHYzOGJFeE1UR3htN2J0czNlM3A0K3E2eXM3STgvL3ZEMTlSMDlldlRseTVmcHdVT0hEaEZDREF3TWZ2dnRON2xjWGxSVVJBaXhzTEJ3Y25MNkcvc1NBc0EvRWFJVndNZHAwcVJKeGNYRmNYRnhQWHIwc0xDd1VEejE1TW1UNTgrZjgzZzhiMi92cHFwZU5VVWlrZXpmdjU4UTR1VGtSR2RyZVh0N3QyblQ1dVhMbDN2MzdsV3pmT2pNbVRNVEV4TkxTMHVaVjZleGc4VmlLUzMzdTMvLy9zYU5HeGN0V3NUTUZWUGEvNWoyTUpXVWxHUmtaTHg0OFlJUTBxdFhyeGt6WnN5YU5Zc1EwcVZMbCtMaTR0allXRGFidldqUklxWE91VXVYTHQyNmRTc3ZMNDhHSURwMXJFdVhMZ1VGQlhsNWVYRnhjVU9IRGcwSUNDZ3FLanAyN05qTm16ZkZZdkdEQnc5eWNuSm9ZOHpNekpZc1dkSzllM2ZtdHNuSnlRa0pDUjRlSHNPSEQ5KzZkZXVSSTBmb3FaNDllNzdYaHd3QS8yaUlWZ0FmSnc2SHMzVHBVaTh2ci83OSt5dEZpckN3c09mUG56czdPdzhhTk9oOWIzdjY5T204dkR3Mm16MS8vbnphRDhSaXNhWk9uYnBwMDZiaTR1STllL1lzV2JLazRiTmlZbUxvQ2tFR0xmMlFsWlZGeXhEUVFUUXVsM3Z3NEVIbUdybGNmdm55WllsRUVoRVJZV1JrMUxWclYrYVVVQ2pjdkhsem16WnQ2RWJSNXVibVo4K2VwZGxvM3J4NWRDeVBtalZyVmxKUzBwVXJWMHhNVEdiTW1LSFlodkx5Y2k2WDI2bFRKMHRMeXhZdFd0amIyN2RzMlpMRllrVkhSKy9hdGF1c3JNelEwRkFnRUxScDB5WXdNSERTcEVsWHIxNmxuVzNWMWRXalJvMmkwK1FWYjNqNzltMWJXOXVWSzFmeWVEd09oeU9SU0dnUUhEeDRNRk5JVExIbUJRQjhsQkN0QUQ1YUxCYXIwV1dBT1RrNWhCQm1ZRXQ5R1JrWlI0OGVKWVNNR3pkT2NXUG1Uejc1eE0zTjdkR2pSMWV2WG0zWHJsM0RYWTI3ZCs5KzVzd1pwWFJGVjg4cC90alVuak5TcVhUcjFxMGJOMjVrNXFTeldLeTB0RFJhTG9FdTRxTmxEaVpObW1ScWFscFdWc1k4MThURVpNcVVLVkZSVWFkUG4zWjJkdTdWcXhkOTNlM2J0eXQxZ0RWODBkMjdkOU1pb2tyMjd0M0w0WEFhdnMxSmt5WU5HRENBRm9WZnRHalI5OTkvVDN2T1dyZHV6WVFxeGRnSEFCOGxSQ3VBZjVlcXFpbzZIZnVkbGFpVWxKV1ZoWVdGU1NRU2IyL3Z5Wk1uSzUxZHVIRGg0c1dMUlNKUlZGU1VzYkd4VW5kTzgrYk5RME5EWDc5KzNhcFZLNlVxNXpTeHJWaXhnaEF5YmRxMHNXUEhxaTdpUVB0K0JBSkJTRWpJOHVYTE9Sek9xRkdqOHZMeXBGS3B1N3Q3bzdQS0JnMGFkT1RJa2VycTZrT0hEdlhzMlpQRll2WHIxNC9GWXQyNmRVdHAvREU1T1ZscHJycUxpNHVMaTB2RGUrYm41NWVXbGlydWhFTTd6Nnl0cmVsakdxSFliUFlYWDN4Qmo5Qm9wVmhPREFBK1NvaFdBUDh1ZE9pTkVFTDNZS0hldVVKUUtCU3VYNysrdUxpNFZhdFd0S0M1MGdVdFc3YWNNV01HM1NNdkxDd3NMeTl2L1BqeGl2c1FOMnZXckZtelpnM3ZYRjlmSHhVVlJSOGZQSGp3ekprem4zenlTWjgrZlRwMDZOQm9xNWl1cG5idDJzMmZQNzl6NTg3WjJkbW5UNTgyTWpKaXRuQld3dWZ6aHcwYmR2ejQ4Y0xDd29LQ0Fqb3B2bS9mdnJUdUZDTStQdjdjdVhPRUVCNlBKeGFMSFIwZDYrcnFjbkp5eG8wYnA4NzBmRVhsNWVWMFJ0cTRjZU1jSFIyWmQycHFhdHBvK0FPQWp3bUtMd0Q4dTl5NWM0ZDJJeWt1dTFNOU5FWnpWVlpXbG9PRHcrYk5tK25NOFliOC9QeVk4Y2NqUjQ0c1diSWtLU2xKOWZpWFNDUUtEUTNOek13a2hNeWZQMy9vMEtGVlZWVVhMbHhZdVhMbFYxOTk5ZWVmZnpiczQxR3NwREIwNkZBMm03MWp4dzRlajdkNjlXb1ZoUnVHRHgvT1pyUDE5UFJvVFZFbGNybjg1TW1UMjdadGs4bGtUazVPZEZOQ3VWd2VFQkRBNVhKRFEwTkRRME5mdm55cDRvMG9ra3FsMjdkdnI2bXBjWEZ4bVRCaEFuTzhXN2R1Ky9idFV6d0NBQjhsOUZvQmZPVEt5c3BDUTBNZEhCeGF0MjR0azhsdTNicEZKejhwWGtQelNxUDFuMnBxYW9LRGc1OCtmZXJwNlJrWUdFZ25FalZsd1lJRmI5KytwWVhhWDc1OHVXSERCbXRyNjMzNzlqVjY4Y09IRDNmdTNGbFFVRUFJbVRKbHl0Q2hRd2tobzBlUGpvcUtldkRnUVdGaDRiNTkrODZlUFJzU0VxS1lBaFd6bWtRaTJiSmxTMTFkWFdCZ29KdWIyN0ZqeDR5TmplM3M3QnAycXBtYm0wK2ZQbDBpa1RBRnFCZ0ZCUVc3ZCsrbXUvNzUrdm91WExpUXpnQ3JyYTExY25MYXZIbHpTRWhJUWtKQ1FrS0N2YjE5NTg2ZDI3ZHZiMlZsWldWbHBUaXl5WHlBTkZlbHBLVFkyZG10WGJ0V2NRRW1NMVlJQUI4M1JDdUFqNXhBSUJBSUJERXhNY3dSUFQwOVB6OC94V3RvWHFIRkxSVVZGQlNzWDc4K1B6OS81TWlSTTJmT1ZCemdheFNId3drSUNJaU1qS1NUeWx1MmJObTVjMmVsYXlRU3lkMjdkOCtkTzBjWDl4a2JHOCtiTjY5Mzc5NzBySjJkM1lZTkc2NWN1UklWRlZWWFYvZm16WnM5ZS9hRWhJUXdUMWZzWUpQTDVYdytmOU9tVFhSNis1TW5UK2ptZlF6RlhXN0dqQm1qMUpMS3lzcmp4NDlIUjBkTEpCSkxTOHNaTTJiUUtXTDAwNkFGNGgwY0hNTER3L2ZzMlpPUWtQRGl4UXRhMzRFT01wNDhlVkx4VGRGNWJPdlhyMDlPVHZidzhBZ0lDRkNLb1JrWkdXRmhZUzFidGpRME5LUlJyR0VFQklDUEFLSVZ3RWZPd01CZzQ4YU41OCtmWnhhN1RaczJUV2w1SUoxaExSYUxGUStXbEpRc1g3NWNUMDl2MWFwVlBYcjBVUFBsT0J6TzRzV0xXN1ZxVlZaV05tUEdEQ1k5NU9mbloyUmtQSGp3NE42OWUzUlBHQnNibTBHREJ2bjUrVFdjMkQ1dzRNQzJiZHNHQndlWGxwWXFWZHBVN0xYaWNya2JObXhnZmd3SkNVbEtTb3FJaUtpcXFpS0VlSHA2TnRWUmxKMmRmZWJNbVJzM2J0VFgxOXZhMm80ZVBYclFvRUZNRHhQOU5PcnE2dWlQRmhZV1FVRkJ5Y25KaHc4ZnBtT1g1dWJtU2hQNTZWTisvZlZYSG84M2NlTEVpUk1uTm94TkhBNm5WYXRXS1NrcE5CMXl1VnlsS3ZrQThIRkF0QUw0Vi9Eejg3dDE2NWFGaGNYdzRjTWJicXRIazBIbnpwMWxNaGt6RTl6YzNIemd3SUZqeDQ1dHVNUHhPNDBkTzFieHgrenM3TVdMRjlOU0NLNnVydTNidCsvVXFaT1RrNU9LNmZQMjl2YWJOMi9ldkhsenUzYnRGSTlMcFZJek16TmF3NzJoYnQyNkxWbXlKQ0lpd3MvUDc5TlBQMjNxNWlkT25Ianc0SUd2cjIvLy92MDlQVDJWbWtFL0RROFBEOFZQbzFPblRwMDZkY3JLeW9xSmlSazllclNkblozU1V3d05EUzB0TFZldlh0MVVubXZidG0xSVNFaG1adWJhdFd0Rkl0SENoUXROVFUyYmFpRUEvSE94VkU5ZkJmZ3ZpSWlNaW9qY1RRaVorZVhrbVY5TzBYWnovbzNTMDlPVkpyWnJWbTF0N1lzWEwxcTBhUEUzVXBxU2twSVNZMk5qRlp2enlPVnlxVlNxZXV5eXZMemMyTmk0cVdzU0V4Tk5UVTNWMmRlWmNmSGl4YjU5Ky82Lzl1NDlLcXF5WCtENE0xZGdob3NvZ2dtYWtPa29sM2p6OHVaQlMxdW9lRUdQcDF6bkxPMnROQzN6VXRJeGRHbmV3NDZlYk5tcjVxWFNzclNMcEFlUEhqMnQxbEhmTHRieWZrRWtRRFFvRlpDTG9BTXp3OHo1WTc5bkRpOElXajB6ZTN6bisvbHJzMmZZL2JhckJWLzIzclAzWFQ0eTZOU3BVMTI3ZG0xNTFSZCtzOCsvK0k4L2IzaFhDREhwNllrTDU4MVJleHo0TzQ1YUFSQUpDUWtlM2I3WmJJNlBqNWV5cVdZUDdXbEpvOUhjOFpxd3RndXYyVFgrZDJQNDhPRjMvK2JrNU9SZnUzMEE5eEJ1dmdBQUFDQU5hUVVBQUNBTmFRVUFBQ0FOYVFVQUFDQU5hUVVBQUNBTmFRVUFBQ0FOYVFVQUFDQU5hUVVBQUNBTmFRVUFBQ0FOYVFVQUFDQU5hUVgxQlFRWWxZZmcybXoyUnFkVDdYRUEzRXVjVG1lRHphWTg0eWp3N2g3akNIZ1VhUVgxZFl6b0VCZ1lJSVNvcnFteDJXeHFqd1BnWHVKd09LNVhWZ2toREFaRFZGU2sydU1BcEJWOFFFUkVoUEszWm41QllYVjFqZHJqQUxpWDFOMjhkZTc4QlNHRTBXQ0lpdXlvOWpnQWFRVWYwQ1U2T2l3MFZBaFJVSGh4OTU1OVY2NWNkYmxjYWc4RndOZTVYSzZyMThwMjdkbDdJZjlISVlUWmJJcTl2NnZhUXdGQ3crOHdxTTdwZEw2NzlhT1ZxOWNJSVhRNlhkY3UwWEhkdXZWNDhJRjJZV0ZxandiQVIxVlZWeGRlTEw1WWZQbnlUeVdOalkxQ2lGZG1UWC94K2NrNm5VN3QwZUR2U0N2NEJKZkxOZnFmL2lXL29OREpaZXdBZmlXdFZtdnA4ZURlWForcVBRZ2dTQ3Y0a0YrdVhIM3ZnNC8rYzk5KzVZcFVBTGdiNGUzYXBZOGMvdHl6ZitvU0U2MzJMSUFncmVCYnJOYjZzN25uaTRvdlhidDI3VnBaK2MyYnQ5U2VDRDZocnE3Mlp1ME5JWVE1SkRRNE9FVHRjZUFUVENaVFZHVEhUbEdSY2JIM0o4YkhtMHhCYWs4RS9CVnBCY0RYYmQ2OGVkT21UVUtJRjE1NDRmbm5uMWQ3SEFCb0M1OFFCQUFBa0lhMEFnQUFrSWEwQWdBQWtJYTBBZ0FBa0lhMEFnQUFrSWEwQWdBQWtJYTBBZ0FBa0lhMEFnQUFrSWEwQWdBQWtJYTBBZ0FBa0lhMEFnQUFrSWEwQWdBQWtJYTBBZ0FBa0lhMEFnQUFrSWEwQWdBQWtJYTBBZ0FBa0lhMEFnQUFrSWEwQWdBQWtJYTBBZ0FBa0lhMEFnQUFrSWEwQWdBQWtJYTBBZ0FBa0lhMEFnQUFrSWEwQWdBQWtJYTBBZ0FBa0lhMEFnQUFrSWEwQWdBQWtJYTBBZ0FBa0lhMEFnQUFrSWEwQWdBQWtFYXY5Z0FBOERlc1Z1disvZnRyYW1yY2EwNmVQT2xlMkxwMXEzdTl5V1FhTzNac1lHQ2dHbU1Dd08xcFhDNlgyak1Bd1A5enVWeHo1c3c1ZE9qUUhkL1p2My8vRFJzMmVHVW9BTGhibkJBRTRGczBHczNJa1NQdjVwM2p4bzN6L0RnQThPdVFWZ0I4enFPUFBtb3ltWlRsWmtmVzNWK2FUS2JCZ3dlck1SMEF0SVcwQXVCekRBWkRXbHFhKzB0M1RqWE5yTlRVVktQUnFNWjBBTkFXMGdxQUwwcExTOVBwZEsyOXF0UHBVbE5UdlRzUkFOd1YwZ3FBTDRxTGkrdldyVnRycjhiR3hzYkZ4WGwzSWdDNEs2UVZBRjlrTnB2ajQrUGRYN3BjcnFabkF4TVNFdHExYTZmU2FBRFFGdElLZ0M4eUdvMkppWW1CZ1lFYWphYnBlbzFHWXpRYUV4SVNnb0tDMUpzT0FGcEZXZ0h3VVltSmliYzlOR1V5bVpLU2t0U1lDQUR1akxRQzRLUGk0dUs2ZE9taUhLbFMxaWdMTVRFeGJWeUdCUURxSXEwQStDaWRUamQwNk5DVzYwZU5HdFhHaHdjQlFGMmtGUURmbFpxYXFsU1UrOENWVHFkcmVzc3JBUEExcEJVQTN4VVdGdWErNWJwU1Y0ODk5bGhvYUtqYWN3RkFxMGdyQUQ0dFBUM2R2YXpSYUlZTkc2YnFPQUJ3QjZRVkFKOW1zVmc2ZGVxa0xIZnUzTmxpc2FnOUVRQzBoYlFDNE5OQ1FrSVNFaEtVdTRiR3g4ZUhoNGVyUFJFQXRJVzBBdURUQWdJQ0VoTVRqVWFqWHE5UFNrb3ltODFxVHdRQWJkR3JQUUFBdEVXajBTUWxKWVdGaGRsc3RvU0VoR1kzWndjQVgwTmFBZkIxRm9zbEtpckthclgyN05sVDdWa0E0QTQwVFo5NEN2aUQ2dXFhL0lMQ24zLys1WEpKYWQzTm0ycVBnN3Z5NDRYelRxZlQwanRCN1VGd1Y0TE41cTVkb3FQdnU2OW5qd2ZEdzNtUU52d0xhUVUvNG5BNC92dXIvMW01K3UzeWl1dE9aNlBEMGNqLy8vY01sMU9qMGJnRVp3UHZEUnFOUnEvWGFiVzZzTERRdWErOE5IckVjSVBCb1BaUWdKZVFWdkFYTnJ0OXdlTGx1L2ZzY3pxZGFzOEMrQkd0VnBzK01tM2w2MHVNUnVvS2ZvRnJyZUF2c25mdjJaV3pWL2xib24zNzhELzI3Zk5BN1AzYzF4dndoQnMzYmhSZi91bm84Wk5sNVJWT3AzUFB2djBQSnlmOWFjSS9xejBYNEEya0ZmekM1WjlLM3YvZ0k2V3JCdlR2TzIvT3k2RWhJVHFkVHF2bC9pT0FmRTZuczdHeHNiYXU3dC9YclB2NjIrOWRMdGVHZDdla0RQaGpYR3czdFVjRFBJN2ZLL0FMWjNQektxNVhDaUU2Um5SNGNlcWtEdTNiR3d3R3VncndFSzFXYXpBWTJvZUh2L1RpODFGUmtVS0ltaHUxSjA2ZFVYc3V3QnY0MVFLL2NPUEdEWnZOSm9SNEtERWhNcktqMnVNQS9pSzhYYnYrRHljTElSb2Rqc3FxS3JYSEFieUJ0SUpmcUs2cHNkdnRRb2lvcU1pZ3dFQzF4d0g4aGNGb1VJNWEyUjJPbXBvYmFvOERlQU5wQmI5Z3R6dVVEd1lHR0EwNm5VN3RjUUIvb2ROcVRVRkJ5aU1nNnhzYTFCNEg4QWJTQ2dBQVFCclNDZ0FBUUJyU0NnQUFRQnJTQ2dBQVFCclNDZ0FBUUJyU0NnQUFRQnJTQ2dBQVFCclNDZ0FBUUJyU0NvQlhsWmFXM3JoeCs3dHlsNWFXWm1WbGxaYVcvczcveE1HREIyL2R1dlU3TndJQXZ3MXBCY0Nyc3JPenAwNmQrc2tubjdTc242Q2dvTysvLzM3R2pCbnIxNit2ckt4c2JRc09oMlBmdm4ydEZWaGRYZDNhdFd0bnpweDU0c1FKMmJNRHdKMlJWZ0M4eCtsMEhqMTY5TmF0VzU5OTl0bnUzYnVidldvMEdwWDNYTGx5UlhrdzBXM1piTGJzN094WnMyYnQzTG16NWF2ZmZQT04zVzR2THk5ZnZuejUrZlBuUGJBVEFOQVcwZ3FBOStUbDVTbG5BK2ZPblR0eDRzUm1yK3IxZW1WaDh1VEpFUkVSclczRVpESk5tVExGNFhCczI3YnQwMDgvYmZicXdZTUhsWVhrNU9UZXZYdkwzZ01BdUFQU0NvRDNmUFhWVjBJSWk4VXlZTUNBbHE5cXRjMS9JdVhtNXE1YXRjcmhjRFJibjVLUzByVnJWeUhFZ1FNSG1xN1B5OHRUamxUcDlmcGp4NDV4VGhDQTkrblZIZ0NBdjZpcnEvdjY2NitWZzFKQ2lFT0hEaDA3ZGt5bjA3bmY0SEs1bElXUFAvNDRKQ1JFQ1BIZGQ5L1YxOWNMSWViTW1kTXN2QVlOR3JSOSsvWk9uVG8xWGJsOSszYmx4T0tzV2JOV3IxNjljZVBHTld2V21Fd21iKzBpQUpCV0FMemx5eSsvYkdob1NFbEo2ZFdyVjMxOS9lYk5tMnRyYTVXWGREcGRZR0NnKzUxbno1NVZra3VuMDVuTjVoTW5Ubno0NFllVEprMXF1clhodzRlWGxaV05Iei9ldlNZM04vZjA2ZE5DaUhIanhnMGVQSGpYcmwzRnhjVnZ2UEhHNHNXTDNhY2FBY0RUK0hFRHdCc3FLeXQzN3R4cE5CcWZlKzQ1SWNTZVBYdVVyaktaVElzV0xZcVBqeGRDTkRRMFBQbmtrMEtJbFN0WHhzWEZ0YjFCazhuMDBrc3Z1YiswMiszcjE2OFhRblRwMGtYWnlQVHAwek16TTArZE9yVjY5ZXJaczJjSEJBUjRmaThCZ0d1dEFIaGVRVUhCa2lWTDZ1cnFSb3dZNFhLNUNnc0xsUS8zRFJnd1lNZU9IVXBYM1ZaRFE0TjcyZUZ3TlB5Zit2cjZaY3VXYmR5NDBYMFoxcFl0VzBwS1NzeG04NElGQzVRRFlCYUxaZXpZc2NwbkJqTXlNb3FMaTcyeXJ3RDhIVWV0QUhqY2xpMWJsTExKeWNuSnljbFJWc2JFeE15ZVBidnB0VmJOSER4NGNNZU9IU3RXck9qWXNhTVE0dHExYS9QbnoyOTZ2NnN6Wjg2VWxKUXNYYnIwMEtGRGUvZnVGVUwwN2R1SzAwU2pBQUFIZUVsRVFWUzM2ZFZYeno3N2JFbEp5ZkhqeDB0S1NqSXlNaDU1NUpHeFk4ZjI2dFhMdzdzTHdLK1JWZ0E4YnNLRUNmUG56eGRDZE9qUUlTZ29xTFMwMUd3MnYvYmFheTZYYThtU0pWZXZYbFhlNXI2TVBTc3J5MkF3S0hlM1dyaHc0Y3FWSzhQQ3dxS2pvN095c3Rhc1dSTVRFK04wT3BXYkxJd1lNZUxreVpQcjFxMExEQXpzMGFQSDRjT0hDd3NMSjA2Y09HalFJT1ZTcllFREIxWlhWeGNWRlRVMk5uNzc3YmZIamgzTHpzNVc5UjhEd044NTBncUF4eVVtSm80Wk02WlBuejZkTzNkKzVaVlh0RnJ0bkRsem9xT2poUkF6WnN4WXNHQ0JVbDFHbzdIcE1hZW9xQ2hsSVNjbjUrbW5uMVlPZEwzNTVwdENpQXNYTGlocFZWdGIrOVpiYjdWdjMzN2V2SG5uenAwN2MrYk16ei8vN0Q2TnVILy8vbmZlZVNjek16TW5KeWMvUHo4MU5YWHc0TUVxL1JzQThCZWtGUUJ2bURwMXF0VnF6Y3pNcksydG5UNTlldCsrZlpYMVlXRmhvMGVQSGpwMGFGQlFVTE52c2Rsc1o4K2U3ZE9uVHh1YnpjN083dCsvLzh5Wk00T0RnNVU3V29XRWhLU21wZ29oTGw2OCtONTc3d2toTm0zYXRHclZxdno4L0NGRGhuaHlGd0ZBa0ZZQXZLUzZ1bnJWcWxXWExsMTY2S0dIOUhxOWN0VjVhV21weldiVGFEU2ZmLzc1d0lFRG0xMTNsWitmbjUrZlAyM2F0RkdqUnJXMjJhVkxsOGJFeENqTFRlK3dVRmxabVpXVlpiUFo5SHA5Ykd4c1VWRVJYUVhBTzBnckFCNTM3dHk1SlV1V0tPZnBUcDgrcmR4OUtpSWk0dUdISCs3VHA4K1dMVnV1WDcrK2I5KysyMzd2MXExYms1T1RsYk9ITGJsdkI5clEwS0RSYUpUbHFxcXFoUXNYbHBXVlJVUkV6SjA3MTJLeGVHelBBS0E1MGdxQXgxa3Nsc2pJeUpLU0V1VUtxaUZEaHFTa3BIVHIxazE1ZGR1MmJVS0lLVk9tS1BkS2NKc3dZVUp0YmUzTEw3L2NXbGU1VlZkWEwxdTI3SmRmZmxGT0k3NzY2cXZYcmwzcjE2L2Y3Tm16UTBORFBibG5BTkFjYVFYQTQvUjYvYlJwMDlhc1dUTjU4dVNVbEJUMzRTVWhSSGw1dWRGb2JPTjdtOTZsL2JhdVhMbXllUEhpOHZMeWxKU1V3NGNQTnpRMFdLM1dqSXlNeHg5L1hIbERibTd1MGFOSG4zcnFLZTdKRHNBTCtFRUR3QnVTa3BJMmI5NnN4STNENGNqTHl6dCsvUGp4NDhjdlhib1VIQno4bXpkYlZGVDA5dHR2MTlUVXpKdzUwK1Z5SFQ1OE9DZ29hTU9HRFUwUFZ1WGw1WDN4eFJmang0OG5yUUI0QVQ5b0FIakQ5ZXZYaTR1TEwxNjhtSmVYZCs3Y09lV2h5NzE2OWNySXlOaTFhMWRkWGQxdjIreUtGU3NjRHNmSWtTT0hEeDkrNE1BQjVRaFpzNU9BZHJ0ZHVVMkQyV3lXdERjQTBDclNDb0RITFZxMDZPVEprKzR2alVianNHSERSbzhlSFJzYks0VFl2WHUzRU9MSWtTTmxaV1ZOdjB1NTdOM3BkTGJjWUZWVmxiTGdjRGk2ZCs4K1pjb1U5MHZ1KzQ0MjIwNXhjWEhUbTJZQmdJZVFWZ0E4TGowOVhVbXI0T0RnTVdQR2pCbzFxdW1CSmVVNWdMbTV1Ym01dVMyLzEvMlV3S2FPSERtaUxBUUVCR1JtWmhvTUJxWFloQkIxZFhVLy9QQkRXRmlZKzgwWExsd1FRcXhkdTdhaW9pSTlQZDB6dXdnQWYwVmFBZkM0ZnYzNkpTVWw5ZXpaODRrbm5taDVWazZKcDlZK0lXaTFXbHR1Y05La1NRVUZCYVdscGM4ODg4eDk5OTJuck96YXRhdXk4UHJycjdmOEZxdlY2bjREQUhnT2FRWEFHNVl0VzliYWs1anRkbnZQbmowVEV4T2JyUThORFUxTFM3dnQzZGpEdzhPenNyTFdybDA3Y3VSSTk4cnUzYnZQbURIandJRUQxZFhWalkyTjd2VWFqYVp6NTg0VEpreElTa3FTdDBNQWNIdWtGUUJ2YUsycmhCQ1ptWm05ZS9kdXVYN2R1blZ0ZkthdmZmdjJpeGN2YnJZeUxTMHRMUzN0OTAwS0FMK0xWdTBCQVBpNzIzWlZzd2ZYQU1DOWdyUUNBQUNRaHJRQ0FBQ1FoclFDQUFDUWhyUUNBQUNRaHJRQ0FBQ1FoclFDQUFDUWhyUUNBQUNRaHJRQ0FBQ1FoclFDQUFDUWhyU0NYd2dNREZBZXRGTGYwTkQwNlhJQVBNcnBkRnJyNjRVUVdxMDJNREJBN1hFQWJ5Q3Q0QmM2Um5RSURBZ1FRbFJXVmpVMDJOUWVCL0FYZHJ1am9xSlNDR0V3R0RwRlJxbzlEdUFOcEJYOFFzZUlDT1V2NXZ5Q291cWFHclhIQWZ6RnpWczNjL011Q0NHTUJrT25UbEZxandONEEya0Z2eERmMjlLdVhUc2hSUEdseTV2ZS8wRHRjUUIvc1hiRHV6OFdGZ2toVEthZ1B6eVVxUFk0Z0Rkb1hDNlgyak1BM3BDejk3LytkZDVDcDlNcGhIaXcrd05ESDM4c29rTUhMdjRBUE1GcXJiOWVXWFh3OEYveThndVVDNjNlV0w1by9MaXhhczhGZUFOcEJYOWh0enVtenBqOWwyKytWWHNRd084TS9JZEgzdC93WjRQQm9QWWdnRGR3UWhEK3dtRFF2L1Z2eS84eGZaVEJvRmQ3RnNCZjZIUzZVV25EM2x5eGpLNkMvK0NvRmZ6T3FUUG5MdVQvV0Y1eHZhS2k0cGExWHUxeGdMOURwcURBaUlpSWpoRWRlajdZL1EvSlNXcVBBM2dWYVFVQUFDQU5Kd1FCQUFDa0lhMEFBQUNrSWEwQUFBQ2tJYTBBQUFDa0lhMEFBQUNrSWEwQUFBQ2tJYTBBQUFDa0lhMEFBQUNrSWEwQUFBQ2tJYTBBQUFDa0lhMEFBQUNrSWEwQUFBQ2tJYTBBQUFDa0lhMEFBQUNrSWEwQUFBQ2tJYTBBQUFDa0lhMEFBQUNrSWEwQUFBQ2tJYTBBQUFDa0lhMEFBQUNrSWEwQUFBQ2tJYTBBQUFDa0lhMEFBQUNrSWEwQUFBQ2tJYTBBQUFDa0lhMEFBQUNrSWEwQUFBQ2tJYTBBQUFDa0lhMEFBQUNrSWEwQUFBQ2tJYTBBQUFDa0lhMEFBQUNrSWEwQUFBQ2tJYTBBQUFDaytWOW9tdG1UajNlS0R3QUFBQUJKUlU1RXJrSmdnZz09IiwKCSJUaGVtZSIgOiAiIiwKCSJUeXBlIiA6ICJmbG93IiwKCSJVc2VySWQiIDogIjE3MjgyMTAwMDciLAoJIlZlcnNpb24iIDogIjIxIgp9Cg=="/>
    </extobj>
  </extobjs>
</s:customData>
</file>

<file path=customXml/itemProps7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WPS 演示</Application>
  <PresentationFormat>宽屏</PresentationFormat>
  <Paragraphs>98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 Unicode MS</vt:lpstr>
      <vt:lpstr>Arial Black</vt:lpstr>
      <vt:lpstr>黑体</vt:lpstr>
      <vt:lpstr>WPS​​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于梦洁</cp:lastModifiedBy>
  <cp:revision>14</cp:revision>
  <dcterms:created xsi:type="dcterms:W3CDTF">2023-07-11T07:43:00Z</dcterms:created>
  <dcterms:modified xsi:type="dcterms:W3CDTF">2026-09-15T01:55:01Z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13993626897F91E90608AD645D25FD23_42</vt:lpwstr>
  </property>
</Properties>
</file>